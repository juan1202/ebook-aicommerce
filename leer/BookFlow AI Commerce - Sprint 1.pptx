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embeddedFontLst>
    <p:embeddedFont>
      <p:font typeface="MiSans" charset="-122" pitchFamily="34"/>
      <p:regular r:id="rId35"/>
    </p:embeddedFont>
    <p:embeddedFont>
      <p:font typeface="Alimama ShuHeiTi" charset="-122" pitchFamily="34"/>
      <p:regular r:id="rId3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font" Target="fonts/font1.fntdata"/><Relationship Id="rId3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3ed866c034fb095e542ef9dcc9e2b449db8c727e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7779" b="777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F172A">
                  <a:alpha val="95000"/>
                </a:srgbClr>
              </a:gs>
              <a:gs pos="50000">
                <a:srgbClr val="0F172A">
                  <a:alpha val="90000"/>
                </a:srgbClr>
              </a:gs>
              <a:gs pos="100000">
                <a:srgbClr val="3B82F6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/>
              </a:gs>
              <a:gs pos="100000">
                <a:srgbClr val="10B981"/>
              </a:gs>
            </a:gsLst>
            <a:lin ang="2700000" scaled="1"/>
          </a:gradFill>
          <a:ln/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33400" y="533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63088"/>
                </a:moveTo>
                <a:lnTo>
                  <a:pt x="114300" y="201186"/>
                </a:lnTo>
                <a:lnTo>
                  <a:pt x="114523" y="201097"/>
                </a:lnTo>
                <a:cubicBezTo>
                  <a:pt x="138901" y="190961"/>
                  <a:pt x="165065" y="185738"/>
                  <a:pt x="191453" y="185738"/>
                </a:cubicBezTo>
                <a:lnTo>
                  <a:pt x="200025" y="185738"/>
                </a:lnTo>
                <a:lnTo>
                  <a:pt x="200025" y="42863"/>
                </a:lnTo>
                <a:lnTo>
                  <a:pt x="191453" y="42863"/>
                </a:lnTo>
                <a:cubicBezTo>
                  <a:pt x="172611" y="42863"/>
                  <a:pt x="153903" y="46613"/>
                  <a:pt x="136490" y="53846"/>
                </a:cubicBezTo>
                <a:cubicBezTo>
                  <a:pt x="128989" y="56971"/>
                  <a:pt x="121578" y="60052"/>
                  <a:pt x="114300" y="63088"/>
                </a:cubicBezTo>
                <a:close/>
                <a:moveTo>
                  <a:pt x="103093" y="27459"/>
                </a:moveTo>
                <a:lnTo>
                  <a:pt x="114300" y="32147"/>
                </a:lnTo>
                <a:lnTo>
                  <a:pt x="125507" y="27459"/>
                </a:lnTo>
                <a:cubicBezTo>
                  <a:pt x="146402" y="18752"/>
                  <a:pt x="168816" y="14288"/>
                  <a:pt x="191453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192881"/>
                </a:lnTo>
                <a:cubicBezTo>
                  <a:pt x="228600" y="204713"/>
                  <a:pt x="219001" y="214313"/>
                  <a:pt x="207169" y="214313"/>
                </a:cubicBezTo>
                <a:lnTo>
                  <a:pt x="191453" y="214313"/>
                </a:lnTo>
                <a:cubicBezTo>
                  <a:pt x="168816" y="214313"/>
                  <a:pt x="146402" y="218777"/>
                  <a:pt x="125507" y="227484"/>
                </a:cubicBezTo>
                <a:lnTo>
                  <a:pt x="119792" y="229850"/>
                </a:lnTo>
                <a:cubicBezTo>
                  <a:pt x="116265" y="231324"/>
                  <a:pt x="112335" y="231324"/>
                  <a:pt x="108808" y="229850"/>
                </a:cubicBezTo>
                <a:lnTo>
                  <a:pt x="103093" y="227484"/>
                </a:lnTo>
                <a:cubicBezTo>
                  <a:pt x="82198" y="218777"/>
                  <a:pt x="59784" y="214313"/>
                  <a:pt x="37148" y="214313"/>
                </a:cubicBezTo>
                <a:lnTo>
                  <a:pt x="21431" y="214313"/>
                </a:lnTo>
                <a:cubicBezTo>
                  <a:pt x="9599" y="214313"/>
                  <a:pt x="0" y="204713"/>
                  <a:pt x="0" y="192881"/>
                </a:cubicBezTo>
                <a:lnTo>
                  <a:pt x="0" y="35719"/>
                </a:lnTo>
                <a:cubicBezTo>
                  <a:pt x="0" y="23887"/>
                  <a:pt x="9599" y="14288"/>
                  <a:pt x="21431" y="14288"/>
                </a:cubicBezTo>
                <a:lnTo>
                  <a:pt x="37148" y="14288"/>
                </a:lnTo>
                <a:cubicBezTo>
                  <a:pt x="59784" y="14288"/>
                  <a:pt x="82198" y="18752"/>
                  <a:pt x="103093" y="2745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419100"/>
            <a:ext cx="2476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BOOKFLOW AI COMMERCE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28700" y="685800"/>
            <a:ext cx="2457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Plataforma Inteligente de Libros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252737" y="385233"/>
            <a:ext cx="579967" cy="275167"/>
          </a:xfrm>
          <a:custGeom>
            <a:avLst/>
            <a:gdLst/>
            <a:ahLst/>
            <a:cxnLst/>
            <a:rect l="l" t="t" r="r" b="b"/>
            <a:pathLst>
              <a:path w="579967" h="275167">
                <a:moveTo>
                  <a:pt x="76199" y="0"/>
                </a:moveTo>
                <a:lnTo>
                  <a:pt x="503768" y="0"/>
                </a:lnTo>
                <a:cubicBezTo>
                  <a:pt x="545823" y="0"/>
                  <a:pt x="579967" y="34144"/>
                  <a:pt x="579967" y="76199"/>
                </a:cubicBezTo>
                <a:lnTo>
                  <a:pt x="579967" y="198968"/>
                </a:lnTo>
                <a:cubicBezTo>
                  <a:pt x="579967" y="241023"/>
                  <a:pt x="545823" y="275167"/>
                  <a:pt x="503768" y="275167"/>
                </a:cubicBezTo>
                <a:lnTo>
                  <a:pt x="76199" y="275167"/>
                </a:lnTo>
                <a:cubicBezTo>
                  <a:pt x="34116" y="275167"/>
                  <a:pt x="0" y="241051"/>
                  <a:pt x="0" y="198968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8504" y="381000"/>
            <a:ext cx="628650" cy="266700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Scrum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913269" y="385233"/>
            <a:ext cx="894292" cy="275167"/>
          </a:xfrm>
          <a:custGeom>
            <a:avLst/>
            <a:gdLst/>
            <a:ahLst/>
            <a:cxnLst/>
            <a:rect l="l" t="t" r="r" b="b"/>
            <a:pathLst>
              <a:path w="894292" h="275167">
                <a:moveTo>
                  <a:pt x="76199" y="0"/>
                </a:moveTo>
                <a:lnTo>
                  <a:pt x="818093" y="0"/>
                </a:lnTo>
                <a:cubicBezTo>
                  <a:pt x="860148" y="0"/>
                  <a:pt x="894292" y="34144"/>
                  <a:pt x="894292" y="76199"/>
                </a:cubicBezTo>
                <a:lnTo>
                  <a:pt x="894292" y="198968"/>
                </a:lnTo>
                <a:cubicBezTo>
                  <a:pt x="894292" y="241023"/>
                  <a:pt x="860148" y="275167"/>
                  <a:pt x="818093" y="275167"/>
                </a:cubicBezTo>
                <a:lnTo>
                  <a:pt x="76199" y="275167"/>
                </a:lnTo>
                <a:cubicBezTo>
                  <a:pt x="34116" y="275167"/>
                  <a:pt x="0" y="241051"/>
                  <a:pt x="0" y="198968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09035" y="381000"/>
            <a:ext cx="942975" cy="266700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Sprint 1 de 3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85233" y="1702329"/>
            <a:ext cx="2008717" cy="351367"/>
          </a:xfrm>
          <a:custGeom>
            <a:avLst/>
            <a:gdLst/>
            <a:ahLst/>
            <a:cxnLst/>
            <a:rect l="l" t="t" r="r" b="b"/>
            <a:pathLst>
              <a:path w="2008717" h="351367">
                <a:moveTo>
                  <a:pt x="175683" y="0"/>
                </a:moveTo>
                <a:lnTo>
                  <a:pt x="1833033" y="0"/>
                </a:lnTo>
                <a:cubicBezTo>
                  <a:pt x="1930061" y="0"/>
                  <a:pt x="2008717" y="78656"/>
                  <a:pt x="2008717" y="175683"/>
                </a:cubicBezTo>
                <a:lnTo>
                  <a:pt x="2008717" y="175683"/>
                </a:lnTo>
                <a:cubicBezTo>
                  <a:pt x="2008717" y="272711"/>
                  <a:pt x="1930061" y="351367"/>
                  <a:pt x="1833033" y="351367"/>
                </a:cubicBezTo>
                <a:lnTo>
                  <a:pt x="175683" y="351367"/>
                </a:lnTo>
                <a:cubicBezTo>
                  <a:pt x="78656" y="351367"/>
                  <a:pt x="0" y="272711"/>
                  <a:pt x="0" y="175683"/>
                </a:cubicBezTo>
                <a:lnTo>
                  <a:pt x="0" y="175683"/>
                </a:lnTo>
                <a:cubicBezTo>
                  <a:pt x="0" y="78656"/>
                  <a:pt x="78656" y="0"/>
                  <a:pt x="175683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11289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1867" y="183991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694267" y="1782763"/>
            <a:ext cx="160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ENTREGA COMPLETADA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81000" y="2210329"/>
            <a:ext cx="117729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Sprint 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81000" y="3219979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Entrega Técnica y Demostración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81000" y="3829579"/>
            <a:ext cx="74104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 arquitectónica de microservicios, autenticación segura con JWT, carga masiva de inventario con trazabilidad completa y frontends React funcionales.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85233" y="4681537"/>
            <a:ext cx="1570567" cy="656167"/>
          </a:xfrm>
          <a:custGeom>
            <a:avLst/>
            <a:gdLst/>
            <a:ahLst/>
            <a:cxnLst/>
            <a:rect l="l" t="t" r="r" b="b"/>
            <a:pathLst>
              <a:path w="1570567" h="656167">
                <a:moveTo>
                  <a:pt x="114298" y="0"/>
                </a:moveTo>
                <a:lnTo>
                  <a:pt x="1456269" y="0"/>
                </a:lnTo>
                <a:cubicBezTo>
                  <a:pt x="1519394" y="0"/>
                  <a:pt x="1570567" y="51173"/>
                  <a:pt x="1570567" y="114298"/>
                </a:cubicBezTo>
                <a:lnTo>
                  <a:pt x="1570567" y="541869"/>
                </a:lnTo>
                <a:cubicBezTo>
                  <a:pt x="1570567" y="604994"/>
                  <a:pt x="1519394" y="656167"/>
                  <a:pt x="1456269" y="656167"/>
                </a:cubicBezTo>
                <a:lnTo>
                  <a:pt x="114298" y="656167"/>
                </a:lnTo>
                <a:cubicBezTo>
                  <a:pt x="51215" y="656167"/>
                  <a:pt x="0" y="604952"/>
                  <a:pt x="0" y="541869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1E293B">
              <a:alpha val="80000"/>
            </a:srgbClr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79967" y="4914238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0" name="Text 17"/>
          <p:cNvSpPr/>
          <p:nvPr/>
        </p:nvSpPr>
        <p:spPr>
          <a:xfrm>
            <a:off x="932392" y="4800071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32392" y="5066771"/>
            <a:ext cx="885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Desarrolladores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2189559" y="4681537"/>
            <a:ext cx="1189567" cy="656167"/>
          </a:xfrm>
          <a:custGeom>
            <a:avLst/>
            <a:gdLst/>
            <a:ahLst/>
            <a:cxnLst/>
            <a:rect l="l" t="t" r="r" b="b"/>
            <a:pathLst>
              <a:path w="1189567" h="656167">
                <a:moveTo>
                  <a:pt x="114298" y="0"/>
                </a:moveTo>
                <a:lnTo>
                  <a:pt x="1075269" y="0"/>
                </a:lnTo>
                <a:cubicBezTo>
                  <a:pt x="1138394" y="0"/>
                  <a:pt x="1189567" y="51173"/>
                  <a:pt x="1189567" y="114298"/>
                </a:cubicBezTo>
                <a:lnTo>
                  <a:pt x="1189567" y="541869"/>
                </a:lnTo>
                <a:cubicBezTo>
                  <a:pt x="1189567" y="604994"/>
                  <a:pt x="1138394" y="656167"/>
                  <a:pt x="1075269" y="656167"/>
                </a:cubicBezTo>
                <a:lnTo>
                  <a:pt x="114298" y="656167"/>
                </a:lnTo>
                <a:cubicBezTo>
                  <a:pt x="51215" y="656167"/>
                  <a:pt x="0" y="604952"/>
                  <a:pt x="0" y="541869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1E293B">
              <a:alpha val="80000"/>
            </a:srgbClr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420011" y="491423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4" name="Text 21"/>
          <p:cNvSpPr/>
          <p:nvPr/>
        </p:nvSpPr>
        <p:spPr>
          <a:xfrm>
            <a:off x="2736718" y="4800071"/>
            <a:ext cx="533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2736718" y="5066771"/>
            <a:ext cx="504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Módulos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3615267" y="4681537"/>
            <a:ext cx="1551517" cy="656167"/>
          </a:xfrm>
          <a:custGeom>
            <a:avLst/>
            <a:gdLst/>
            <a:ahLst/>
            <a:cxnLst/>
            <a:rect l="l" t="t" r="r" b="b"/>
            <a:pathLst>
              <a:path w="1551517" h="656167">
                <a:moveTo>
                  <a:pt x="114298" y="0"/>
                </a:moveTo>
                <a:lnTo>
                  <a:pt x="1437219" y="0"/>
                </a:lnTo>
                <a:cubicBezTo>
                  <a:pt x="1500344" y="0"/>
                  <a:pt x="1551517" y="51173"/>
                  <a:pt x="1551517" y="114298"/>
                </a:cubicBezTo>
                <a:lnTo>
                  <a:pt x="1551517" y="541869"/>
                </a:lnTo>
                <a:cubicBezTo>
                  <a:pt x="1551517" y="604994"/>
                  <a:pt x="1500344" y="656167"/>
                  <a:pt x="1437219" y="656167"/>
                </a:cubicBezTo>
                <a:lnTo>
                  <a:pt x="114298" y="656167"/>
                </a:lnTo>
                <a:cubicBezTo>
                  <a:pt x="51215" y="656167"/>
                  <a:pt x="0" y="604952"/>
                  <a:pt x="0" y="541869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1E293B">
              <a:alpha val="80000"/>
            </a:srgbClr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845719" y="491423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8" name="Text 25"/>
          <p:cNvSpPr/>
          <p:nvPr/>
        </p:nvSpPr>
        <p:spPr>
          <a:xfrm>
            <a:off x="4162425" y="4800071"/>
            <a:ext cx="89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162425" y="5066771"/>
            <a:ext cx="866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Bases de Datos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405570" y="4681537"/>
            <a:ext cx="1332442" cy="656167"/>
          </a:xfrm>
          <a:custGeom>
            <a:avLst/>
            <a:gdLst/>
            <a:ahLst/>
            <a:cxnLst/>
            <a:rect l="l" t="t" r="r" b="b"/>
            <a:pathLst>
              <a:path w="1332442" h="656167">
                <a:moveTo>
                  <a:pt x="114298" y="0"/>
                </a:moveTo>
                <a:lnTo>
                  <a:pt x="1218144" y="0"/>
                </a:lnTo>
                <a:cubicBezTo>
                  <a:pt x="1281269" y="0"/>
                  <a:pt x="1332442" y="51173"/>
                  <a:pt x="1332442" y="114298"/>
                </a:cubicBezTo>
                <a:lnTo>
                  <a:pt x="1332442" y="541869"/>
                </a:lnTo>
                <a:cubicBezTo>
                  <a:pt x="1332442" y="604994"/>
                  <a:pt x="1281269" y="656167"/>
                  <a:pt x="1218144" y="656167"/>
                </a:cubicBezTo>
                <a:lnTo>
                  <a:pt x="114298" y="656167"/>
                </a:lnTo>
                <a:cubicBezTo>
                  <a:pt x="51215" y="656167"/>
                  <a:pt x="0" y="604952"/>
                  <a:pt x="0" y="541869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1E293B">
              <a:alpha val="80000"/>
            </a:srgbClr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612209" y="491423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2" name="Text 29"/>
          <p:cNvSpPr/>
          <p:nvPr/>
        </p:nvSpPr>
        <p:spPr>
          <a:xfrm>
            <a:off x="5952728" y="4800071"/>
            <a:ext cx="676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FastAPI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952728" y="5066771"/>
            <a:ext cx="647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 React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381000" y="6129867"/>
            <a:ext cx="11430000" cy="8467"/>
          </a:xfrm>
          <a:custGeom>
            <a:avLst/>
            <a:gdLst/>
            <a:ahLst/>
            <a:cxnLst/>
            <a:rect l="l" t="t" r="r" b="b"/>
            <a:pathLst>
              <a:path w="11430000" h="8467">
                <a:moveTo>
                  <a:pt x="0" y="0"/>
                </a:moveTo>
                <a:lnTo>
                  <a:pt x="11430000" y="0"/>
                </a:lnTo>
                <a:lnTo>
                  <a:pt x="11430000" y="8467"/>
                </a:lnTo>
                <a:lnTo>
                  <a:pt x="0" y="8467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35" name="Shape 32"/>
          <p:cNvSpPr/>
          <p:nvPr/>
        </p:nvSpPr>
        <p:spPr>
          <a:xfrm>
            <a:off x="408384" y="63150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33337" y="0"/>
                </a:moveTo>
                <a:cubicBezTo>
                  <a:pt x="37947" y="0"/>
                  <a:pt x="41672" y="3724"/>
                  <a:pt x="41672" y="8334"/>
                </a:cubicBezTo>
                <a:lnTo>
                  <a:pt x="41672" y="16669"/>
                </a:lnTo>
                <a:lnTo>
                  <a:pt x="75009" y="16669"/>
                </a:lnTo>
                <a:lnTo>
                  <a:pt x="75009" y="8334"/>
                </a:lnTo>
                <a:cubicBezTo>
                  <a:pt x="75009" y="3724"/>
                  <a:pt x="78734" y="0"/>
                  <a:pt x="83344" y="0"/>
                </a:cubicBezTo>
                <a:cubicBezTo>
                  <a:pt x="87954" y="0"/>
                  <a:pt x="91678" y="3724"/>
                  <a:pt x="91678" y="8334"/>
                </a:cubicBezTo>
                <a:lnTo>
                  <a:pt x="91678" y="16669"/>
                </a:lnTo>
                <a:lnTo>
                  <a:pt x="100013" y="16669"/>
                </a:lnTo>
                <a:cubicBezTo>
                  <a:pt x="109206" y="16669"/>
                  <a:pt x="116681" y="24144"/>
                  <a:pt x="116681" y="33337"/>
                </a:cubicBezTo>
                <a:lnTo>
                  <a:pt x="116681" y="108347"/>
                </a:lnTo>
                <a:cubicBezTo>
                  <a:pt x="116681" y="117541"/>
                  <a:pt x="109206" y="125016"/>
                  <a:pt x="100013" y="125016"/>
                </a:cubicBezTo>
                <a:lnTo>
                  <a:pt x="16669" y="125016"/>
                </a:lnTo>
                <a:cubicBezTo>
                  <a:pt x="7475" y="125016"/>
                  <a:pt x="0" y="117541"/>
                  <a:pt x="0" y="108347"/>
                </a:cubicBezTo>
                <a:lnTo>
                  <a:pt x="0" y="33337"/>
                </a:lnTo>
                <a:cubicBezTo>
                  <a:pt x="0" y="24144"/>
                  <a:pt x="7475" y="16669"/>
                  <a:pt x="16669" y="16669"/>
                </a:cubicBezTo>
                <a:lnTo>
                  <a:pt x="25003" y="16669"/>
                </a:lnTo>
                <a:lnTo>
                  <a:pt x="25003" y="8334"/>
                </a:lnTo>
                <a:cubicBezTo>
                  <a:pt x="25003" y="3724"/>
                  <a:pt x="28728" y="0"/>
                  <a:pt x="33337" y="0"/>
                </a:cubicBezTo>
                <a:close/>
                <a:moveTo>
                  <a:pt x="16669" y="62508"/>
                </a:moveTo>
                <a:lnTo>
                  <a:pt x="16669" y="70842"/>
                </a:lnTo>
                <a:cubicBezTo>
                  <a:pt x="16669" y="73134"/>
                  <a:pt x="18544" y="75009"/>
                  <a:pt x="20836" y="75009"/>
                </a:cubicBezTo>
                <a:lnTo>
                  <a:pt x="29170" y="75009"/>
                </a:lnTo>
                <a:cubicBezTo>
                  <a:pt x="31462" y="75009"/>
                  <a:pt x="33337" y="73134"/>
                  <a:pt x="33337" y="70842"/>
                </a:cubicBezTo>
                <a:lnTo>
                  <a:pt x="33337" y="62508"/>
                </a:lnTo>
                <a:cubicBezTo>
                  <a:pt x="33337" y="60216"/>
                  <a:pt x="31462" y="58341"/>
                  <a:pt x="29170" y="58341"/>
                </a:cubicBezTo>
                <a:lnTo>
                  <a:pt x="20836" y="58341"/>
                </a:lnTo>
                <a:cubicBezTo>
                  <a:pt x="18544" y="58341"/>
                  <a:pt x="16669" y="60216"/>
                  <a:pt x="16669" y="62508"/>
                </a:cubicBezTo>
                <a:close/>
                <a:moveTo>
                  <a:pt x="50006" y="62508"/>
                </a:moveTo>
                <a:lnTo>
                  <a:pt x="50006" y="70842"/>
                </a:lnTo>
                <a:cubicBezTo>
                  <a:pt x="50006" y="73134"/>
                  <a:pt x="51881" y="75009"/>
                  <a:pt x="54173" y="75009"/>
                </a:cubicBezTo>
                <a:lnTo>
                  <a:pt x="62508" y="75009"/>
                </a:lnTo>
                <a:cubicBezTo>
                  <a:pt x="64800" y="75009"/>
                  <a:pt x="66675" y="73134"/>
                  <a:pt x="66675" y="70842"/>
                </a:cubicBezTo>
                <a:lnTo>
                  <a:pt x="66675" y="62508"/>
                </a:lnTo>
                <a:cubicBezTo>
                  <a:pt x="66675" y="60216"/>
                  <a:pt x="64800" y="58341"/>
                  <a:pt x="62508" y="58341"/>
                </a:cubicBezTo>
                <a:lnTo>
                  <a:pt x="54173" y="58341"/>
                </a:lnTo>
                <a:cubicBezTo>
                  <a:pt x="51881" y="58341"/>
                  <a:pt x="50006" y="60216"/>
                  <a:pt x="50006" y="62508"/>
                </a:cubicBezTo>
                <a:close/>
                <a:moveTo>
                  <a:pt x="87511" y="58341"/>
                </a:moveTo>
                <a:cubicBezTo>
                  <a:pt x="85219" y="58341"/>
                  <a:pt x="83344" y="60216"/>
                  <a:pt x="83344" y="62508"/>
                </a:cubicBezTo>
                <a:lnTo>
                  <a:pt x="83344" y="70842"/>
                </a:lnTo>
                <a:cubicBezTo>
                  <a:pt x="83344" y="73134"/>
                  <a:pt x="85219" y="75009"/>
                  <a:pt x="87511" y="75009"/>
                </a:cubicBezTo>
                <a:lnTo>
                  <a:pt x="95845" y="75009"/>
                </a:lnTo>
                <a:cubicBezTo>
                  <a:pt x="98137" y="75009"/>
                  <a:pt x="100013" y="73134"/>
                  <a:pt x="100013" y="70842"/>
                </a:cubicBezTo>
                <a:lnTo>
                  <a:pt x="100013" y="62508"/>
                </a:lnTo>
                <a:cubicBezTo>
                  <a:pt x="100013" y="60216"/>
                  <a:pt x="98137" y="58341"/>
                  <a:pt x="95845" y="58341"/>
                </a:cubicBezTo>
                <a:lnTo>
                  <a:pt x="87511" y="58341"/>
                </a:lnTo>
                <a:close/>
                <a:moveTo>
                  <a:pt x="16669" y="95845"/>
                </a:moveTo>
                <a:lnTo>
                  <a:pt x="16669" y="104180"/>
                </a:lnTo>
                <a:cubicBezTo>
                  <a:pt x="16669" y="106472"/>
                  <a:pt x="18544" y="108347"/>
                  <a:pt x="20836" y="108347"/>
                </a:cubicBezTo>
                <a:lnTo>
                  <a:pt x="29170" y="108347"/>
                </a:lnTo>
                <a:cubicBezTo>
                  <a:pt x="31462" y="108347"/>
                  <a:pt x="33337" y="106472"/>
                  <a:pt x="33337" y="104180"/>
                </a:cubicBezTo>
                <a:lnTo>
                  <a:pt x="33337" y="95845"/>
                </a:lnTo>
                <a:cubicBezTo>
                  <a:pt x="33337" y="93553"/>
                  <a:pt x="31462" y="91678"/>
                  <a:pt x="29170" y="91678"/>
                </a:cubicBezTo>
                <a:lnTo>
                  <a:pt x="20836" y="91678"/>
                </a:lnTo>
                <a:cubicBezTo>
                  <a:pt x="18544" y="91678"/>
                  <a:pt x="16669" y="93553"/>
                  <a:pt x="16669" y="95845"/>
                </a:cubicBezTo>
                <a:close/>
                <a:moveTo>
                  <a:pt x="54173" y="91678"/>
                </a:moveTo>
                <a:cubicBezTo>
                  <a:pt x="51881" y="91678"/>
                  <a:pt x="50006" y="93553"/>
                  <a:pt x="50006" y="95845"/>
                </a:cubicBezTo>
                <a:lnTo>
                  <a:pt x="50006" y="104180"/>
                </a:lnTo>
                <a:cubicBezTo>
                  <a:pt x="50006" y="106472"/>
                  <a:pt x="51881" y="108347"/>
                  <a:pt x="54173" y="108347"/>
                </a:cubicBezTo>
                <a:lnTo>
                  <a:pt x="62508" y="108347"/>
                </a:lnTo>
                <a:cubicBezTo>
                  <a:pt x="64800" y="108347"/>
                  <a:pt x="66675" y="106472"/>
                  <a:pt x="66675" y="104180"/>
                </a:cubicBezTo>
                <a:lnTo>
                  <a:pt x="66675" y="95845"/>
                </a:lnTo>
                <a:cubicBezTo>
                  <a:pt x="66675" y="93553"/>
                  <a:pt x="64800" y="91678"/>
                  <a:pt x="62508" y="91678"/>
                </a:cubicBezTo>
                <a:lnTo>
                  <a:pt x="54173" y="91678"/>
                </a:lnTo>
                <a:close/>
                <a:moveTo>
                  <a:pt x="83344" y="95845"/>
                </a:moveTo>
                <a:lnTo>
                  <a:pt x="83344" y="104180"/>
                </a:lnTo>
                <a:cubicBezTo>
                  <a:pt x="83344" y="106472"/>
                  <a:pt x="85219" y="108347"/>
                  <a:pt x="87511" y="108347"/>
                </a:cubicBezTo>
                <a:lnTo>
                  <a:pt x="95845" y="108347"/>
                </a:lnTo>
                <a:cubicBezTo>
                  <a:pt x="98137" y="108347"/>
                  <a:pt x="100013" y="106472"/>
                  <a:pt x="100013" y="104180"/>
                </a:cubicBezTo>
                <a:lnTo>
                  <a:pt x="100013" y="95845"/>
                </a:lnTo>
                <a:cubicBezTo>
                  <a:pt x="100013" y="93553"/>
                  <a:pt x="98137" y="91678"/>
                  <a:pt x="95845" y="91678"/>
                </a:cubicBezTo>
                <a:lnTo>
                  <a:pt x="87511" y="91678"/>
                </a:lnTo>
                <a:cubicBezTo>
                  <a:pt x="85219" y="91678"/>
                  <a:pt x="83344" y="93553"/>
                  <a:pt x="83344" y="95845"/>
                </a:cubicBezTo>
                <a:close/>
              </a:path>
            </a:pathLst>
          </a:custGeom>
          <a:solidFill>
            <a:srgbClr val="94A3B8"/>
          </a:solidFill>
          <a:ln/>
        </p:spPr>
      </p:sp>
      <p:sp>
        <p:nvSpPr>
          <p:cNvPr id="36" name="Text 33"/>
          <p:cNvSpPr/>
          <p:nvPr/>
        </p:nvSpPr>
        <p:spPr>
          <a:xfrm>
            <a:off x="623888" y="6286500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 de Abril, 2026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10058533" y="63150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94A3B8"/>
          </a:solidFill>
          <a:ln/>
        </p:spPr>
      </p:sp>
      <p:sp>
        <p:nvSpPr>
          <p:cNvPr id="38" name="Text 35"/>
          <p:cNvSpPr/>
          <p:nvPr/>
        </p:nvSpPr>
        <p:spPr>
          <a:xfrm>
            <a:off x="10282370" y="6286500"/>
            <a:ext cx="1590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Duración: 25-30 minutos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2625" y="387887"/>
            <a:ext cx="35262" cy="282100"/>
          </a:xfrm>
          <a:custGeom>
            <a:avLst/>
            <a:gdLst/>
            <a:ahLst/>
            <a:cxnLst/>
            <a:rect l="l" t="t" r="r" b="b"/>
            <a:pathLst>
              <a:path w="35262" h="282100">
                <a:moveTo>
                  <a:pt x="17631" y="0"/>
                </a:moveTo>
                <a:lnTo>
                  <a:pt x="17631" y="0"/>
                </a:lnTo>
                <a:cubicBezTo>
                  <a:pt x="27362" y="0"/>
                  <a:pt x="35262" y="7900"/>
                  <a:pt x="35262" y="17631"/>
                </a:cubicBezTo>
                <a:lnTo>
                  <a:pt x="35262" y="264469"/>
                </a:lnTo>
                <a:cubicBezTo>
                  <a:pt x="35262" y="274206"/>
                  <a:pt x="27369" y="282100"/>
                  <a:pt x="17631" y="282100"/>
                </a:cubicBezTo>
                <a:lnTo>
                  <a:pt x="17631" y="282100"/>
                </a:lnTo>
                <a:cubicBezTo>
                  <a:pt x="7894" y="282100"/>
                  <a:pt x="0" y="274206"/>
                  <a:pt x="0" y="264469"/>
                </a:cubicBezTo>
                <a:lnTo>
                  <a:pt x="0" y="17631"/>
                </a:lnTo>
                <a:cubicBezTo>
                  <a:pt x="0" y="7900"/>
                  <a:pt x="7900" y="0"/>
                  <a:pt x="17631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/>
              </a:gs>
              <a:gs pos="0">
                <a:srgbClr val="FFFFFF"/>
              </a:gs>
              <a:gs pos="100000">
                <a:srgbClr val="10B981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493675" y="352625"/>
            <a:ext cx="3693744" cy="352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99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El Equipo de BookFlow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93675" y="775774"/>
            <a:ext cx="11416226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 desarrolladores trabajando en arquitectura de microservicios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6543" y="1167580"/>
            <a:ext cx="2758309" cy="2555550"/>
          </a:xfrm>
          <a:custGeom>
            <a:avLst/>
            <a:gdLst/>
            <a:ahLst/>
            <a:cxnLst/>
            <a:rect l="l" t="t" r="r" b="b"/>
            <a:pathLst>
              <a:path w="2758309" h="2555550">
                <a:moveTo>
                  <a:pt x="105800" y="0"/>
                </a:moveTo>
                <a:lnTo>
                  <a:pt x="2652509" y="0"/>
                </a:lnTo>
                <a:cubicBezTo>
                  <a:pt x="2710941" y="0"/>
                  <a:pt x="2758309" y="47368"/>
                  <a:pt x="2758309" y="105800"/>
                </a:cubicBezTo>
                <a:lnTo>
                  <a:pt x="2758309" y="2449750"/>
                </a:lnTo>
                <a:cubicBezTo>
                  <a:pt x="2758309" y="2508182"/>
                  <a:pt x="2710941" y="2555550"/>
                  <a:pt x="2652509" y="2555550"/>
                </a:cubicBezTo>
                <a:lnTo>
                  <a:pt x="105800" y="2555550"/>
                </a:lnTo>
                <a:cubicBezTo>
                  <a:pt x="47368" y="2555550"/>
                  <a:pt x="0" y="2508182"/>
                  <a:pt x="0" y="2449750"/>
                </a:cubicBezTo>
                <a:lnTo>
                  <a:pt x="0" y="105800"/>
                </a:lnTo>
                <a:cubicBezTo>
                  <a:pt x="0" y="47368"/>
                  <a:pt x="47368" y="0"/>
                  <a:pt x="105800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98745" y="1328220"/>
            <a:ext cx="674885" cy="674885"/>
          </a:xfrm>
          <a:custGeom>
            <a:avLst/>
            <a:gdLst/>
            <a:ahLst/>
            <a:cxnLst/>
            <a:rect l="l" t="t" r="r" b="b"/>
            <a:pathLst>
              <a:path w="674885" h="674885">
                <a:moveTo>
                  <a:pt x="337442" y="0"/>
                </a:moveTo>
                <a:lnTo>
                  <a:pt x="337442" y="0"/>
                </a:lnTo>
                <a:cubicBezTo>
                  <a:pt x="523682" y="0"/>
                  <a:pt x="674885" y="151203"/>
                  <a:pt x="674885" y="337442"/>
                </a:cubicBezTo>
                <a:lnTo>
                  <a:pt x="674885" y="337442"/>
                </a:lnTo>
                <a:cubicBezTo>
                  <a:pt x="674885" y="523682"/>
                  <a:pt x="523682" y="674885"/>
                  <a:pt x="337442" y="674885"/>
                </a:cubicBezTo>
                <a:lnTo>
                  <a:pt x="337442" y="674885"/>
                </a:lnTo>
                <a:cubicBezTo>
                  <a:pt x="151203" y="674885"/>
                  <a:pt x="0" y="523682"/>
                  <a:pt x="0" y="337442"/>
                </a:cubicBezTo>
                <a:lnTo>
                  <a:pt x="0" y="337442"/>
                </a:lnTo>
                <a:cubicBezTo>
                  <a:pt x="0" y="151203"/>
                  <a:pt x="151203" y="0"/>
                  <a:pt x="337442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/>
              </a:gs>
              <a:gs pos="100000">
                <a:srgbClr val="1E40AF"/>
              </a:gs>
            </a:gsLst>
            <a:lin ang="2700000" scaled="1"/>
          </a:gradFill>
          <a:ln w="45156">
            <a:solidFill>
              <a:srgbClr val="0F172A"/>
            </a:solidFill>
            <a:prstDash val="solid"/>
          </a:ln>
          <a:effectLst>
            <a:outerShdw sx="100000" sy="100000" kx="0" ky="0" algn="bl" rotWithShape="0" blurRad="132234" dist="88156" dir="5400000">
              <a:srgbClr val="000000">
                <a:alpha val="10196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35665" y="1541754"/>
            <a:ext cx="290915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46" y="2088322"/>
            <a:ext cx="1313527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[FOTO DEV 1]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88362" y="2299897"/>
            <a:ext cx="1295896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3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Nombre del desarrollador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1511" y="2546612"/>
            <a:ext cx="493675" cy="282100"/>
          </a:xfrm>
          <a:custGeom>
            <a:avLst/>
            <a:gdLst/>
            <a:ahLst/>
            <a:cxnLst/>
            <a:rect l="l" t="t" r="r" b="b"/>
            <a:pathLst>
              <a:path w="493675" h="282100">
                <a:moveTo>
                  <a:pt x="70525" y="0"/>
                </a:moveTo>
                <a:lnTo>
                  <a:pt x="423150" y="0"/>
                </a:lnTo>
                <a:cubicBezTo>
                  <a:pt x="462100" y="0"/>
                  <a:pt x="493675" y="31575"/>
                  <a:pt x="493675" y="70525"/>
                </a:cubicBezTo>
                <a:lnTo>
                  <a:pt x="493675" y="211575"/>
                </a:lnTo>
                <a:cubicBezTo>
                  <a:pt x="493675" y="250525"/>
                  <a:pt x="462100" y="282100"/>
                  <a:pt x="423150" y="282100"/>
                </a:cubicBezTo>
                <a:lnTo>
                  <a:pt x="70525" y="282100"/>
                </a:lnTo>
                <a:cubicBezTo>
                  <a:pt x="31575" y="282100"/>
                  <a:pt x="0" y="250525"/>
                  <a:pt x="0" y="211575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07298" y="2628891"/>
            <a:ext cx="335728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3" b="1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DEV 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1511" y="2899236"/>
            <a:ext cx="2538898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Auth Service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1511" y="3146074"/>
            <a:ext cx="2521267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3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Autenticación JWT con roles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1511" y="3361444"/>
            <a:ext cx="2468373" cy="7836"/>
          </a:xfrm>
          <a:custGeom>
            <a:avLst/>
            <a:gdLst/>
            <a:ahLst/>
            <a:cxnLst/>
            <a:rect l="l" t="t" r="r" b="b"/>
            <a:pathLst>
              <a:path w="2468373" h="7836">
                <a:moveTo>
                  <a:pt x="0" y="0"/>
                </a:moveTo>
                <a:lnTo>
                  <a:pt x="2468373" y="0"/>
                </a:lnTo>
                <a:lnTo>
                  <a:pt x="2468373" y="7836"/>
                </a:lnTo>
                <a:lnTo>
                  <a:pt x="0" y="7836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15" name="Shape 13"/>
          <p:cNvSpPr/>
          <p:nvPr/>
        </p:nvSpPr>
        <p:spPr>
          <a:xfrm>
            <a:off x="526856" y="3444580"/>
            <a:ext cx="107991" cy="123419"/>
          </a:xfrm>
          <a:custGeom>
            <a:avLst/>
            <a:gdLst/>
            <a:ahLst/>
            <a:cxnLst/>
            <a:rect l="l" t="t" r="r" b="b"/>
            <a:pathLst>
              <a:path w="107991" h="123419">
                <a:moveTo>
                  <a:pt x="106015" y="48331"/>
                </a:moveTo>
                <a:cubicBezTo>
                  <a:pt x="104159" y="40882"/>
                  <a:pt x="100639" y="35266"/>
                  <a:pt x="93143" y="35266"/>
                </a:cubicBezTo>
                <a:lnTo>
                  <a:pt x="83476" y="35266"/>
                </a:lnTo>
                <a:lnTo>
                  <a:pt x="83476" y="46692"/>
                </a:lnTo>
                <a:cubicBezTo>
                  <a:pt x="83476" y="55563"/>
                  <a:pt x="75956" y="63035"/>
                  <a:pt x="67374" y="63035"/>
                </a:cubicBezTo>
                <a:lnTo>
                  <a:pt x="41630" y="63035"/>
                </a:lnTo>
                <a:cubicBezTo>
                  <a:pt x="34591" y="63035"/>
                  <a:pt x="28758" y="69061"/>
                  <a:pt x="28758" y="76124"/>
                </a:cubicBezTo>
                <a:lnTo>
                  <a:pt x="28758" y="100663"/>
                </a:lnTo>
                <a:cubicBezTo>
                  <a:pt x="28758" y="107654"/>
                  <a:pt x="34832" y="111752"/>
                  <a:pt x="41630" y="113752"/>
                </a:cubicBezTo>
                <a:cubicBezTo>
                  <a:pt x="49777" y="116139"/>
                  <a:pt x="57611" y="116573"/>
                  <a:pt x="67374" y="113752"/>
                </a:cubicBezTo>
                <a:cubicBezTo>
                  <a:pt x="73858" y="111872"/>
                  <a:pt x="80246" y="108088"/>
                  <a:pt x="80246" y="100663"/>
                </a:cubicBezTo>
                <a:lnTo>
                  <a:pt x="80246" y="90853"/>
                </a:lnTo>
                <a:lnTo>
                  <a:pt x="54526" y="90853"/>
                </a:lnTo>
                <a:lnTo>
                  <a:pt x="54526" y="87574"/>
                </a:lnTo>
                <a:lnTo>
                  <a:pt x="93143" y="87574"/>
                </a:lnTo>
                <a:cubicBezTo>
                  <a:pt x="100639" y="87574"/>
                  <a:pt x="103411" y="82343"/>
                  <a:pt x="106015" y="74509"/>
                </a:cubicBezTo>
                <a:cubicBezTo>
                  <a:pt x="108714" y="66434"/>
                  <a:pt x="108594" y="58672"/>
                  <a:pt x="106015" y="48331"/>
                </a:cubicBezTo>
                <a:close/>
                <a:moveTo>
                  <a:pt x="68989" y="107196"/>
                </a:moveTo>
                <a:cubicBezTo>
                  <a:pt x="67154" y="107325"/>
                  <a:pt x="65401" y="106419"/>
                  <a:pt x="64445" y="104848"/>
                </a:cubicBezTo>
                <a:cubicBezTo>
                  <a:pt x="63488" y="103277"/>
                  <a:pt x="63488" y="101304"/>
                  <a:pt x="64445" y="99733"/>
                </a:cubicBezTo>
                <a:cubicBezTo>
                  <a:pt x="65401" y="98162"/>
                  <a:pt x="67154" y="97256"/>
                  <a:pt x="68989" y="97385"/>
                </a:cubicBezTo>
                <a:cubicBezTo>
                  <a:pt x="70824" y="97256"/>
                  <a:pt x="72577" y="98162"/>
                  <a:pt x="73533" y="99733"/>
                </a:cubicBezTo>
                <a:cubicBezTo>
                  <a:pt x="74490" y="101304"/>
                  <a:pt x="74490" y="103277"/>
                  <a:pt x="73533" y="104848"/>
                </a:cubicBezTo>
                <a:cubicBezTo>
                  <a:pt x="72577" y="106419"/>
                  <a:pt x="70824" y="107325"/>
                  <a:pt x="68989" y="107196"/>
                </a:cubicBezTo>
                <a:close/>
                <a:moveTo>
                  <a:pt x="40449" y="59805"/>
                </a:moveTo>
                <a:lnTo>
                  <a:pt x="66193" y="59805"/>
                </a:lnTo>
                <a:cubicBezTo>
                  <a:pt x="73352" y="59805"/>
                  <a:pt x="79065" y="53899"/>
                  <a:pt x="79065" y="46716"/>
                </a:cubicBezTo>
                <a:lnTo>
                  <a:pt x="79065" y="22153"/>
                </a:lnTo>
                <a:cubicBezTo>
                  <a:pt x="79065" y="15162"/>
                  <a:pt x="73183" y="9931"/>
                  <a:pt x="66193" y="8750"/>
                </a:cubicBezTo>
                <a:cubicBezTo>
                  <a:pt x="57563" y="7328"/>
                  <a:pt x="48186" y="7400"/>
                  <a:pt x="40449" y="8774"/>
                </a:cubicBezTo>
                <a:cubicBezTo>
                  <a:pt x="29553" y="10703"/>
                  <a:pt x="27576" y="14728"/>
                  <a:pt x="27576" y="22177"/>
                </a:cubicBezTo>
                <a:lnTo>
                  <a:pt x="27576" y="31988"/>
                </a:lnTo>
                <a:lnTo>
                  <a:pt x="53345" y="31988"/>
                </a:lnTo>
                <a:lnTo>
                  <a:pt x="53345" y="35266"/>
                </a:lnTo>
                <a:lnTo>
                  <a:pt x="17910" y="35266"/>
                </a:lnTo>
                <a:cubicBezTo>
                  <a:pt x="10413" y="35266"/>
                  <a:pt x="3857" y="39774"/>
                  <a:pt x="1808" y="48331"/>
                </a:cubicBezTo>
                <a:cubicBezTo>
                  <a:pt x="-554" y="58142"/>
                  <a:pt x="-651" y="64264"/>
                  <a:pt x="1808" y="74509"/>
                </a:cubicBezTo>
                <a:cubicBezTo>
                  <a:pt x="3640" y="82126"/>
                  <a:pt x="8003" y="87574"/>
                  <a:pt x="15500" y="87574"/>
                </a:cubicBezTo>
                <a:lnTo>
                  <a:pt x="24346" y="87574"/>
                </a:lnTo>
                <a:lnTo>
                  <a:pt x="24346" y="75811"/>
                </a:lnTo>
                <a:cubicBezTo>
                  <a:pt x="24346" y="67302"/>
                  <a:pt x="31698" y="59805"/>
                  <a:pt x="40449" y="59805"/>
                </a:cubicBezTo>
                <a:close/>
                <a:moveTo>
                  <a:pt x="38858" y="15596"/>
                </a:moveTo>
                <a:cubicBezTo>
                  <a:pt x="41572" y="15596"/>
                  <a:pt x="43775" y="17800"/>
                  <a:pt x="43775" y="20514"/>
                </a:cubicBezTo>
                <a:cubicBezTo>
                  <a:pt x="43775" y="23228"/>
                  <a:pt x="41572" y="25431"/>
                  <a:pt x="38858" y="25431"/>
                </a:cubicBezTo>
                <a:cubicBezTo>
                  <a:pt x="36144" y="25431"/>
                  <a:pt x="33940" y="23228"/>
                  <a:pt x="33940" y="20514"/>
                </a:cubicBezTo>
                <a:cubicBezTo>
                  <a:pt x="33940" y="17800"/>
                  <a:pt x="36144" y="15596"/>
                  <a:pt x="38858" y="15596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726309" y="3435887"/>
            <a:ext cx="414334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3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FastAPI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63738" y="1167580"/>
            <a:ext cx="2758309" cy="2555550"/>
          </a:xfrm>
          <a:custGeom>
            <a:avLst/>
            <a:gdLst/>
            <a:ahLst/>
            <a:cxnLst/>
            <a:rect l="l" t="t" r="r" b="b"/>
            <a:pathLst>
              <a:path w="2758309" h="2555550">
                <a:moveTo>
                  <a:pt x="105800" y="0"/>
                </a:moveTo>
                <a:lnTo>
                  <a:pt x="2652509" y="0"/>
                </a:lnTo>
                <a:cubicBezTo>
                  <a:pt x="2710941" y="0"/>
                  <a:pt x="2758309" y="47368"/>
                  <a:pt x="2758309" y="105800"/>
                </a:cubicBezTo>
                <a:lnTo>
                  <a:pt x="2758309" y="2449750"/>
                </a:lnTo>
                <a:cubicBezTo>
                  <a:pt x="2758309" y="2508182"/>
                  <a:pt x="2710941" y="2555550"/>
                  <a:pt x="2652509" y="2555550"/>
                </a:cubicBezTo>
                <a:lnTo>
                  <a:pt x="105800" y="2555550"/>
                </a:lnTo>
                <a:cubicBezTo>
                  <a:pt x="47368" y="2555550"/>
                  <a:pt x="0" y="2508182"/>
                  <a:pt x="0" y="2449750"/>
                </a:cubicBezTo>
                <a:lnTo>
                  <a:pt x="0" y="105800"/>
                </a:lnTo>
                <a:cubicBezTo>
                  <a:pt x="0" y="47368"/>
                  <a:pt x="47368" y="0"/>
                  <a:pt x="105800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05940" y="1328220"/>
            <a:ext cx="674885" cy="674885"/>
          </a:xfrm>
          <a:custGeom>
            <a:avLst/>
            <a:gdLst/>
            <a:ahLst/>
            <a:cxnLst/>
            <a:rect l="l" t="t" r="r" b="b"/>
            <a:pathLst>
              <a:path w="674885" h="674885">
                <a:moveTo>
                  <a:pt x="337442" y="0"/>
                </a:moveTo>
                <a:lnTo>
                  <a:pt x="337442" y="0"/>
                </a:lnTo>
                <a:cubicBezTo>
                  <a:pt x="523682" y="0"/>
                  <a:pt x="674885" y="151203"/>
                  <a:pt x="674885" y="337442"/>
                </a:cubicBezTo>
                <a:lnTo>
                  <a:pt x="674885" y="337442"/>
                </a:lnTo>
                <a:cubicBezTo>
                  <a:pt x="674885" y="523682"/>
                  <a:pt x="523682" y="674885"/>
                  <a:pt x="337442" y="674885"/>
                </a:cubicBezTo>
                <a:lnTo>
                  <a:pt x="337442" y="674885"/>
                </a:lnTo>
                <a:cubicBezTo>
                  <a:pt x="151203" y="674885"/>
                  <a:pt x="0" y="523682"/>
                  <a:pt x="0" y="337442"/>
                </a:cubicBezTo>
                <a:lnTo>
                  <a:pt x="0" y="337442"/>
                </a:lnTo>
                <a:cubicBezTo>
                  <a:pt x="0" y="151203"/>
                  <a:pt x="151203" y="0"/>
                  <a:pt x="337442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/>
              </a:gs>
              <a:gs pos="100000">
                <a:srgbClr val="059669"/>
              </a:gs>
            </a:gsLst>
            <a:lin ang="2700000" scaled="1"/>
          </a:gradFill>
          <a:ln w="45156">
            <a:solidFill>
              <a:srgbClr val="0F172A"/>
            </a:solidFill>
            <a:prstDash val="solid"/>
          </a:ln>
          <a:effectLst>
            <a:outerShdw sx="100000" sy="100000" kx="0" ky="0" algn="bl" rotWithShape="0" blurRad="132234" dist="88156" dir="5400000">
              <a:srgbClr val="000000">
                <a:alpha val="10196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27922" y="1541754"/>
            <a:ext cx="317362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986741" y="2088322"/>
            <a:ext cx="1313527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[FOTO DEV 2]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995557" y="2299897"/>
            <a:ext cx="1295896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3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Nombre del desarrollador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408706" y="2546612"/>
            <a:ext cx="511306" cy="282100"/>
          </a:xfrm>
          <a:custGeom>
            <a:avLst/>
            <a:gdLst/>
            <a:ahLst/>
            <a:cxnLst/>
            <a:rect l="l" t="t" r="r" b="b"/>
            <a:pathLst>
              <a:path w="511306" h="282100">
                <a:moveTo>
                  <a:pt x="70525" y="0"/>
                </a:moveTo>
                <a:lnTo>
                  <a:pt x="440781" y="0"/>
                </a:lnTo>
                <a:cubicBezTo>
                  <a:pt x="479731" y="0"/>
                  <a:pt x="511306" y="31575"/>
                  <a:pt x="511306" y="70525"/>
                </a:cubicBezTo>
                <a:lnTo>
                  <a:pt x="511306" y="211575"/>
                </a:lnTo>
                <a:cubicBezTo>
                  <a:pt x="511306" y="250525"/>
                  <a:pt x="479731" y="282100"/>
                  <a:pt x="440781" y="282100"/>
                </a:cubicBezTo>
                <a:lnTo>
                  <a:pt x="70525" y="282100"/>
                </a:lnTo>
                <a:cubicBezTo>
                  <a:pt x="31575" y="282100"/>
                  <a:pt x="0" y="250525"/>
                  <a:pt x="0" y="211575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514493" y="2628891"/>
            <a:ext cx="353604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3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DEV 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408706" y="2899236"/>
            <a:ext cx="2538898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Inventory Service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408706" y="3146074"/>
            <a:ext cx="2521267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3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Carga masiva con trazabilidad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408706" y="3361444"/>
            <a:ext cx="2468373" cy="7836"/>
          </a:xfrm>
          <a:custGeom>
            <a:avLst/>
            <a:gdLst/>
            <a:ahLst/>
            <a:cxnLst/>
            <a:rect l="l" t="t" r="r" b="b"/>
            <a:pathLst>
              <a:path w="2468373" h="7836">
                <a:moveTo>
                  <a:pt x="0" y="0"/>
                </a:moveTo>
                <a:lnTo>
                  <a:pt x="2468373" y="0"/>
                </a:lnTo>
                <a:lnTo>
                  <a:pt x="2468373" y="7836"/>
                </a:lnTo>
                <a:lnTo>
                  <a:pt x="0" y="7836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27" name="Shape 25"/>
          <p:cNvSpPr/>
          <p:nvPr/>
        </p:nvSpPr>
        <p:spPr>
          <a:xfrm>
            <a:off x="3434051" y="3444580"/>
            <a:ext cx="107991" cy="123419"/>
          </a:xfrm>
          <a:custGeom>
            <a:avLst/>
            <a:gdLst/>
            <a:ahLst/>
            <a:cxnLst/>
            <a:rect l="l" t="t" r="r" b="b"/>
            <a:pathLst>
              <a:path w="107991" h="123419">
                <a:moveTo>
                  <a:pt x="106015" y="48331"/>
                </a:moveTo>
                <a:cubicBezTo>
                  <a:pt x="104159" y="40882"/>
                  <a:pt x="100639" y="35266"/>
                  <a:pt x="93143" y="35266"/>
                </a:cubicBezTo>
                <a:lnTo>
                  <a:pt x="83476" y="35266"/>
                </a:lnTo>
                <a:lnTo>
                  <a:pt x="83476" y="46692"/>
                </a:lnTo>
                <a:cubicBezTo>
                  <a:pt x="83476" y="55563"/>
                  <a:pt x="75956" y="63035"/>
                  <a:pt x="67374" y="63035"/>
                </a:cubicBezTo>
                <a:lnTo>
                  <a:pt x="41630" y="63035"/>
                </a:lnTo>
                <a:cubicBezTo>
                  <a:pt x="34591" y="63035"/>
                  <a:pt x="28758" y="69061"/>
                  <a:pt x="28758" y="76124"/>
                </a:cubicBezTo>
                <a:lnTo>
                  <a:pt x="28758" y="100663"/>
                </a:lnTo>
                <a:cubicBezTo>
                  <a:pt x="28758" y="107654"/>
                  <a:pt x="34832" y="111752"/>
                  <a:pt x="41630" y="113752"/>
                </a:cubicBezTo>
                <a:cubicBezTo>
                  <a:pt x="49777" y="116139"/>
                  <a:pt x="57611" y="116573"/>
                  <a:pt x="67374" y="113752"/>
                </a:cubicBezTo>
                <a:cubicBezTo>
                  <a:pt x="73858" y="111872"/>
                  <a:pt x="80246" y="108088"/>
                  <a:pt x="80246" y="100663"/>
                </a:cubicBezTo>
                <a:lnTo>
                  <a:pt x="80246" y="90853"/>
                </a:lnTo>
                <a:lnTo>
                  <a:pt x="54526" y="90853"/>
                </a:lnTo>
                <a:lnTo>
                  <a:pt x="54526" y="87574"/>
                </a:lnTo>
                <a:lnTo>
                  <a:pt x="93143" y="87574"/>
                </a:lnTo>
                <a:cubicBezTo>
                  <a:pt x="100639" y="87574"/>
                  <a:pt x="103411" y="82343"/>
                  <a:pt x="106015" y="74509"/>
                </a:cubicBezTo>
                <a:cubicBezTo>
                  <a:pt x="108714" y="66434"/>
                  <a:pt x="108594" y="58672"/>
                  <a:pt x="106015" y="48331"/>
                </a:cubicBezTo>
                <a:close/>
                <a:moveTo>
                  <a:pt x="68989" y="107196"/>
                </a:moveTo>
                <a:cubicBezTo>
                  <a:pt x="67154" y="107325"/>
                  <a:pt x="65401" y="106419"/>
                  <a:pt x="64445" y="104848"/>
                </a:cubicBezTo>
                <a:cubicBezTo>
                  <a:pt x="63488" y="103277"/>
                  <a:pt x="63488" y="101304"/>
                  <a:pt x="64445" y="99733"/>
                </a:cubicBezTo>
                <a:cubicBezTo>
                  <a:pt x="65401" y="98162"/>
                  <a:pt x="67154" y="97256"/>
                  <a:pt x="68989" y="97385"/>
                </a:cubicBezTo>
                <a:cubicBezTo>
                  <a:pt x="70824" y="97256"/>
                  <a:pt x="72577" y="98162"/>
                  <a:pt x="73533" y="99733"/>
                </a:cubicBezTo>
                <a:cubicBezTo>
                  <a:pt x="74490" y="101304"/>
                  <a:pt x="74490" y="103277"/>
                  <a:pt x="73533" y="104848"/>
                </a:cubicBezTo>
                <a:cubicBezTo>
                  <a:pt x="72577" y="106419"/>
                  <a:pt x="70824" y="107325"/>
                  <a:pt x="68989" y="107196"/>
                </a:cubicBezTo>
                <a:close/>
                <a:moveTo>
                  <a:pt x="40449" y="59805"/>
                </a:moveTo>
                <a:lnTo>
                  <a:pt x="66193" y="59805"/>
                </a:lnTo>
                <a:cubicBezTo>
                  <a:pt x="73352" y="59805"/>
                  <a:pt x="79065" y="53899"/>
                  <a:pt x="79065" y="46716"/>
                </a:cubicBezTo>
                <a:lnTo>
                  <a:pt x="79065" y="22153"/>
                </a:lnTo>
                <a:cubicBezTo>
                  <a:pt x="79065" y="15162"/>
                  <a:pt x="73183" y="9931"/>
                  <a:pt x="66193" y="8750"/>
                </a:cubicBezTo>
                <a:cubicBezTo>
                  <a:pt x="57563" y="7328"/>
                  <a:pt x="48186" y="7400"/>
                  <a:pt x="40449" y="8774"/>
                </a:cubicBezTo>
                <a:cubicBezTo>
                  <a:pt x="29553" y="10703"/>
                  <a:pt x="27576" y="14728"/>
                  <a:pt x="27576" y="22177"/>
                </a:cubicBezTo>
                <a:lnTo>
                  <a:pt x="27576" y="31988"/>
                </a:lnTo>
                <a:lnTo>
                  <a:pt x="53345" y="31988"/>
                </a:lnTo>
                <a:lnTo>
                  <a:pt x="53345" y="35266"/>
                </a:lnTo>
                <a:lnTo>
                  <a:pt x="17910" y="35266"/>
                </a:lnTo>
                <a:cubicBezTo>
                  <a:pt x="10413" y="35266"/>
                  <a:pt x="3857" y="39774"/>
                  <a:pt x="1808" y="48331"/>
                </a:cubicBezTo>
                <a:cubicBezTo>
                  <a:pt x="-554" y="58142"/>
                  <a:pt x="-651" y="64264"/>
                  <a:pt x="1808" y="74509"/>
                </a:cubicBezTo>
                <a:cubicBezTo>
                  <a:pt x="3640" y="82126"/>
                  <a:pt x="8003" y="87574"/>
                  <a:pt x="15500" y="87574"/>
                </a:cubicBezTo>
                <a:lnTo>
                  <a:pt x="24346" y="87574"/>
                </a:lnTo>
                <a:lnTo>
                  <a:pt x="24346" y="75811"/>
                </a:lnTo>
                <a:cubicBezTo>
                  <a:pt x="24346" y="67302"/>
                  <a:pt x="31698" y="59805"/>
                  <a:pt x="40449" y="59805"/>
                </a:cubicBezTo>
                <a:close/>
                <a:moveTo>
                  <a:pt x="38858" y="15596"/>
                </a:moveTo>
                <a:cubicBezTo>
                  <a:pt x="41572" y="15596"/>
                  <a:pt x="43775" y="17800"/>
                  <a:pt x="43775" y="20514"/>
                </a:cubicBezTo>
                <a:cubicBezTo>
                  <a:pt x="43775" y="23228"/>
                  <a:pt x="41572" y="25431"/>
                  <a:pt x="38858" y="25431"/>
                </a:cubicBezTo>
                <a:cubicBezTo>
                  <a:pt x="36144" y="25431"/>
                  <a:pt x="33940" y="23228"/>
                  <a:pt x="33940" y="20514"/>
                </a:cubicBezTo>
                <a:cubicBezTo>
                  <a:pt x="33940" y="17800"/>
                  <a:pt x="36144" y="15596"/>
                  <a:pt x="38858" y="15596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3633504" y="3435887"/>
            <a:ext cx="414334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3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FastAPI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70933" y="1167580"/>
            <a:ext cx="2758309" cy="2555550"/>
          </a:xfrm>
          <a:custGeom>
            <a:avLst/>
            <a:gdLst/>
            <a:ahLst/>
            <a:cxnLst/>
            <a:rect l="l" t="t" r="r" b="b"/>
            <a:pathLst>
              <a:path w="2758309" h="2555550">
                <a:moveTo>
                  <a:pt x="105800" y="0"/>
                </a:moveTo>
                <a:lnTo>
                  <a:pt x="2652509" y="0"/>
                </a:lnTo>
                <a:cubicBezTo>
                  <a:pt x="2710941" y="0"/>
                  <a:pt x="2758309" y="47368"/>
                  <a:pt x="2758309" y="105800"/>
                </a:cubicBezTo>
                <a:lnTo>
                  <a:pt x="2758309" y="2449750"/>
                </a:lnTo>
                <a:cubicBezTo>
                  <a:pt x="2758309" y="2508182"/>
                  <a:pt x="2710941" y="2555550"/>
                  <a:pt x="2652509" y="2555550"/>
                </a:cubicBezTo>
                <a:lnTo>
                  <a:pt x="105800" y="2555550"/>
                </a:lnTo>
                <a:cubicBezTo>
                  <a:pt x="47368" y="2555550"/>
                  <a:pt x="0" y="2508182"/>
                  <a:pt x="0" y="2449750"/>
                </a:cubicBezTo>
                <a:lnTo>
                  <a:pt x="0" y="105800"/>
                </a:lnTo>
                <a:cubicBezTo>
                  <a:pt x="0" y="47368"/>
                  <a:pt x="47368" y="0"/>
                  <a:pt x="105800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13135" y="1328220"/>
            <a:ext cx="674885" cy="674885"/>
          </a:xfrm>
          <a:custGeom>
            <a:avLst/>
            <a:gdLst/>
            <a:ahLst/>
            <a:cxnLst/>
            <a:rect l="l" t="t" r="r" b="b"/>
            <a:pathLst>
              <a:path w="674885" h="674885">
                <a:moveTo>
                  <a:pt x="337442" y="0"/>
                </a:moveTo>
                <a:lnTo>
                  <a:pt x="337442" y="0"/>
                </a:lnTo>
                <a:cubicBezTo>
                  <a:pt x="523682" y="0"/>
                  <a:pt x="674885" y="151203"/>
                  <a:pt x="674885" y="337442"/>
                </a:cubicBezTo>
                <a:lnTo>
                  <a:pt x="674885" y="337442"/>
                </a:lnTo>
                <a:cubicBezTo>
                  <a:pt x="674885" y="523682"/>
                  <a:pt x="523682" y="674885"/>
                  <a:pt x="337442" y="674885"/>
                </a:cubicBezTo>
                <a:lnTo>
                  <a:pt x="337442" y="674885"/>
                </a:lnTo>
                <a:cubicBezTo>
                  <a:pt x="151203" y="674885"/>
                  <a:pt x="0" y="523682"/>
                  <a:pt x="0" y="337442"/>
                </a:cubicBezTo>
                <a:lnTo>
                  <a:pt x="0" y="337442"/>
                </a:lnTo>
                <a:cubicBezTo>
                  <a:pt x="0" y="151203"/>
                  <a:pt x="151203" y="0"/>
                  <a:pt x="337442" y="0"/>
                </a:cubicBezTo>
                <a:close/>
              </a:path>
            </a:pathLst>
          </a:custGeom>
          <a:gradFill rotWithShape="1" flip="none">
            <a:gsLst>
              <a:gs pos="0">
                <a:srgbClr val="8B5CF6"/>
              </a:gs>
              <a:gs pos="100000">
                <a:srgbClr val="7C3AED"/>
              </a:gs>
            </a:gsLst>
            <a:lin ang="2700000" scaled="1"/>
          </a:gradFill>
          <a:ln w="45156">
            <a:solidFill>
              <a:srgbClr val="0F172A"/>
            </a:solidFill>
            <a:prstDash val="solid"/>
          </a:ln>
          <a:effectLst>
            <a:outerShdw sx="100000" sy="100000" kx="0" ky="0" algn="bl" rotWithShape="0" blurRad="132234" dist="88156" dir="5400000">
              <a:srgbClr val="000000">
                <a:alpha val="10196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432913" y="1541754"/>
            <a:ext cx="326178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93936" y="2088322"/>
            <a:ext cx="1313527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[FOTO DEV 3]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02752" y="2299897"/>
            <a:ext cx="1295896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3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Nombre del desarrollador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15901" y="2546612"/>
            <a:ext cx="511306" cy="282100"/>
          </a:xfrm>
          <a:custGeom>
            <a:avLst/>
            <a:gdLst/>
            <a:ahLst/>
            <a:cxnLst/>
            <a:rect l="l" t="t" r="r" b="b"/>
            <a:pathLst>
              <a:path w="511306" h="282100">
                <a:moveTo>
                  <a:pt x="70525" y="0"/>
                </a:moveTo>
                <a:lnTo>
                  <a:pt x="440781" y="0"/>
                </a:lnTo>
                <a:cubicBezTo>
                  <a:pt x="479731" y="0"/>
                  <a:pt x="511306" y="31575"/>
                  <a:pt x="511306" y="70525"/>
                </a:cubicBezTo>
                <a:lnTo>
                  <a:pt x="511306" y="211575"/>
                </a:lnTo>
                <a:cubicBezTo>
                  <a:pt x="511306" y="250525"/>
                  <a:pt x="479731" y="282100"/>
                  <a:pt x="440781" y="282100"/>
                </a:cubicBezTo>
                <a:lnTo>
                  <a:pt x="70525" y="282100"/>
                </a:lnTo>
                <a:cubicBezTo>
                  <a:pt x="31575" y="282100"/>
                  <a:pt x="0" y="250525"/>
                  <a:pt x="0" y="211575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421688" y="2628891"/>
            <a:ext cx="356298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3" b="1" dirty="0">
                <a:solidFill>
                  <a:srgbClr val="8B5C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DEV 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15901" y="2899236"/>
            <a:ext cx="2538898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Catalog Service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15901" y="3146074"/>
            <a:ext cx="2521267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3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Gestión de libros y categorías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15901" y="3361444"/>
            <a:ext cx="2468373" cy="7836"/>
          </a:xfrm>
          <a:custGeom>
            <a:avLst/>
            <a:gdLst/>
            <a:ahLst/>
            <a:cxnLst/>
            <a:rect l="l" t="t" r="r" b="b"/>
            <a:pathLst>
              <a:path w="2468373" h="7836">
                <a:moveTo>
                  <a:pt x="0" y="0"/>
                </a:moveTo>
                <a:lnTo>
                  <a:pt x="2468373" y="0"/>
                </a:lnTo>
                <a:lnTo>
                  <a:pt x="2468373" y="7836"/>
                </a:lnTo>
                <a:lnTo>
                  <a:pt x="0" y="7836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39" name="Shape 37"/>
          <p:cNvSpPr/>
          <p:nvPr/>
        </p:nvSpPr>
        <p:spPr>
          <a:xfrm>
            <a:off x="6341246" y="3444580"/>
            <a:ext cx="107991" cy="123419"/>
          </a:xfrm>
          <a:custGeom>
            <a:avLst/>
            <a:gdLst/>
            <a:ahLst/>
            <a:cxnLst/>
            <a:rect l="l" t="t" r="r" b="b"/>
            <a:pathLst>
              <a:path w="107991" h="123419">
                <a:moveTo>
                  <a:pt x="106015" y="48331"/>
                </a:moveTo>
                <a:cubicBezTo>
                  <a:pt x="104159" y="40882"/>
                  <a:pt x="100639" y="35266"/>
                  <a:pt x="93143" y="35266"/>
                </a:cubicBezTo>
                <a:lnTo>
                  <a:pt x="83476" y="35266"/>
                </a:lnTo>
                <a:lnTo>
                  <a:pt x="83476" y="46692"/>
                </a:lnTo>
                <a:cubicBezTo>
                  <a:pt x="83476" y="55563"/>
                  <a:pt x="75956" y="63035"/>
                  <a:pt x="67374" y="63035"/>
                </a:cubicBezTo>
                <a:lnTo>
                  <a:pt x="41630" y="63035"/>
                </a:lnTo>
                <a:cubicBezTo>
                  <a:pt x="34591" y="63035"/>
                  <a:pt x="28758" y="69061"/>
                  <a:pt x="28758" y="76124"/>
                </a:cubicBezTo>
                <a:lnTo>
                  <a:pt x="28758" y="100663"/>
                </a:lnTo>
                <a:cubicBezTo>
                  <a:pt x="28758" y="107654"/>
                  <a:pt x="34832" y="111752"/>
                  <a:pt x="41630" y="113752"/>
                </a:cubicBezTo>
                <a:cubicBezTo>
                  <a:pt x="49777" y="116139"/>
                  <a:pt x="57611" y="116573"/>
                  <a:pt x="67374" y="113752"/>
                </a:cubicBezTo>
                <a:cubicBezTo>
                  <a:pt x="73858" y="111872"/>
                  <a:pt x="80246" y="108088"/>
                  <a:pt x="80246" y="100663"/>
                </a:cubicBezTo>
                <a:lnTo>
                  <a:pt x="80246" y="90853"/>
                </a:lnTo>
                <a:lnTo>
                  <a:pt x="54526" y="90853"/>
                </a:lnTo>
                <a:lnTo>
                  <a:pt x="54526" y="87574"/>
                </a:lnTo>
                <a:lnTo>
                  <a:pt x="93143" y="87574"/>
                </a:lnTo>
                <a:cubicBezTo>
                  <a:pt x="100639" y="87574"/>
                  <a:pt x="103411" y="82343"/>
                  <a:pt x="106015" y="74509"/>
                </a:cubicBezTo>
                <a:cubicBezTo>
                  <a:pt x="108714" y="66434"/>
                  <a:pt x="108594" y="58672"/>
                  <a:pt x="106015" y="48331"/>
                </a:cubicBezTo>
                <a:close/>
                <a:moveTo>
                  <a:pt x="68989" y="107196"/>
                </a:moveTo>
                <a:cubicBezTo>
                  <a:pt x="67154" y="107325"/>
                  <a:pt x="65401" y="106419"/>
                  <a:pt x="64445" y="104848"/>
                </a:cubicBezTo>
                <a:cubicBezTo>
                  <a:pt x="63488" y="103277"/>
                  <a:pt x="63488" y="101304"/>
                  <a:pt x="64445" y="99733"/>
                </a:cubicBezTo>
                <a:cubicBezTo>
                  <a:pt x="65401" y="98162"/>
                  <a:pt x="67154" y="97256"/>
                  <a:pt x="68989" y="97385"/>
                </a:cubicBezTo>
                <a:cubicBezTo>
                  <a:pt x="70824" y="97256"/>
                  <a:pt x="72577" y="98162"/>
                  <a:pt x="73533" y="99733"/>
                </a:cubicBezTo>
                <a:cubicBezTo>
                  <a:pt x="74490" y="101304"/>
                  <a:pt x="74490" y="103277"/>
                  <a:pt x="73533" y="104848"/>
                </a:cubicBezTo>
                <a:cubicBezTo>
                  <a:pt x="72577" y="106419"/>
                  <a:pt x="70824" y="107325"/>
                  <a:pt x="68989" y="107196"/>
                </a:cubicBezTo>
                <a:close/>
                <a:moveTo>
                  <a:pt x="40449" y="59805"/>
                </a:moveTo>
                <a:lnTo>
                  <a:pt x="66193" y="59805"/>
                </a:lnTo>
                <a:cubicBezTo>
                  <a:pt x="73352" y="59805"/>
                  <a:pt x="79065" y="53899"/>
                  <a:pt x="79065" y="46716"/>
                </a:cubicBezTo>
                <a:lnTo>
                  <a:pt x="79065" y="22153"/>
                </a:lnTo>
                <a:cubicBezTo>
                  <a:pt x="79065" y="15162"/>
                  <a:pt x="73183" y="9931"/>
                  <a:pt x="66193" y="8750"/>
                </a:cubicBezTo>
                <a:cubicBezTo>
                  <a:pt x="57563" y="7328"/>
                  <a:pt x="48186" y="7400"/>
                  <a:pt x="40449" y="8774"/>
                </a:cubicBezTo>
                <a:cubicBezTo>
                  <a:pt x="29553" y="10703"/>
                  <a:pt x="27576" y="14728"/>
                  <a:pt x="27576" y="22177"/>
                </a:cubicBezTo>
                <a:lnTo>
                  <a:pt x="27576" y="31988"/>
                </a:lnTo>
                <a:lnTo>
                  <a:pt x="53345" y="31988"/>
                </a:lnTo>
                <a:lnTo>
                  <a:pt x="53345" y="35266"/>
                </a:lnTo>
                <a:lnTo>
                  <a:pt x="17910" y="35266"/>
                </a:lnTo>
                <a:cubicBezTo>
                  <a:pt x="10413" y="35266"/>
                  <a:pt x="3857" y="39774"/>
                  <a:pt x="1808" y="48331"/>
                </a:cubicBezTo>
                <a:cubicBezTo>
                  <a:pt x="-554" y="58142"/>
                  <a:pt x="-651" y="64264"/>
                  <a:pt x="1808" y="74509"/>
                </a:cubicBezTo>
                <a:cubicBezTo>
                  <a:pt x="3640" y="82126"/>
                  <a:pt x="8003" y="87574"/>
                  <a:pt x="15500" y="87574"/>
                </a:cubicBezTo>
                <a:lnTo>
                  <a:pt x="24346" y="87574"/>
                </a:lnTo>
                <a:lnTo>
                  <a:pt x="24346" y="75811"/>
                </a:lnTo>
                <a:cubicBezTo>
                  <a:pt x="24346" y="67302"/>
                  <a:pt x="31698" y="59805"/>
                  <a:pt x="40449" y="59805"/>
                </a:cubicBezTo>
                <a:close/>
                <a:moveTo>
                  <a:pt x="38858" y="15596"/>
                </a:moveTo>
                <a:cubicBezTo>
                  <a:pt x="41572" y="15596"/>
                  <a:pt x="43775" y="17800"/>
                  <a:pt x="43775" y="20514"/>
                </a:cubicBezTo>
                <a:cubicBezTo>
                  <a:pt x="43775" y="23228"/>
                  <a:pt x="41572" y="25431"/>
                  <a:pt x="38858" y="25431"/>
                </a:cubicBezTo>
                <a:cubicBezTo>
                  <a:pt x="36144" y="25431"/>
                  <a:pt x="33940" y="23228"/>
                  <a:pt x="33940" y="20514"/>
                </a:cubicBezTo>
                <a:cubicBezTo>
                  <a:pt x="33940" y="17800"/>
                  <a:pt x="36144" y="15596"/>
                  <a:pt x="38858" y="15596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6540699" y="3435887"/>
            <a:ext cx="414334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3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FastAPI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078128" y="1167580"/>
            <a:ext cx="2758309" cy="2555550"/>
          </a:xfrm>
          <a:custGeom>
            <a:avLst/>
            <a:gdLst/>
            <a:ahLst/>
            <a:cxnLst/>
            <a:rect l="l" t="t" r="r" b="b"/>
            <a:pathLst>
              <a:path w="2758309" h="2555550">
                <a:moveTo>
                  <a:pt x="105800" y="0"/>
                </a:moveTo>
                <a:lnTo>
                  <a:pt x="2652509" y="0"/>
                </a:lnTo>
                <a:cubicBezTo>
                  <a:pt x="2710941" y="0"/>
                  <a:pt x="2758309" y="47368"/>
                  <a:pt x="2758309" y="105800"/>
                </a:cubicBezTo>
                <a:lnTo>
                  <a:pt x="2758309" y="2449750"/>
                </a:lnTo>
                <a:cubicBezTo>
                  <a:pt x="2758309" y="2508182"/>
                  <a:pt x="2710941" y="2555550"/>
                  <a:pt x="2652509" y="2555550"/>
                </a:cubicBezTo>
                <a:lnTo>
                  <a:pt x="105800" y="2555550"/>
                </a:lnTo>
                <a:cubicBezTo>
                  <a:pt x="47368" y="2555550"/>
                  <a:pt x="0" y="2508182"/>
                  <a:pt x="0" y="2449750"/>
                </a:cubicBezTo>
                <a:lnTo>
                  <a:pt x="0" y="105800"/>
                </a:lnTo>
                <a:cubicBezTo>
                  <a:pt x="0" y="47368"/>
                  <a:pt x="47368" y="0"/>
                  <a:pt x="105800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120330" y="1328220"/>
            <a:ext cx="674885" cy="674885"/>
          </a:xfrm>
          <a:custGeom>
            <a:avLst/>
            <a:gdLst/>
            <a:ahLst/>
            <a:cxnLst/>
            <a:rect l="l" t="t" r="r" b="b"/>
            <a:pathLst>
              <a:path w="674885" h="674885">
                <a:moveTo>
                  <a:pt x="337442" y="0"/>
                </a:moveTo>
                <a:lnTo>
                  <a:pt x="337442" y="0"/>
                </a:lnTo>
                <a:cubicBezTo>
                  <a:pt x="523682" y="0"/>
                  <a:pt x="674885" y="151203"/>
                  <a:pt x="674885" y="337442"/>
                </a:cubicBezTo>
                <a:lnTo>
                  <a:pt x="674885" y="337442"/>
                </a:lnTo>
                <a:cubicBezTo>
                  <a:pt x="674885" y="523682"/>
                  <a:pt x="523682" y="674885"/>
                  <a:pt x="337442" y="674885"/>
                </a:cubicBezTo>
                <a:lnTo>
                  <a:pt x="337442" y="674885"/>
                </a:lnTo>
                <a:cubicBezTo>
                  <a:pt x="151203" y="674885"/>
                  <a:pt x="0" y="523682"/>
                  <a:pt x="0" y="337442"/>
                </a:cubicBezTo>
                <a:lnTo>
                  <a:pt x="0" y="337442"/>
                </a:lnTo>
                <a:cubicBezTo>
                  <a:pt x="0" y="151203"/>
                  <a:pt x="151203" y="0"/>
                  <a:pt x="337442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/>
              </a:gs>
              <a:gs pos="100000">
                <a:srgbClr val="0891B2"/>
              </a:gs>
            </a:gsLst>
            <a:lin ang="2700000" scaled="1"/>
          </a:gradFill>
          <a:ln w="45156">
            <a:solidFill>
              <a:srgbClr val="0F172A"/>
            </a:solidFill>
            <a:prstDash val="solid"/>
          </a:ln>
          <a:effectLst>
            <a:outerShdw sx="100000" sy="100000" kx="0" ky="0" algn="bl" rotWithShape="0" blurRad="132234" dist="88156" dir="5400000">
              <a:srgbClr val="000000">
                <a:alpha val="10196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0340231" y="1541754"/>
            <a:ext cx="326178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D4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801131" y="2088322"/>
            <a:ext cx="1313527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[FOTO DEV 4]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809946" y="2299897"/>
            <a:ext cx="1295896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3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Nombre del desarrollador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223096" y="2546612"/>
            <a:ext cx="511306" cy="282100"/>
          </a:xfrm>
          <a:custGeom>
            <a:avLst/>
            <a:gdLst/>
            <a:ahLst/>
            <a:cxnLst/>
            <a:rect l="l" t="t" r="r" b="b"/>
            <a:pathLst>
              <a:path w="511306" h="282100">
                <a:moveTo>
                  <a:pt x="70525" y="0"/>
                </a:moveTo>
                <a:lnTo>
                  <a:pt x="440781" y="0"/>
                </a:lnTo>
                <a:cubicBezTo>
                  <a:pt x="479731" y="0"/>
                  <a:pt x="511306" y="31575"/>
                  <a:pt x="511306" y="70525"/>
                </a:cubicBezTo>
                <a:lnTo>
                  <a:pt x="511306" y="211575"/>
                </a:lnTo>
                <a:cubicBezTo>
                  <a:pt x="511306" y="250525"/>
                  <a:pt x="479731" y="282100"/>
                  <a:pt x="440781" y="282100"/>
                </a:cubicBezTo>
                <a:lnTo>
                  <a:pt x="70525" y="282100"/>
                </a:lnTo>
                <a:cubicBezTo>
                  <a:pt x="31575" y="282100"/>
                  <a:pt x="0" y="250525"/>
                  <a:pt x="0" y="211575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solidFill>
            <a:srgbClr val="06B6D4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9328884" y="2628891"/>
            <a:ext cx="356175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3" b="1" dirty="0">
                <a:solidFill>
                  <a:srgbClr val="06B6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DEV 4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223096" y="2899236"/>
            <a:ext cx="2538898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Frontend Admin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223096" y="3146074"/>
            <a:ext cx="2521267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3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Panel de administración React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223096" y="3361444"/>
            <a:ext cx="2468373" cy="7836"/>
          </a:xfrm>
          <a:custGeom>
            <a:avLst/>
            <a:gdLst/>
            <a:ahLst/>
            <a:cxnLst/>
            <a:rect l="l" t="t" r="r" b="b"/>
            <a:pathLst>
              <a:path w="2468373" h="7836">
                <a:moveTo>
                  <a:pt x="0" y="0"/>
                </a:moveTo>
                <a:lnTo>
                  <a:pt x="2468373" y="0"/>
                </a:lnTo>
                <a:lnTo>
                  <a:pt x="2468373" y="7836"/>
                </a:lnTo>
                <a:lnTo>
                  <a:pt x="0" y="7836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51" name="Shape 49"/>
          <p:cNvSpPr/>
          <p:nvPr/>
        </p:nvSpPr>
        <p:spPr>
          <a:xfrm>
            <a:off x="9240728" y="3444580"/>
            <a:ext cx="123419" cy="123419"/>
          </a:xfrm>
          <a:custGeom>
            <a:avLst/>
            <a:gdLst/>
            <a:ahLst/>
            <a:cxnLst/>
            <a:rect l="l" t="t" r="r" b="b"/>
            <a:pathLst>
              <a:path w="123419" h="123419">
                <a:moveTo>
                  <a:pt x="100808" y="42714"/>
                </a:moveTo>
                <a:cubicBezTo>
                  <a:pt x="99506" y="42281"/>
                  <a:pt x="98205" y="41871"/>
                  <a:pt x="96903" y="41485"/>
                </a:cubicBezTo>
                <a:cubicBezTo>
                  <a:pt x="97120" y="40593"/>
                  <a:pt x="97313" y="39701"/>
                  <a:pt x="97506" y="38809"/>
                </a:cubicBezTo>
                <a:cubicBezTo>
                  <a:pt x="100470" y="24443"/>
                  <a:pt x="98518" y="12896"/>
                  <a:pt x="91937" y="9088"/>
                </a:cubicBezTo>
                <a:cubicBezTo>
                  <a:pt x="85598" y="5448"/>
                  <a:pt x="75256" y="9232"/>
                  <a:pt x="64795" y="18344"/>
                </a:cubicBezTo>
                <a:cubicBezTo>
                  <a:pt x="63758" y="19236"/>
                  <a:pt x="62746" y="20176"/>
                  <a:pt x="61782" y="21116"/>
                </a:cubicBezTo>
                <a:cubicBezTo>
                  <a:pt x="61131" y="20489"/>
                  <a:pt x="60456" y="19863"/>
                  <a:pt x="59781" y="19260"/>
                </a:cubicBezTo>
                <a:cubicBezTo>
                  <a:pt x="48813" y="9522"/>
                  <a:pt x="37821" y="5424"/>
                  <a:pt x="31240" y="9256"/>
                </a:cubicBezTo>
                <a:cubicBezTo>
                  <a:pt x="24925" y="12920"/>
                  <a:pt x="23045" y="23792"/>
                  <a:pt x="25696" y="37387"/>
                </a:cubicBezTo>
                <a:cubicBezTo>
                  <a:pt x="25961" y="38737"/>
                  <a:pt x="26251" y="40063"/>
                  <a:pt x="26588" y="41413"/>
                </a:cubicBezTo>
                <a:cubicBezTo>
                  <a:pt x="25045" y="41847"/>
                  <a:pt x="23527" y="42329"/>
                  <a:pt x="22104" y="42835"/>
                </a:cubicBezTo>
                <a:cubicBezTo>
                  <a:pt x="9232" y="47294"/>
                  <a:pt x="0" y="54333"/>
                  <a:pt x="0" y="61613"/>
                </a:cubicBezTo>
                <a:cubicBezTo>
                  <a:pt x="0" y="69134"/>
                  <a:pt x="9835" y="76679"/>
                  <a:pt x="23213" y="81259"/>
                </a:cubicBezTo>
                <a:cubicBezTo>
                  <a:pt x="24298" y="81620"/>
                  <a:pt x="25383" y="81982"/>
                  <a:pt x="26492" y="82295"/>
                </a:cubicBezTo>
                <a:cubicBezTo>
                  <a:pt x="26130" y="83741"/>
                  <a:pt x="25817" y="85164"/>
                  <a:pt x="25527" y="86634"/>
                </a:cubicBezTo>
                <a:cubicBezTo>
                  <a:pt x="22996" y="100013"/>
                  <a:pt x="24973" y="110619"/>
                  <a:pt x="31289" y="114259"/>
                </a:cubicBezTo>
                <a:cubicBezTo>
                  <a:pt x="37797" y="118019"/>
                  <a:pt x="48741" y="114162"/>
                  <a:pt x="59395" y="104834"/>
                </a:cubicBezTo>
                <a:cubicBezTo>
                  <a:pt x="60239" y="104086"/>
                  <a:pt x="61083" y="103315"/>
                  <a:pt x="61926" y="102495"/>
                </a:cubicBezTo>
                <a:cubicBezTo>
                  <a:pt x="62987" y="103532"/>
                  <a:pt x="64096" y="104520"/>
                  <a:pt x="65205" y="105484"/>
                </a:cubicBezTo>
                <a:cubicBezTo>
                  <a:pt x="75522" y="114355"/>
                  <a:pt x="85718" y="117947"/>
                  <a:pt x="92010" y="114307"/>
                </a:cubicBezTo>
                <a:cubicBezTo>
                  <a:pt x="98518" y="110546"/>
                  <a:pt x="100639" y="99145"/>
                  <a:pt x="97891" y="85260"/>
                </a:cubicBezTo>
                <a:cubicBezTo>
                  <a:pt x="97674" y="84199"/>
                  <a:pt x="97433" y="83115"/>
                  <a:pt x="97168" y="82006"/>
                </a:cubicBezTo>
                <a:cubicBezTo>
                  <a:pt x="97939" y="81789"/>
                  <a:pt x="98687" y="81548"/>
                  <a:pt x="99434" y="81307"/>
                </a:cubicBezTo>
                <a:cubicBezTo>
                  <a:pt x="113343" y="76703"/>
                  <a:pt x="123419" y="69254"/>
                  <a:pt x="123419" y="61613"/>
                </a:cubicBezTo>
                <a:cubicBezTo>
                  <a:pt x="123419" y="54309"/>
                  <a:pt x="113921" y="47222"/>
                  <a:pt x="100808" y="42714"/>
                </a:cubicBezTo>
                <a:close/>
                <a:moveTo>
                  <a:pt x="68194" y="22249"/>
                </a:moveTo>
                <a:cubicBezTo>
                  <a:pt x="77161" y="14439"/>
                  <a:pt x="85525" y="11378"/>
                  <a:pt x="89334" y="13571"/>
                </a:cubicBezTo>
                <a:cubicBezTo>
                  <a:pt x="93408" y="15909"/>
                  <a:pt x="94975" y="25359"/>
                  <a:pt x="92419" y="37773"/>
                </a:cubicBezTo>
                <a:cubicBezTo>
                  <a:pt x="92251" y="38592"/>
                  <a:pt x="92082" y="39388"/>
                  <a:pt x="91865" y="40183"/>
                </a:cubicBezTo>
                <a:cubicBezTo>
                  <a:pt x="86514" y="38978"/>
                  <a:pt x="81090" y="38110"/>
                  <a:pt x="75642" y="37628"/>
                </a:cubicBezTo>
                <a:cubicBezTo>
                  <a:pt x="72508" y="33145"/>
                  <a:pt x="69086" y="28854"/>
                  <a:pt x="65373" y="24828"/>
                </a:cubicBezTo>
                <a:cubicBezTo>
                  <a:pt x="66313" y="23936"/>
                  <a:pt x="67229" y="23093"/>
                  <a:pt x="68194" y="22249"/>
                </a:cubicBezTo>
                <a:close/>
                <a:moveTo>
                  <a:pt x="40304" y="74124"/>
                </a:moveTo>
                <a:cubicBezTo>
                  <a:pt x="41533" y="76221"/>
                  <a:pt x="42787" y="78318"/>
                  <a:pt x="44113" y="80367"/>
                </a:cubicBezTo>
                <a:cubicBezTo>
                  <a:pt x="40352" y="79957"/>
                  <a:pt x="36616" y="79354"/>
                  <a:pt x="32928" y="78559"/>
                </a:cubicBezTo>
                <a:cubicBezTo>
                  <a:pt x="33988" y="75088"/>
                  <a:pt x="35314" y="71496"/>
                  <a:pt x="36857" y="67832"/>
                </a:cubicBezTo>
                <a:cubicBezTo>
                  <a:pt x="37966" y="69953"/>
                  <a:pt x="39099" y="72050"/>
                  <a:pt x="40304" y="74124"/>
                </a:cubicBezTo>
                <a:close/>
                <a:moveTo>
                  <a:pt x="33000" y="45125"/>
                </a:moveTo>
                <a:cubicBezTo>
                  <a:pt x="36471" y="44354"/>
                  <a:pt x="40159" y="43727"/>
                  <a:pt x="43992" y="43245"/>
                </a:cubicBezTo>
                <a:cubicBezTo>
                  <a:pt x="42714" y="45245"/>
                  <a:pt x="41461" y="47294"/>
                  <a:pt x="40280" y="49367"/>
                </a:cubicBezTo>
                <a:cubicBezTo>
                  <a:pt x="39099" y="51416"/>
                  <a:pt x="37942" y="53514"/>
                  <a:pt x="36857" y="55635"/>
                </a:cubicBezTo>
                <a:cubicBezTo>
                  <a:pt x="35338" y="52043"/>
                  <a:pt x="34061" y="48524"/>
                  <a:pt x="33000" y="45125"/>
                </a:cubicBezTo>
                <a:close/>
                <a:moveTo>
                  <a:pt x="39605" y="61733"/>
                </a:moveTo>
                <a:cubicBezTo>
                  <a:pt x="41196" y="58407"/>
                  <a:pt x="42931" y="55153"/>
                  <a:pt x="44763" y="51947"/>
                </a:cubicBezTo>
                <a:cubicBezTo>
                  <a:pt x="46595" y="48741"/>
                  <a:pt x="48572" y="45631"/>
                  <a:pt x="50645" y="42570"/>
                </a:cubicBezTo>
                <a:cubicBezTo>
                  <a:pt x="54261" y="42305"/>
                  <a:pt x="57949" y="42160"/>
                  <a:pt x="61709" y="42160"/>
                </a:cubicBezTo>
                <a:cubicBezTo>
                  <a:pt x="65470" y="42160"/>
                  <a:pt x="69182" y="42305"/>
                  <a:pt x="72774" y="42570"/>
                </a:cubicBezTo>
                <a:cubicBezTo>
                  <a:pt x="74823" y="45607"/>
                  <a:pt x="76775" y="48717"/>
                  <a:pt x="78631" y="51899"/>
                </a:cubicBezTo>
                <a:cubicBezTo>
                  <a:pt x="80487" y="55080"/>
                  <a:pt x="82223" y="58335"/>
                  <a:pt x="83862" y="61637"/>
                </a:cubicBezTo>
                <a:cubicBezTo>
                  <a:pt x="82247" y="64964"/>
                  <a:pt x="80511" y="68242"/>
                  <a:pt x="78655" y="71472"/>
                </a:cubicBezTo>
                <a:cubicBezTo>
                  <a:pt x="76823" y="74678"/>
                  <a:pt x="74871" y="77787"/>
                  <a:pt x="72822" y="80873"/>
                </a:cubicBezTo>
                <a:cubicBezTo>
                  <a:pt x="69230" y="81138"/>
                  <a:pt x="65494" y="81259"/>
                  <a:pt x="61709" y="81259"/>
                </a:cubicBezTo>
                <a:cubicBezTo>
                  <a:pt x="57925" y="81259"/>
                  <a:pt x="54261" y="81138"/>
                  <a:pt x="50717" y="80921"/>
                </a:cubicBezTo>
                <a:cubicBezTo>
                  <a:pt x="48620" y="77860"/>
                  <a:pt x="46644" y="74726"/>
                  <a:pt x="44787" y="71520"/>
                </a:cubicBezTo>
                <a:cubicBezTo>
                  <a:pt x="42931" y="68314"/>
                  <a:pt x="41220" y="65060"/>
                  <a:pt x="39605" y="61733"/>
                </a:cubicBezTo>
                <a:close/>
                <a:moveTo>
                  <a:pt x="83139" y="74075"/>
                </a:moveTo>
                <a:cubicBezTo>
                  <a:pt x="84368" y="71954"/>
                  <a:pt x="85525" y="69809"/>
                  <a:pt x="86658" y="67639"/>
                </a:cubicBezTo>
                <a:cubicBezTo>
                  <a:pt x="88201" y="71134"/>
                  <a:pt x="89551" y="74678"/>
                  <a:pt x="90732" y="78318"/>
                </a:cubicBezTo>
                <a:cubicBezTo>
                  <a:pt x="86996" y="79161"/>
                  <a:pt x="83211" y="79812"/>
                  <a:pt x="79403" y="80246"/>
                </a:cubicBezTo>
                <a:cubicBezTo>
                  <a:pt x="80704" y="78221"/>
                  <a:pt x="81934" y="76148"/>
                  <a:pt x="83139" y="74075"/>
                </a:cubicBezTo>
                <a:close/>
                <a:moveTo>
                  <a:pt x="86610" y="55635"/>
                </a:moveTo>
                <a:cubicBezTo>
                  <a:pt x="85477" y="53514"/>
                  <a:pt x="84320" y="51392"/>
                  <a:pt x="83115" y="49319"/>
                </a:cubicBezTo>
                <a:cubicBezTo>
                  <a:pt x="81934" y="47270"/>
                  <a:pt x="80704" y="45245"/>
                  <a:pt x="79427" y="43245"/>
                </a:cubicBezTo>
                <a:cubicBezTo>
                  <a:pt x="83308" y="43727"/>
                  <a:pt x="87020" y="44378"/>
                  <a:pt x="90491" y="45173"/>
                </a:cubicBezTo>
                <a:cubicBezTo>
                  <a:pt x="89382" y="48741"/>
                  <a:pt x="88080" y="52212"/>
                  <a:pt x="86610" y="55635"/>
                </a:cubicBezTo>
                <a:close/>
                <a:moveTo>
                  <a:pt x="61758" y="28516"/>
                </a:moveTo>
                <a:cubicBezTo>
                  <a:pt x="64289" y="31264"/>
                  <a:pt x="66675" y="34157"/>
                  <a:pt x="68893" y="37146"/>
                </a:cubicBezTo>
                <a:cubicBezTo>
                  <a:pt x="64120" y="36929"/>
                  <a:pt x="59323" y="36929"/>
                  <a:pt x="54550" y="37146"/>
                </a:cubicBezTo>
                <a:cubicBezTo>
                  <a:pt x="56912" y="34037"/>
                  <a:pt x="59347" y="31144"/>
                  <a:pt x="61758" y="28516"/>
                </a:cubicBezTo>
                <a:close/>
                <a:moveTo>
                  <a:pt x="33795" y="13740"/>
                </a:moveTo>
                <a:cubicBezTo>
                  <a:pt x="37845" y="11378"/>
                  <a:pt x="46836" y="14752"/>
                  <a:pt x="56310" y="23141"/>
                </a:cubicBezTo>
                <a:cubicBezTo>
                  <a:pt x="56912" y="23671"/>
                  <a:pt x="57515" y="24250"/>
                  <a:pt x="58142" y="24828"/>
                </a:cubicBezTo>
                <a:cubicBezTo>
                  <a:pt x="54405" y="28854"/>
                  <a:pt x="50958" y="33145"/>
                  <a:pt x="47801" y="37628"/>
                </a:cubicBezTo>
                <a:cubicBezTo>
                  <a:pt x="42353" y="38110"/>
                  <a:pt x="36953" y="38954"/>
                  <a:pt x="31602" y="40135"/>
                </a:cubicBezTo>
                <a:cubicBezTo>
                  <a:pt x="31289" y="38906"/>
                  <a:pt x="31023" y="37652"/>
                  <a:pt x="30758" y="36399"/>
                </a:cubicBezTo>
                <a:cubicBezTo>
                  <a:pt x="28492" y="24732"/>
                  <a:pt x="29987" y="15934"/>
                  <a:pt x="33795" y="13740"/>
                </a:cubicBezTo>
                <a:close/>
                <a:moveTo>
                  <a:pt x="27890" y="77281"/>
                </a:moveTo>
                <a:cubicBezTo>
                  <a:pt x="26877" y="76992"/>
                  <a:pt x="25889" y="76679"/>
                  <a:pt x="24901" y="76341"/>
                </a:cubicBezTo>
                <a:cubicBezTo>
                  <a:pt x="19766" y="74726"/>
                  <a:pt x="13933" y="72171"/>
                  <a:pt x="9714" y="68820"/>
                </a:cubicBezTo>
                <a:cubicBezTo>
                  <a:pt x="7280" y="67133"/>
                  <a:pt x="5641" y="64530"/>
                  <a:pt x="5183" y="61613"/>
                </a:cubicBezTo>
                <a:cubicBezTo>
                  <a:pt x="5183" y="57202"/>
                  <a:pt x="12800" y="51561"/>
                  <a:pt x="23792" y="47728"/>
                </a:cubicBezTo>
                <a:cubicBezTo>
                  <a:pt x="25166" y="47246"/>
                  <a:pt x="26564" y="46812"/>
                  <a:pt x="27962" y="46403"/>
                </a:cubicBezTo>
                <a:cubicBezTo>
                  <a:pt x="29601" y="51633"/>
                  <a:pt x="31578" y="56768"/>
                  <a:pt x="33868" y="61733"/>
                </a:cubicBezTo>
                <a:cubicBezTo>
                  <a:pt x="31554" y="66771"/>
                  <a:pt x="29553" y="71978"/>
                  <a:pt x="27890" y="77281"/>
                </a:cubicBezTo>
                <a:close/>
                <a:moveTo>
                  <a:pt x="55996" y="100904"/>
                </a:moveTo>
                <a:cubicBezTo>
                  <a:pt x="52019" y="104544"/>
                  <a:pt x="47415" y="107437"/>
                  <a:pt x="42401" y="109414"/>
                </a:cubicBezTo>
                <a:cubicBezTo>
                  <a:pt x="39725" y="110691"/>
                  <a:pt x="36640" y="110812"/>
                  <a:pt x="33892" y="109727"/>
                </a:cubicBezTo>
                <a:cubicBezTo>
                  <a:pt x="30059" y="107509"/>
                  <a:pt x="28468" y="99000"/>
                  <a:pt x="30638" y="87550"/>
                </a:cubicBezTo>
                <a:cubicBezTo>
                  <a:pt x="30903" y="86200"/>
                  <a:pt x="31192" y="84850"/>
                  <a:pt x="31530" y="83525"/>
                </a:cubicBezTo>
                <a:cubicBezTo>
                  <a:pt x="36929" y="84682"/>
                  <a:pt x="42377" y="85477"/>
                  <a:pt x="47897" y="85887"/>
                </a:cubicBezTo>
                <a:cubicBezTo>
                  <a:pt x="51079" y="90395"/>
                  <a:pt x="54574" y="94709"/>
                  <a:pt x="58310" y="98759"/>
                </a:cubicBezTo>
                <a:cubicBezTo>
                  <a:pt x="57539" y="99506"/>
                  <a:pt x="56768" y="100229"/>
                  <a:pt x="55996" y="100904"/>
                </a:cubicBezTo>
                <a:close/>
                <a:moveTo>
                  <a:pt x="61902" y="95047"/>
                </a:moveTo>
                <a:cubicBezTo>
                  <a:pt x="59443" y="92395"/>
                  <a:pt x="56985" y="89454"/>
                  <a:pt x="54598" y="86297"/>
                </a:cubicBezTo>
                <a:cubicBezTo>
                  <a:pt x="56912" y="86393"/>
                  <a:pt x="59299" y="86441"/>
                  <a:pt x="61709" y="86441"/>
                </a:cubicBezTo>
                <a:cubicBezTo>
                  <a:pt x="64192" y="86441"/>
                  <a:pt x="66627" y="86393"/>
                  <a:pt x="69037" y="86273"/>
                </a:cubicBezTo>
                <a:cubicBezTo>
                  <a:pt x="66820" y="89334"/>
                  <a:pt x="64433" y="92251"/>
                  <a:pt x="61902" y="95047"/>
                </a:cubicBezTo>
                <a:close/>
                <a:moveTo>
                  <a:pt x="93408" y="102278"/>
                </a:moveTo>
                <a:cubicBezTo>
                  <a:pt x="93191" y="105219"/>
                  <a:pt x="91744" y="107967"/>
                  <a:pt x="89430" y="109823"/>
                </a:cubicBezTo>
                <a:cubicBezTo>
                  <a:pt x="85598" y="112041"/>
                  <a:pt x="77426" y="109148"/>
                  <a:pt x="68603" y="101579"/>
                </a:cubicBezTo>
                <a:cubicBezTo>
                  <a:pt x="67591" y="100712"/>
                  <a:pt x="66579" y="99771"/>
                  <a:pt x="65542" y="98807"/>
                </a:cubicBezTo>
                <a:cubicBezTo>
                  <a:pt x="69230" y="94733"/>
                  <a:pt x="72629" y="90419"/>
                  <a:pt x="75714" y="85887"/>
                </a:cubicBezTo>
                <a:cubicBezTo>
                  <a:pt x="81235" y="85429"/>
                  <a:pt x="86731" y="84585"/>
                  <a:pt x="92154" y="83356"/>
                </a:cubicBezTo>
                <a:cubicBezTo>
                  <a:pt x="92395" y="84344"/>
                  <a:pt x="92612" y="85332"/>
                  <a:pt x="92805" y="86297"/>
                </a:cubicBezTo>
                <a:cubicBezTo>
                  <a:pt x="93986" y="91503"/>
                  <a:pt x="94179" y="96927"/>
                  <a:pt x="93408" y="102278"/>
                </a:cubicBezTo>
                <a:close/>
                <a:moveTo>
                  <a:pt x="97795" y="76365"/>
                </a:moveTo>
                <a:cubicBezTo>
                  <a:pt x="97120" y="76582"/>
                  <a:pt x="96445" y="76799"/>
                  <a:pt x="95746" y="76992"/>
                </a:cubicBezTo>
                <a:cubicBezTo>
                  <a:pt x="94059" y="71737"/>
                  <a:pt x="91985" y="66603"/>
                  <a:pt x="89599" y="61613"/>
                </a:cubicBezTo>
                <a:cubicBezTo>
                  <a:pt x="91913" y="56695"/>
                  <a:pt x="93866" y="51633"/>
                  <a:pt x="95505" y="46451"/>
                </a:cubicBezTo>
                <a:cubicBezTo>
                  <a:pt x="96758" y="46812"/>
                  <a:pt x="97964" y="47198"/>
                  <a:pt x="99121" y="47584"/>
                </a:cubicBezTo>
                <a:cubicBezTo>
                  <a:pt x="110354" y="51441"/>
                  <a:pt x="118236" y="57178"/>
                  <a:pt x="118236" y="61565"/>
                </a:cubicBezTo>
                <a:cubicBezTo>
                  <a:pt x="118236" y="66289"/>
                  <a:pt x="109823" y="72388"/>
                  <a:pt x="97795" y="76365"/>
                </a:cubicBezTo>
                <a:close/>
                <a:moveTo>
                  <a:pt x="61709" y="72750"/>
                </a:moveTo>
                <a:cubicBezTo>
                  <a:pt x="67803" y="72750"/>
                  <a:pt x="72750" y="67803"/>
                  <a:pt x="72750" y="61709"/>
                </a:cubicBezTo>
                <a:cubicBezTo>
                  <a:pt x="72750" y="55616"/>
                  <a:pt x="67803" y="50669"/>
                  <a:pt x="61709" y="50669"/>
                </a:cubicBezTo>
                <a:cubicBezTo>
                  <a:pt x="55616" y="50669"/>
                  <a:pt x="50669" y="55616"/>
                  <a:pt x="50669" y="61709"/>
                </a:cubicBezTo>
                <a:cubicBezTo>
                  <a:pt x="50669" y="67803"/>
                  <a:pt x="55616" y="72750"/>
                  <a:pt x="61709" y="7275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52" name="Text 50"/>
          <p:cNvSpPr/>
          <p:nvPr/>
        </p:nvSpPr>
        <p:spPr>
          <a:xfrm>
            <a:off x="9447895" y="3435887"/>
            <a:ext cx="467228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3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React 18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56543" y="3870669"/>
            <a:ext cx="2758309" cy="2555550"/>
          </a:xfrm>
          <a:custGeom>
            <a:avLst/>
            <a:gdLst/>
            <a:ahLst/>
            <a:cxnLst/>
            <a:rect l="l" t="t" r="r" b="b"/>
            <a:pathLst>
              <a:path w="2758309" h="2555550">
                <a:moveTo>
                  <a:pt x="105800" y="0"/>
                </a:moveTo>
                <a:lnTo>
                  <a:pt x="2652509" y="0"/>
                </a:lnTo>
                <a:cubicBezTo>
                  <a:pt x="2710941" y="0"/>
                  <a:pt x="2758309" y="47368"/>
                  <a:pt x="2758309" y="105800"/>
                </a:cubicBezTo>
                <a:lnTo>
                  <a:pt x="2758309" y="2449750"/>
                </a:lnTo>
                <a:cubicBezTo>
                  <a:pt x="2758309" y="2508182"/>
                  <a:pt x="2710941" y="2555550"/>
                  <a:pt x="2652509" y="2555550"/>
                </a:cubicBezTo>
                <a:lnTo>
                  <a:pt x="105800" y="2555550"/>
                </a:lnTo>
                <a:cubicBezTo>
                  <a:pt x="47368" y="2555550"/>
                  <a:pt x="0" y="2508182"/>
                  <a:pt x="0" y="2449750"/>
                </a:cubicBezTo>
                <a:lnTo>
                  <a:pt x="0" y="105800"/>
                </a:lnTo>
                <a:cubicBezTo>
                  <a:pt x="0" y="47368"/>
                  <a:pt x="47368" y="0"/>
                  <a:pt x="105800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398745" y="4031309"/>
            <a:ext cx="674885" cy="674885"/>
          </a:xfrm>
          <a:custGeom>
            <a:avLst/>
            <a:gdLst/>
            <a:ahLst/>
            <a:cxnLst/>
            <a:rect l="l" t="t" r="r" b="b"/>
            <a:pathLst>
              <a:path w="674885" h="674885">
                <a:moveTo>
                  <a:pt x="337442" y="0"/>
                </a:moveTo>
                <a:lnTo>
                  <a:pt x="337442" y="0"/>
                </a:lnTo>
                <a:cubicBezTo>
                  <a:pt x="523682" y="0"/>
                  <a:pt x="674885" y="151203"/>
                  <a:pt x="674885" y="337442"/>
                </a:cubicBezTo>
                <a:lnTo>
                  <a:pt x="674885" y="337442"/>
                </a:lnTo>
                <a:cubicBezTo>
                  <a:pt x="674885" y="523682"/>
                  <a:pt x="523682" y="674885"/>
                  <a:pt x="337442" y="674885"/>
                </a:cubicBezTo>
                <a:lnTo>
                  <a:pt x="337442" y="674885"/>
                </a:lnTo>
                <a:cubicBezTo>
                  <a:pt x="151203" y="674885"/>
                  <a:pt x="0" y="523682"/>
                  <a:pt x="0" y="337442"/>
                </a:cubicBezTo>
                <a:lnTo>
                  <a:pt x="0" y="337442"/>
                </a:lnTo>
                <a:cubicBezTo>
                  <a:pt x="0" y="151203"/>
                  <a:pt x="151203" y="0"/>
                  <a:pt x="337442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/>
              </a:gs>
              <a:gs pos="100000">
                <a:srgbClr val="D97706"/>
              </a:gs>
            </a:gsLst>
            <a:lin ang="2700000" scaled="1"/>
          </a:gradFill>
          <a:ln w="45156">
            <a:solidFill>
              <a:srgbClr val="0F172A"/>
            </a:solidFill>
            <a:prstDash val="solid"/>
          </a:ln>
          <a:effectLst>
            <a:outerShdw sx="100000" sy="100000" kx="0" ky="0" algn="bl" rotWithShape="0" blurRad="132234" dist="88156" dir="5400000">
              <a:srgbClr val="000000">
                <a:alpha val="10196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1617666" y="4244843"/>
            <a:ext cx="326178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D5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079546" y="4791411"/>
            <a:ext cx="1313527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[FOTO DEV 5]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88362" y="5002986"/>
            <a:ext cx="1295896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3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Nombre del desarrollador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01511" y="5249701"/>
            <a:ext cx="520121" cy="282100"/>
          </a:xfrm>
          <a:custGeom>
            <a:avLst/>
            <a:gdLst/>
            <a:ahLst/>
            <a:cxnLst/>
            <a:rect l="l" t="t" r="r" b="b"/>
            <a:pathLst>
              <a:path w="520121" h="282100">
                <a:moveTo>
                  <a:pt x="70525" y="0"/>
                </a:moveTo>
                <a:lnTo>
                  <a:pt x="449597" y="0"/>
                </a:lnTo>
                <a:cubicBezTo>
                  <a:pt x="488546" y="0"/>
                  <a:pt x="520121" y="31575"/>
                  <a:pt x="520121" y="70525"/>
                </a:cubicBezTo>
                <a:lnTo>
                  <a:pt x="520121" y="211575"/>
                </a:lnTo>
                <a:cubicBezTo>
                  <a:pt x="520121" y="250525"/>
                  <a:pt x="488546" y="282100"/>
                  <a:pt x="449597" y="282100"/>
                </a:cubicBezTo>
                <a:lnTo>
                  <a:pt x="70525" y="282100"/>
                </a:lnTo>
                <a:cubicBezTo>
                  <a:pt x="31575" y="282100"/>
                  <a:pt x="0" y="250525"/>
                  <a:pt x="0" y="211575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607298" y="5331980"/>
            <a:ext cx="357277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3" b="1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DEV 5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01511" y="5602325"/>
            <a:ext cx="2538898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Frontend Comercial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501511" y="5849163"/>
            <a:ext cx="2521267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3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Catálogo web para clientes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501511" y="6064533"/>
            <a:ext cx="2468373" cy="7836"/>
          </a:xfrm>
          <a:custGeom>
            <a:avLst/>
            <a:gdLst/>
            <a:ahLst/>
            <a:cxnLst/>
            <a:rect l="l" t="t" r="r" b="b"/>
            <a:pathLst>
              <a:path w="2468373" h="7836">
                <a:moveTo>
                  <a:pt x="0" y="0"/>
                </a:moveTo>
                <a:lnTo>
                  <a:pt x="2468373" y="0"/>
                </a:lnTo>
                <a:lnTo>
                  <a:pt x="2468373" y="7836"/>
                </a:lnTo>
                <a:lnTo>
                  <a:pt x="0" y="7836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63" name="Shape 61"/>
          <p:cNvSpPr/>
          <p:nvPr/>
        </p:nvSpPr>
        <p:spPr>
          <a:xfrm>
            <a:off x="519142" y="6147669"/>
            <a:ext cx="123419" cy="123419"/>
          </a:xfrm>
          <a:custGeom>
            <a:avLst/>
            <a:gdLst/>
            <a:ahLst/>
            <a:cxnLst/>
            <a:rect l="l" t="t" r="r" b="b"/>
            <a:pathLst>
              <a:path w="123419" h="123419">
                <a:moveTo>
                  <a:pt x="100808" y="42714"/>
                </a:moveTo>
                <a:cubicBezTo>
                  <a:pt x="99506" y="42281"/>
                  <a:pt x="98205" y="41871"/>
                  <a:pt x="96903" y="41485"/>
                </a:cubicBezTo>
                <a:cubicBezTo>
                  <a:pt x="97120" y="40593"/>
                  <a:pt x="97313" y="39701"/>
                  <a:pt x="97506" y="38809"/>
                </a:cubicBezTo>
                <a:cubicBezTo>
                  <a:pt x="100470" y="24443"/>
                  <a:pt x="98518" y="12896"/>
                  <a:pt x="91937" y="9088"/>
                </a:cubicBezTo>
                <a:cubicBezTo>
                  <a:pt x="85598" y="5448"/>
                  <a:pt x="75256" y="9232"/>
                  <a:pt x="64795" y="18344"/>
                </a:cubicBezTo>
                <a:cubicBezTo>
                  <a:pt x="63758" y="19236"/>
                  <a:pt x="62746" y="20176"/>
                  <a:pt x="61782" y="21116"/>
                </a:cubicBezTo>
                <a:cubicBezTo>
                  <a:pt x="61131" y="20489"/>
                  <a:pt x="60456" y="19863"/>
                  <a:pt x="59781" y="19260"/>
                </a:cubicBezTo>
                <a:cubicBezTo>
                  <a:pt x="48813" y="9522"/>
                  <a:pt x="37821" y="5424"/>
                  <a:pt x="31240" y="9256"/>
                </a:cubicBezTo>
                <a:cubicBezTo>
                  <a:pt x="24925" y="12920"/>
                  <a:pt x="23045" y="23792"/>
                  <a:pt x="25696" y="37387"/>
                </a:cubicBezTo>
                <a:cubicBezTo>
                  <a:pt x="25961" y="38737"/>
                  <a:pt x="26251" y="40063"/>
                  <a:pt x="26588" y="41413"/>
                </a:cubicBezTo>
                <a:cubicBezTo>
                  <a:pt x="25045" y="41847"/>
                  <a:pt x="23527" y="42329"/>
                  <a:pt x="22104" y="42835"/>
                </a:cubicBezTo>
                <a:cubicBezTo>
                  <a:pt x="9232" y="47294"/>
                  <a:pt x="0" y="54333"/>
                  <a:pt x="0" y="61613"/>
                </a:cubicBezTo>
                <a:cubicBezTo>
                  <a:pt x="0" y="69134"/>
                  <a:pt x="9835" y="76679"/>
                  <a:pt x="23213" y="81259"/>
                </a:cubicBezTo>
                <a:cubicBezTo>
                  <a:pt x="24298" y="81620"/>
                  <a:pt x="25383" y="81982"/>
                  <a:pt x="26492" y="82295"/>
                </a:cubicBezTo>
                <a:cubicBezTo>
                  <a:pt x="26130" y="83741"/>
                  <a:pt x="25817" y="85164"/>
                  <a:pt x="25527" y="86634"/>
                </a:cubicBezTo>
                <a:cubicBezTo>
                  <a:pt x="22996" y="100013"/>
                  <a:pt x="24973" y="110619"/>
                  <a:pt x="31289" y="114259"/>
                </a:cubicBezTo>
                <a:cubicBezTo>
                  <a:pt x="37797" y="118019"/>
                  <a:pt x="48741" y="114162"/>
                  <a:pt x="59395" y="104834"/>
                </a:cubicBezTo>
                <a:cubicBezTo>
                  <a:pt x="60239" y="104086"/>
                  <a:pt x="61083" y="103315"/>
                  <a:pt x="61926" y="102495"/>
                </a:cubicBezTo>
                <a:cubicBezTo>
                  <a:pt x="62987" y="103532"/>
                  <a:pt x="64096" y="104520"/>
                  <a:pt x="65205" y="105484"/>
                </a:cubicBezTo>
                <a:cubicBezTo>
                  <a:pt x="75522" y="114355"/>
                  <a:pt x="85718" y="117947"/>
                  <a:pt x="92010" y="114307"/>
                </a:cubicBezTo>
                <a:cubicBezTo>
                  <a:pt x="98518" y="110546"/>
                  <a:pt x="100639" y="99145"/>
                  <a:pt x="97891" y="85260"/>
                </a:cubicBezTo>
                <a:cubicBezTo>
                  <a:pt x="97674" y="84199"/>
                  <a:pt x="97433" y="83115"/>
                  <a:pt x="97168" y="82006"/>
                </a:cubicBezTo>
                <a:cubicBezTo>
                  <a:pt x="97939" y="81789"/>
                  <a:pt x="98687" y="81548"/>
                  <a:pt x="99434" y="81307"/>
                </a:cubicBezTo>
                <a:cubicBezTo>
                  <a:pt x="113343" y="76703"/>
                  <a:pt x="123419" y="69254"/>
                  <a:pt x="123419" y="61613"/>
                </a:cubicBezTo>
                <a:cubicBezTo>
                  <a:pt x="123419" y="54309"/>
                  <a:pt x="113921" y="47222"/>
                  <a:pt x="100808" y="42714"/>
                </a:cubicBezTo>
                <a:close/>
                <a:moveTo>
                  <a:pt x="68194" y="22249"/>
                </a:moveTo>
                <a:cubicBezTo>
                  <a:pt x="77161" y="14439"/>
                  <a:pt x="85525" y="11378"/>
                  <a:pt x="89334" y="13571"/>
                </a:cubicBezTo>
                <a:cubicBezTo>
                  <a:pt x="93408" y="15909"/>
                  <a:pt x="94975" y="25359"/>
                  <a:pt x="92419" y="37773"/>
                </a:cubicBezTo>
                <a:cubicBezTo>
                  <a:pt x="92251" y="38592"/>
                  <a:pt x="92082" y="39388"/>
                  <a:pt x="91865" y="40183"/>
                </a:cubicBezTo>
                <a:cubicBezTo>
                  <a:pt x="86514" y="38978"/>
                  <a:pt x="81090" y="38110"/>
                  <a:pt x="75642" y="37628"/>
                </a:cubicBezTo>
                <a:cubicBezTo>
                  <a:pt x="72508" y="33145"/>
                  <a:pt x="69086" y="28854"/>
                  <a:pt x="65373" y="24828"/>
                </a:cubicBezTo>
                <a:cubicBezTo>
                  <a:pt x="66313" y="23936"/>
                  <a:pt x="67229" y="23093"/>
                  <a:pt x="68194" y="22249"/>
                </a:cubicBezTo>
                <a:close/>
                <a:moveTo>
                  <a:pt x="40304" y="74124"/>
                </a:moveTo>
                <a:cubicBezTo>
                  <a:pt x="41533" y="76221"/>
                  <a:pt x="42787" y="78318"/>
                  <a:pt x="44113" y="80367"/>
                </a:cubicBezTo>
                <a:cubicBezTo>
                  <a:pt x="40352" y="79957"/>
                  <a:pt x="36616" y="79354"/>
                  <a:pt x="32928" y="78559"/>
                </a:cubicBezTo>
                <a:cubicBezTo>
                  <a:pt x="33988" y="75088"/>
                  <a:pt x="35314" y="71496"/>
                  <a:pt x="36857" y="67832"/>
                </a:cubicBezTo>
                <a:cubicBezTo>
                  <a:pt x="37966" y="69953"/>
                  <a:pt x="39099" y="72050"/>
                  <a:pt x="40304" y="74124"/>
                </a:cubicBezTo>
                <a:close/>
                <a:moveTo>
                  <a:pt x="33000" y="45125"/>
                </a:moveTo>
                <a:cubicBezTo>
                  <a:pt x="36471" y="44354"/>
                  <a:pt x="40159" y="43727"/>
                  <a:pt x="43992" y="43245"/>
                </a:cubicBezTo>
                <a:cubicBezTo>
                  <a:pt x="42714" y="45245"/>
                  <a:pt x="41461" y="47294"/>
                  <a:pt x="40280" y="49367"/>
                </a:cubicBezTo>
                <a:cubicBezTo>
                  <a:pt x="39099" y="51416"/>
                  <a:pt x="37942" y="53514"/>
                  <a:pt x="36857" y="55635"/>
                </a:cubicBezTo>
                <a:cubicBezTo>
                  <a:pt x="35338" y="52043"/>
                  <a:pt x="34061" y="48524"/>
                  <a:pt x="33000" y="45125"/>
                </a:cubicBezTo>
                <a:close/>
                <a:moveTo>
                  <a:pt x="39605" y="61733"/>
                </a:moveTo>
                <a:cubicBezTo>
                  <a:pt x="41196" y="58407"/>
                  <a:pt x="42931" y="55153"/>
                  <a:pt x="44763" y="51947"/>
                </a:cubicBezTo>
                <a:cubicBezTo>
                  <a:pt x="46595" y="48741"/>
                  <a:pt x="48572" y="45631"/>
                  <a:pt x="50645" y="42570"/>
                </a:cubicBezTo>
                <a:cubicBezTo>
                  <a:pt x="54261" y="42305"/>
                  <a:pt x="57949" y="42160"/>
                  <a:pt x="61709" y="42160"/>
                </a:cubicBezTo>
                <a:cubicBezTo>
                  <a:pt x="65470" y="42160"/>
                  <a:pt x="69182" y="42305"/>
                  <a:pt x="72774" y="42570"/>
                </a:cubicBezTo>
                <a:cubicBezTo>
                  <a:pt x="74823" y="45607"/>
                  <a:pt x="76775" y="48717"/>
                  <a:pt x="78631" y="51899"/>
                </a:cubicBezTo>
                <a:cubicBezTo>
                  <a:pt x="80487" y="55080"/>
                  <a:pt x="82223" y="58335"/>
                  <a:pt x="83862" y="61637"/>
                </a:cubicBezTo>
                <a:cubicBezTo>
                  <a:pt x="82247" y="64964"/>
                  <a:pt x="80511" y="68242"/>
                  <a:pt x="78655" y="71472"/>
                </a:cubicBezTo>
                <a:cubicBezTo>
                  <a:pt x="76823" y="74678"/>
                  <a:pt x="74871" y="77787"/>
                  <a:pt x="72822" y="80873"/>
                </a:cubicBezTo>
                <a:cubicBezTo>
                  <a:pt x="69230" y="81138"/>
                  <a:pt x="65494" y="81259"/>
                  <a:pt x="61709" y="81259"/>
                </a:cubicBezTo>
                <a:cubicBezTo>
                  <a:pt x="57925" y="81259"/>
                  <a:pt x="54261" y="81138"/>
                  <a:pt x="50717" y="80921"/>
                </a:cubicBezTo>
                <a:cubicBezTo>
                  <a:pt x="48620" y="77860"/>
                  <a:pt x="46644" y="74726"/>
                  <a:pt x="44787" y="71520"/>
                </a:cubicBezTo>
                <a:cubicBezTo>
                  <a:pt x="42931" y="68314"/>
                  <a:pt x="41220" y="65060"/>
                  <a:pt x="39605" y="61733"/>
                </a:cubicBezTo>
                <a:close/>
                <a:moveTo>
                  <a:pt x="83139" y="74075"/>
                </a:moveTo>
                <a:cubicBezTo>
                  <a:pt x="84368" y="71954"/>
                  <a:pt x="85525" y="69809"/>
                  <a:pt x="86658" y="67639"/>
                </a:cubicBezTo>
                <a:cubicBezTo>
                  <a:pt x="88201" y="71134"/>
                  <a:pt x="89551" y="74678"/>
                  <a:pt x="90732" y="78318"/>
                </a:cubicBezTo>
                <a:cubicBezTo>
                  <a:pt x="86996" y="79161"/>
                  <a:pt x="83211" y="79812"/>
                  <a:pt x="79403" y="80246"/>
                </a:cubicBezTo>
                <a:cubicBezTo>
                  <a:pt x="80704" y="78221"/>
                  <a:pt x="81934" y="76148"/>
                  <a:pt x="83139" y="74075"/>
                </a:cubicBezTo>
                <a:close/>
                <a:moveTo>
                  <a:pt x="86610" y="55635"/>
                </a:moveTo>
                <a:cubicBezTo>
                  <a:pt x="85477" y="53514"/>
                  <a:pt x="84320" y="51392"/>
                  <a:pt x="83115" y="49319"/>
                </a:cubicBezTo>
                <a:cubicBezTo>
                  <a:pt x="81934" y="47270"/>
                  <a:pt x="80704" y="45245"/>
                  <a:pt x="79427" y="43245"/>
                </a:cubicBezTo>
                <a:cubicBezTo>
                  <a:pt x="83308" y="43727"/>
                  <a:pt x="87020" y="44378"/>
                  <a:pt x="90491" y="45173"/>
                </a:cubicBezTo>
                <a:cubicBezTo>
                  <a:pt x="89382" y="48741"/>
                  <a:pt x="88080" y="52212"/>
                  <a:pt x="86610" y="55635"/>
                </a:cubicBezTo>
                <a:close/>
                <a:moveTo>
                  <a:pt x="61758" y="28516"/>
                </a:moveTo>
                <a:cubicBezTo>
                  <a:pt x="64289" y="31264"/>
                  <a:pt x="66675" y="34157"/>
                  <a:pt x="68893" y="37146"/>
                </a:cubicBezTo>
                <a:cubicBezTo>
                  <a:pt x="64120" y="36929"/>
                  <a:pt x="59323" y="36929"/>
                  <a:pt x="54550" y="37146"/>
                </a:cubicBezTo>
                <a:cubicBezTo>
                  <a:pt x="56912" y="34037"/>
                  <a:pt x="59347" y="31144"/>
                  <a:pt x="61758" y="28516"/>
                </a:cubicBezTo>
                <a:close/>
                <a:moveTo>
                  <a:pt x="33795" y="13740"/>
                </a:moveTo>
                <a:cubicBezTo>
                  <a:pt x="37845" y="11378"/>
                  <a:pt x="46836" y="14752"/>
                  <a:pt x="56310" y="23141"/>
                </a:cubicBezTo>
                <a:cubicBezTo>
                  <a:pt x="56912" y="23671"/>
                  <a:pt x="57515" y="24250"/>
                  <a:pt x="58142" y="24828"/>
                </a:cubicBezTo>
                <a:cubicBezTo>
                  <a:pt x="54405" y="28854"/>
                  <a:pt x="50958" y="33145"/>
                  <a:pt x="47801" y="37628"/>
                </a:cubicBezTo>
                <a:cubicBezTo>
                  <a:pt x="42353" y="38110"/>
                  <a:pt x="36953" y="38954"/>
                  <a:pt x="31602" y="40135"/>
                </a:cubicBezTo>
                <a:cubicBezTo>
                  <a:pt x="31289" y="38906"/>
                  <a:pt x="31023" y="37652"/>
                  <a:pt x="30758" y="36399"/>
                </a:cubicBezTo>
                <a:cubicBezTo>
                  <a:pt x="28492" y="24732"/>
                  <a:pt x="29987" y="15934"/>
                  <a:pt x="33795" y="13740"/>
                </a:cubicBezTo>
                <a:close/>
                <a:moveTo>
                  <a:pt x="27890" y="77281"/>
                </a:moveTo>
                <a:cubicBezTo>
                  <a:pt x="26877" y="76992"/>
                  <a:pt x="25889" y="76679"/>
                  <a:pt x="24901" y="76341"/>
                </a:cubicBezTo>
                <a:cubicBezTo>
                  <a:pt x="19766" y="74726"/>
                  <a:pt x="13933" y="72171"/>
                  <a:pt x="9714" y="68820"/>
                </a:cubicBezTo>
                <a:cubicBezTo>
                  <a:pt x="7280" y="67133"/>
                  <a:pt x="5641" y="64530"/>
                  <a:pt x="5183" y="61613"/>
                </a:cubicBezTo>
                <a:cubicBezTo>
                  <a:pt x="5183" y="57202"/>
                  <a:pt x="12800" y="51561"/>
                  <a:pt x="23792" y="47728"/>
                </a:cubicBezTo>
                <a:cubicBezTo>
                  <a:pt x="25166" y="47246"/>
                  <a:pt x="26564" y="46812"/>
                  <a:pt x="27962" y="46403"/>
                </a:cubicBezTo>
                <a:cubicBezTo>
                  <a:pt x="29601" y="51633"/>
                  <a:pt x="31578" y="56768"/>
                  <a:pt x="33868" y="61733"/>
                </a:cubicBezTo>
                <a:cubicBezTo>
                  <a:pt x="31554" y="66771"/>
                  <a:pt x="29553" y="71978"/>
                  <a:pt x="27890" y="77281"/>
                </a:cubicBezTo>
                <a:close/>
                <a:moveTo>
                  <a:pt x="55996" y="100904"/>
                </a:moveTo>
                <a:cubicBezTo>
                  <a:pt x="52019" y="104544"/>
                  <a:pt x="47415" y="107437"/>
                  <a:pt x="42401" y="109414"/>
                </a:cubicBezTo>
                <a:cubicBezTo>
                  <a:pt x="39725" y="110691"/>
                  <a:pt x="36640" y="110812"/>
                  <a:pt x="33892" y="109727"/>
                </a:cubicBezTo>
                <a:cubicBezTo>
                  <a:pt x="30059" y="107509"/>
                  <a:pt x="28468" y="99000"/>
                  <a:pt x="30638" y="87550"/>
                </a:cubicBezTo>
                <a:cubicBezTo>
                  <a:pt x="30903" y="86200"/>
                  <a:pt x="31192" y="84850"/>
                  <a:pt x="31530" y="83525"/>
                </a:cubicBezTo>
                <a:cubicBezTo>
                  <a:pt x="36929" y="84682"/>
                  <a:pt x="42377" y="85477"/>
                  <a:pt x="47897" y="85887"/>
                </a:cubicBezTo>
                <a:cubicBezTo>
                  <a:pt x="51079" y="90395"/>
                  <a:pt x="54574" y="94709"/>
                  <a:pt x="58310" y="98759"/>
                </a:cubicBezTo>
                <a:cubicBezTo>
                  <a:pt x="57539" y="99506"/>
                  <a:pt x="56768" y="100229"/>
                  <a:pt x="55996" y="100904"/>
                </a:cubicBezTo>
                <a:close/>
                <a:moveTo>
                  <a:pt x="61902" y="95047"/>
                </a:moveTo>
                <a:cubicBezTo>
                  <a:pt x="59443" y="92395"/>
                  <a:pt x="56985" y="89454"/>
                  <a:pt x="54598" y="86297"/>
                </a:cubicBezTo>
                <a:cubicBezTo>
                  <a:pt x="56912" y="86393"/>
                  <a:pt x="59299" y="86441"/>
                  <a:pt x="61709" y="86441"/>
                </a:cubicBezTo>
                <a:cubicBezTo>
                  <a:pt x="64192" y="86441"/>
                  <a:pt x="66627" y="86393"/>
                  <a:pt x="69037" y="86273"/>
                </a:cubicBezTo>
                <a:cubicBezTo>
                  <a:pt x="66820" y="89334"/>
                  <a:pt x="64433" y="92251"/>
                  <a:pt x="61902" y="95047"/>
                </a:cubicBezTo>
                <a:close/>
                <a:moveTo>
                  <a:pt x="93408" y="102278"/>
                </a:moveTo>
                <a:cubicBezTo>
                  <a:pt x="93191" y="105219"/>
                  <a:pt x="91744" y="107967"/>
                  <a:pt x="89430" y="109823"/>
                </a:cubicBezTo>
                <a:cubicBezTo>
                  <a:pt x="85598" y="112041"/>
                  <a:pt x="77426" y="109148"/>
                  <a:pt x="68603" y="101579"/>
                </a:cubicBezTo>
                <a:cubicBezTo>
                  <a:pt x="67591" y="100712"/>
                  <a:pt x="66579" y="99771"/>
                  <a:pt x="65542" y="98807"/>
                </a:cubicBezTo>
                <a:cubicBezTo>
                  <a:pt x="69230" y="94733"/>
                  <a:pt x="72629" y="90419"/>
                  <a:pt x="75714" y="85887"/>
                </a:cubicBezTo>
                <a:cubicBezTo>
                  <a:pt x="81235" y="85429"/>
                  <a:pt x="86731" y="84585"/>
                  <a:pt x="92154" y="83356"/>
                </a:cubicBezTo>
                <a:cubicBezTo>
                  <a:pt x="92395" y="84344"/>
                  <a:pt x="92612" y="85332"/>
                  <a:pt x="92805" y="86297"/>
                </a:cubicBezTo>
                <a:cubicBezTo>
                  <a:pt x="93986" y="91503"/>
                  <a:pt x="94179" y="96927"/>
                  <a:pt x="93408" y="102278"/>
                </a:cubicBezTo>
                <a:close/>
                <a:moveTo>
                  <a:pt x="97795" y="76365"/>
                </a:moveTo>
                <a:cubicBezTo>
                  <a:pt x="97120" y="76582"/>
                  <a:pt x="96445" y="76799"/>
                  <a:pt x="95746" y="76992"/>
                </a:cubicBezTo>
                <a:cubicBezTo>
                  <a:pt x="94059" y="71737"/>
                  <a:pt x="91985" y="66603"/>
                  <a:pt x="89599" y="61613"/>
                </a:cubicBezTo>
                <a:cubicBezTo>
                  <a:pt x="91913" y="56695"/>
                  <a:pt x="93866" y="51633"/>
                  <a:pt x="95505" y="46451"/>
                </a:cubicBezTo>
                <a:cubicBezTo>
                  <a:pt x="96758" y="46812"/>
                  <a:pt x="97964" y="47198"/>
                  <a:pt x="99121" y="47584"/>
                </a:cubicBezTo>
                <a:cubicBezTo>
                  <a:pt x="110354" y="51441"/>
                  <a:pt x="118236" y="57178"/>
                  <a:pt x="118236" y="61565"/>
                </a:cubicBezTo>
                <a:cubicBezTo>
                  <a:pt x="118236" y="66289"/>
                  <a:pt x="109823" y="72388"/>
                  <a:pt x="97795" y="76365"/>
                </a:cubicBezTo>
                <a:close/>
                <a:moveTo>
                  <a:pt x="61709" y="72750"/>
                </a:moveTo>
                <a:cubicBezTo>
                  <a:pt x="67803" y="72750"/>
                  <a:pt x="72750" y="67803"/>
                  <a:pt x="72750" y="61709"/>
                </a:cubicBezTo>
                <a:cubicBezTo>
                  <a:pt x="72750" y="55616"/>
                  <a:pt x="67803" y="50669"/>
                  <a:pt x="61709" y="50669"/>
                </a:cubicBezTo>
                <a:cubicBezTo>
                  <a:pt x="55616" y="50669"/>
                  <a:pt x="50669" y="55616"/>
                  <a:pt x="50669" y="61709"/>
                </a:cubicBezTo>
                <a:cubicBezTo>
                  <a:pt x="50669" y="67803"/>
                  <a:pt x="55616" y="72750"/>
                  <a:pt x="61709" y="7275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64" name="Text 62"/>
          <p:cNvSpPr/>
          <p:nvPr/>
        </p:nvSpPr>
        <p:spPr>
          <a:xfrm>
            <a:off x="726309" y="6138976"/>
            <a:ext cx="467228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3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React 18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3263738" y="3870669"/>
            <a:ext cx="2758309" cy="2555550"/>
          </a:xfrm>
          <a:custGeom>
            <a:avLst/>
            <a:gdLst/>
            <a:ahLst/>
            <a:cxnLst/>
            <a:rect l="l" t="t" r="r" b="b"/>
            <a:pathLst>
              <a:path w="2758309" h="2555550">
                <a:moveTo>
                  <a:pt x="105800" y="0"/>
                </a:moveTo>
                <a:lnTo>
                  <a:pt x="2652509" y="0"/>
                </a:lnTo>
                <a:cubicBezTo>
                  <a:pt x="2710941" y="0"/>
                  <a:pt x="2758309" y="47368"/>
                  <a:pt x="2758309" y="105800"/>
                </a:cubicBezTo>
                <a:lnTo>
                  <a:pt x="2758309" y="2449750"/>
                </a:lnTo>
                <a:cubicBezTo>
                  <a:pt x="2758309" y="2508182"/>
                  <a:pt x="2710941" y="2555550"/>
                  <a:pt x="2652509" y="2555550"/>
                </a:cubicBezTo>
                <a:lnTo>
                  <a:pt x="105800" y="2555550"/>
                </a:lnTo>
                <a:cubicBezTo>
                  <a:pt x="47368" y="2555550"/>
                  <a:pt x="0" y="2508182"/>
                  <a:pt x="0" y="2449750"/>
                </a:cubicBezTo>
                <a:lnTo>
                  <a:pt x="0" y="105800"/>
                </a:lnTo>
                <a:cubicBezTo>
                  <a:pt x="0" y="47368"/>
                  <a:pt x="47368" y="0"/>
                  <a:pt x="105800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305940" y="4031309"/>
            <a:ext cx="674885" cy="674885"/>
          </a:xfrm>
          <a:custGeom>
            <a:avLst/>
            <a:gdLst/>
            <a:ahLst/>
            <a:cxnLst/>
            <a:rect l="l" t="t" r="r" b="b"/>
            <a:pathLst>
              <a:path w="674885" h="674885">
                <a:moveTo>
                  <a:pt x="337442" y="0"/>
                </a:moveTo>
                <a:lnTo>
                  <a:pt x="337442" y="0"/>
                </a:lnTo>
                <a:cubicBezTo>
                  <a:pt x="523682" y="0"/>
                  <a:pt x="674885" y="151203"/>
                  <a:pt x="674885" y="337442"/>
                </a:cubicBezTo>
                <a:lnTo>
                  <a:pt x="674885" y="337442"/>
                </a:lnTo>
                <a:cubicBezTo>
                  <a:pt x="674885" y="523682"/>
                  <a:pt x="523682" y="674885"/>
                  <a:pt x="337442" y="674885"/>
                </a:cubicBezTo>
                <a:lnTo>
                  <a:pt x="337442" y="674885"/>
                </a:lnTo>
                <a:cubicBezTo>
                  <a:pt x="151203" y="674885"/>
                  <a:pt x="0" y="523682"/>
                  <a:pt x="0" y="337442"/>
                </a:cubicBezTo>
                <a:lnTo>
                  <a:pt x="0" y="337442"/>
                </a:lnTo>
                <a:cubicBezTo>
                  <a:pt x="0" y="151203"/>
                  <a:pt x="151203" y="0"/>
                  <a:pt x="337442" y="0"/>
                </a:cubicBezTo>
                <a:close/>
              </a:path>
            </a:pathLst>
          </a:custGeom>
          <a:gradFill rotWithShape="1" flip="none">
            <a:gsLst>
              <a:gs pos="0">
                <a:srgbClr val="EC4899"/>
              </a:gs>
              <a:gs pos="100000">
                <a:srgbClr val="DB2777"/>
              </a:gs>
            </a:gsLst>
            <a:lin ang="2700000" scaled="1"/>
          </a:gradFill>
          <a:ln w="45156">
            <a:solidFill>
              <a:srgbClr val="0F172A"/>
            </a:solidFill>
            <a:prstDash val="solid"/>
          </a:ln>
          <a:effectLst>
            <a:outerShdw sx="100000" sy="100000" kx="0" ky="0" algn="bl" rotWithShape="0" blurRad="132234" dist="88156" dir="5400000">
              <a:srgbClr val="000000">
                <a:alpha val="10196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4524494" y="4244843"/>
            <a:ext cx="326178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D6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3986741" y="4791411"/>
            <a:ext cx="1313527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[FOTO DEV 6]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3995557" y="5002986"/>
            <a:ext cx="1295896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3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Nombre del desarrollador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3408706" y="5249701"/>
            <a:ext cx="520121" cy="282100"/>
          </a:xfrm>
          <a:custGeom>
            <a:avLst/>
            <a:gdLst/>
            <a:ahLst/>
            <a:cxnLst/>
            <a:rect l="l" t="t" r="r" b="b"/>
            <a:pathLst>
              <a:path w="520121" h="282100">
                <a:moveTo>
                  <a:pt x="70525" y="0"/>
                </a:moveTo>
                <a:lnTo>
                  <a:pt x="449597" y="0"/>
                </a:lnTo>
                <a:cubicBezTo>
                  <a:pt x="488546" y="0"/>
                  <a:pt x="520121" y="31575"/>
                  <a:pt x="520121" y="70525"/>
                </a:cubicBezTo>
                <a:lnTo>
                  <a:pt x="520121" y="211575"/>
                </a:lnTo>
                <a:cubicBezTo>
                  <a:pt x="520121" y="250525"/>
                  <a:pt x="488546" y="282100"/>
                  <a:pt x="449597" y="282100"/>
                </a:cubicBezTo>
                <a:lnTo>
                  <a:pt x="70525" y="282100"/>
                </a:lnTo>
                <a:cubicBezTo>
                  <a:pt x="31575" y="282100"/>
                  <a:pt x="0" y="250525"/>
                  <a:pt x="0" y="211575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solidFill>
            <a:srgbClr val="EC4899">
              <a:alpha val="20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3514493" y="5331980"/>
            <a:ext cx="357767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3" b="1" dirty="0">
                <a:solidFill>
                  <a:srgbClr val="EC48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DEV 6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3408706" y="5602325"/>
            <a:ext cx="2538898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Enrichment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3408706" y="5849163"/>
            <a:ext cx="2521267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3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Servicio IA desacoplado (mock)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3408706" y="6064533"/>
            <a:ext cx="2468373" cy="7836"/>
          </a:xfrm>
          <a:custGeom>
            <a:avLst/>
            <a:gdLst/>
            <a:ahLst/>
            <a:cxnLst/>
            <a:rect l="l" t="t" r="r" b="b"/>
            <a:pathLst>
              <a:path w="2468373" h="7836">
                <a:moveTo>
                  <a:pt x="0" y="0"/>
                </a:moveTo>
                <a:lnTo>
                  <a:pt x="2468373" y="0"/>
                </a:lnTo>
                <a:lnTo>
                  <a:pt x="2468373" y="7836"/>
                </a:lnTo>
                <a:lnTo>
                  <a:pt x="0" y="7836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75" name="Shape 73"/>
          <p:cNvSpPr/>
          <p:nvPr/>
        </p:nvSpPr>
        <p:spPr>
          <a:xfrm>
            <a:off x="3434051" y="6147669"/>
            <a:ext cx="107991" cy="123419"/>
          </a:xfrm>
          <a:custGeom>
            <a:avLst/>
            <a:gdLst/>
            <a:ahLst/>
            <a:cxnLst/>
            <a:rect l="l" t="t" r="r" b="b"/>
            <a:pathLst>
              <a:path w="107991" h="123419">
                <a:moveTo>
                  <a:pt x="106015" y="48331"/>
                </a:moveTo>
                <a:cubicBezTo>
                  <a:pt x="104159" y="40882"/>
                  <a:pt x="100639" y="35266"/>
                  <a:pt x="93143" y="35266"/>
                </a:cubicBezTo>
                <a:lnTo>
                  <a:pt x="83476" y="35266"/>
                </a:lnTo>
                <a:lnTo>
                  <a:pt x="83476" y="46692"/>
                </a:lnTo>
                <a:cubicBezTo>
                  <a:pt x="83476" y="55563"/>
                  <a:pt x="75956" y="63035"/>
                  <a:pt x="67374" y="63035"/>
                </a:cubicBezTo>
                <a:lnTo>
                  <a:pt x="41630" y="63035"/>
                </a:lnTo>
                <a:cubicBezTo>
                  <a:pt x="34591" y="63035"/>
                  <a:pt x="28758" y="69061"/>
                  <a:pt x="28758" y="76124"/>
                </a:cubicBezTo>
                <a:lnTo>
                  <a:pt x="28758" y="100663"/>
                </a:lnTo>
                <a:cubicBezTo>
                  <a:pt x="28758" y="107654"/>
                  <a:pt x="34832" y="111752"/>
                  <a:pt x="41630" y="113752"/>
                </a:cubicBezTo>
                <a:cubicBezTo>
                  <a:pt x="49777" y="116139"/>
                  <a:pt x="57611" y="116573"/>
                  <a:pt x="67374" y="113752"/>
                </a:cubicBezTo>
                <a:cubicBezTo>
                  <a:pt x="73858" y="111872"/>
                  <a:pt x="80246" y="108088"/>
                  <a:pt x="80246" y="100663"/>
                </a:cubicBezTo>
                <a:lnTo>
                  <a:pt x="80246" y="90853"/>
                </a:lnTo>
                <a:lnTo>
                  <a:pt x="54526" y="90853"/>
                </a:lnTo>
                <a:lnTo>
                  <a:pt x="54526" y="87574"/>
                </a:lnTo>
                <a:lnTo>
                  <a:pt x="93143" y="87574"/>
                </a:lnTo>
                <a:cubicBezTo>
                  <a:pt x="100639" y="87574"/>
                  <a:pt x="103411" y="82343"/>
                  <a:pt x="106015" y="74509"/>
                </a:cubicBezTo>
                <a:cubicBezTo>
                  <a:pt x="108714" y="66434"/>
                  <a:pt x="108594" y="58672"/>
                  <a:pt x="106015" y="48331"/>
                </a:cubicBezTo>
                <a:close/>
                <a:moveTo>
                  <a:pt x="68989" y="107196"/>
                </a:moveTo>
                <a:cubicBezTo>
                  <a:pt x="67154" y="107325"/>
                  <a:pt x="65401" y="106419"/>
                  <a:pt x="64445" y="104848"/>
                </a:cubicBezTo>
                <a:cubicBezTo>
                  <a:pt x="63488" y="103277"/>
                  <a:pt x="63488" y="101304"/>
                  <a:pt x="64445" y="99733"/>
                </a:cubicBezTo>
                <a:cubicBezTo>
                  <a:pt x="65401" y="98162"/>
                  <a:pt x="67154" y="97256"/>
                  <a:pt x="68989" y="97385"/>
                </a:cubicBezTo>
                <a:cubicBezTo>
                  <a:pt x="70824" y="97256"/>
                  <a:pt x="72577" y="98162"/>
                  <a:pt x="73533" y="99733"/>
                </a:cubicBezTo>
                <a:cubicBezTo>
                  <a:pt x="74490" y="101304"/>
                  <a:pt x="74490" y="103277"/>
                  <a:pt x="73533" y="104848"/>
                </a:cubicBezTo>
                <a:cubicBezTo>
                  <a:pt x="72577" y="106419"/>
                  <a:pt x="70824" y="107325"/>
                  <a:pt x="68989" y="107196"/>
                </a:cubicBezTo>
                <a:close/>
                <a:moveTo>
                  <a:pt x="40449" y="59805"/>
                </a:moveTo>
                <a:lnTo>
                  <a:pt x="66193" y="59805"/>
                </a:lnTo>
                <a:cubicBezTo>
                  <a:pt x="73352" y="59805"/>
                  <a:pt x="79065" y="53899"/>
                  <a:pt x="79065" y="46716"/>
                </a:cubicBezTo>
                <a:lnTo>
                  <a:pt x="79065" y="22153"/>
                </a:lnTo>
                <a:cubicBezTo>
                  <a:pt x="79065" y="15162"/>
                  <a:pt x="73183" y="9931"/>
                  <a:pt x="66193" y="8750"/>
                </a:cubicBezTo>
                <a:cubicBezTo>
                  <a:pt x="57563" y="7328"/>
                  <a:pt x="48186" y="7400"/>
                  <a:pt x="40449" y="8774"/>
                </a:cubicBezTo>
                <a:cubicBezTo>
                  <a:pt x="29553" y="10703"/>
                  <a:pt x="27576" y="14728"/>
                  <a:pt x="27576" y="22177"/>
                </a:cubicBezTo>
                <a:lnTo>
                  <a:pt x="27576" y="31988"/>
                </a:lnTo>
                <a:lnTo>
                  <a:pt x="53345" y="31988"/>
                </a:lnTo>
                <a:lnTo>
                  <a:pt x="53345" y="35266"/>
                </a:lnTo>
                <a:lnTo>
                  <a:pt x="17910" y="35266"/>
                </a:lnTo>
                <a:cubicBezTo>
                  <a:pt x="10413" y="35266"/>
                  <a:pt x="3857" y="39774"/>
                  <a:pt x="1808" y="48331"/>
                </a:cubicBezTo>
                <a:cubicBezTo>
                  <a:pt x="-554" y="58142"/>
                  <a:pt x="-651" y="64264"/>
                  <a:pt x="1808" y="74509"/>
                </a:cubicBezTo>
                <a:cubicBezTo>
                  <a:pt x="3640" y="82126"/>
                  <a:pt x="8003" y="87574"/>
                  <a:pt x="15500" y="87574"/>
                </a:cubicBezTo>
                <a:lnTo>
                  <a:pt x="24346" y="87574"/>
                </a:lnTo>
                <a:lnTo>
                  <a:pt x="24346" y="75811"/>
                </a:lnTo>
                <a:cubicBezTo>
                  <a:pt x="24346" y="67302"/>
                  <a:pt x="31698" y="59805"/>
                  <a:pt x="40449" y="59805"/>
                </a:cubicBezTo>
                <a:close/>
                <a:moveTo>
                  <a:pt x="38858" y="15596"/>
                </a:moveTo>
                <a:cubicBezTo>
                  <a:pt x="41572" y="15596"/>
                  <a:pt x="43775" y="17800"/>
                  <a:pt x="43775" y="20514"/>
                </a:cubicBezTo>
                <a:cubicBezTo>
                  <a:pt x="43775" y="23228"/>
                  <a:pt x="41572" y="25431"/>
                  <a:pt x="38858" y="25431"/>
                </a:cubicBezTo>
                <a:cubicBezTo>
                  <a:pt x="36144" y="25431"/>
                  <a:pt x="33940" y="23228"/>
                  <a:pt x="33940" y="20514"/>
                </a:cubicBezTo>
                <a:cubicBezTo>
                  <a:pt x="33940" y="17800"/>
                  <a:pt x="36144" y="15596"/>
                  <a:pt x="38858" y="15596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76" name="Text 74"/>
          <p:cNvSpPr/>
          <p:nvPr/>
        </p:nvSpPr>
        <p:spPr>
          <a:xfrm>
            <a:off x="3633504" y="6138976"/>
            <a:ext cx="414334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3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FastAPI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6170933" y="3870669"/>
            <a:ext cx="2758309" cy="2555550"/>
          </a:xfrm>
          <a:custGeom>
            <a:avLst/>
            <a:gdLst/>
            <a:ahLst/>
            <a:cxnLst/>
            <a:rect l="l" t="t" r="r" b="b"/>
            <a:pathLst>
              <a:path w="2758309" h="2555550">
                <a:moveTo>
                  <a:pt x="105800" y="0"/>
                </a:moveTo>
                <a:lnTo>
                  <a:pt x="2652509" y="0"/>
                </a:lnTo>
                <a:cubicBezTo>
                  <a:pt x="2710941" y="0"/>
                  <a:pt x="2758309" y="47368"/>
                  <a:pt x="2758309" y="105800"/>
                </a:cubicBezTo>
                <a:lnTo>
                  <a:pt x="2758309" y="2449750"/>
                </a:lnTo>
                <a:cubicBezTo>
                  <a:pt x="2758309" y="2508182"/>
                  <a:pt x="2710941" y="2555550"/>
                  <a:pt x="2652509" y="2555550"/>
                </a:cubicBezTo>
                <a:lnTo>
                  <a:pt x="105800" y="2555550"/>
                </a:lnTo>
                <a:cubicBezTo>
                  <a:pt x="47368" y="2555550"/>
                  <a:pt x="0" y="2508182"/>
                  <a:pt x="0" y="2449750"/>
                </a:cubicBezTo>
                <a:lnTo>
                  <a:pt x="0" y="105800"/>
                </a:lnTo>
                <a:cubicBezTo>
                  <a:pt x="0" y="47368"/>
                  <a:pt x="47368" y="0"/>
                  <a:pt x="105800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213135" y="4031309"/>
            <a:ext cx="674885" cy="674885"/>
          </a:xfrm>
          <a:custGeom>
            <a:avLst/>
            <a:gdLst/>
            <a:ahLst/>
            <a:cxnLst/>
            <a:rect l="l" t="t" r="r" b="b"/>
            <a:pathLst>
              <a:path w="674885" h="674885">
                <a:moveTo>
                  <a:pt x="337442" y="0"/>
                </a:moveTo>
                <a:lnTo>
                  <a:pt x="337442" y="0"/>
                </a:lnTo>
                <a:cubicBezTo>
                  <a:pt x="523682" y="0"/>
                  <a:pt x="674885" y="151203"/>
                  <a:pt x="674885" y="337442"/>
                </a:cubicBezTo>
                <a:lnTo>
                  <a:pt x="674885" y="337442"/>
                </a:lnTo>
                <a:cubicBezTo>
                  <a:pt x="674885" y="523682"/>
                  <a:pt x="523682" y="674885"/>
                  <a:pt x="337442" y="674885"/>
                </a:cubicBezTo>
                <a:lnTo>
                  <a:pt x="337442" y="674885"/>
                </a:lnTo>
                <a:cubicBezTo>
                  <a:pt x="151203" y="674885"/>
                  <a:pt x="0" y="523682"/>
                  <a:pt x="0" y="337442"/>
                </a:cubicBezTo>
                <a:lnTo>
                  <a:pt x="0" y="337442"/>
                </a:lnTo>
                <a:cubicBezTo>
                  <a:pt x="0" y="151203"/>
                  <a:pt x="151203" y="0"/>
                  <a:pt x="337442" y="0"/>
                </a:cubicBezTo>
                <a:close/>
              </a:path>
            </a:pathLst>
          </a:custGeom>
          <a:gradFill rotWithShape="1" flip="none">
            <a:gsLst>
              <a:gs pos="0">
                <a:srgbClr val="EF4444"/>
              </a:gs>
              <a:gs pos="100000">
                <a:srgbClr val="DC2626"/>
              </a:gs>
            </a:gsLst>
            <a:lin ang="2700000" scaled="1"/>
          </a:gradFill>
          <a:ln w="45156">
            <a:solidFill>
              <a:srgbClr val="0F172A"/>
            </a:solidFill>
            <a:prstDash val="solid"/>
          </a:ln>
          <a:effectLst>
            <a:outerShdw sx="100000" sy="100000" kx="0" ky="0" algn="bl" rotWithShape="0" blurRad="132234" dist="88156" dir="5400000">
              <a:srgbClr val="000000">
                <a:alpha val="10196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7439035" y="4244843"/>
            <a:ext cx="308547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D7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6893936" y="4791411"/>
            <a:ext cx="1313527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[FOTO DEV 7]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6902752" y="5002986"/>
            <a:ext cx="1295896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3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Nombre del desarrollador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6315901" y="5249701"/>
            <a:ext cx="511306" cy="282100"/>
          </a:xfrm>
          <a:custGeom>
            <a:avLst/>
            <a:gdLst/>
            <a:ahLst/>
            <a:cxnLst/>
            <a:rect l="l" t="t" r="r" b="b"/>
            <a:pathLst>
              <a:path w="511306" h="282100">
                <a:moveTo>
                  <a:pt x="70525" y="0"/>
                </a:moveTo>
                <a:lnTo>
                  <a:pt x="440781" y="0"/>
                </a:lnTo>
                <a:cubicBezTo>
                  <a:pt x="479731" y="0"/>
                  <a:pt x="511306" y="31575"/>
                  <a:pt x="511306" y="70525"/>
                </a:cubicBezTo>
                <a:lnTo>
                  <a:pt x="511306" y="211575"/>
                </a:lnTo>
                <a:cubicBezTo>
                  <a:pt x="511306" y="250525"/>
                  <a:pt x="479731" y="282100"/>
                  <a:pt x="440781" y="282100"/>
                </a:cubicBezTo>
                <a:lnTo>
                  <a:pt x="70525" y="282100"/>
                </a:lnTo>
                <a:cubicBezTo>
                  <a:pt x="31575" y="282100"/>
                  <a:pt x="0" y="250525"/>
                  <a:pt x="0" y="211575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83" name="Text 81"/>
          <p:cNvSpPr/>
          <p:nvPr/>
        </p:nvSpPr>
        <p:spPr>
          <a:xfrm>
            <a:off x="6421688" y="5331980"/>
            <a:ext cx="348952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3" b="1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DEV 7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6315901" y="5602325"/>
            <a:ext cx="2538898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Quality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6315901" y="5849163"/>
            <a:ext cx="2521267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3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Consulta de errores por lote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6315901" y="6064533"/>
            <a:ext cx="2468373" cy="7836"/>
          </a:xfrm>
          <a:custGeom>
            <a:avLst/>
            <a:gdLst/>
            <a:ahLst/>
            <a:cxnLst/>
            <a:rect l="l" t="t" r="r" b="b"/>
            <a:pathLst>
              <a:path w="2468373" h="7836">
                <a:moveTo>
                  <a:pt x="0" y="0"/>
                </a:moveTo>
                <a:lnTo>
                  <a:pt x="2468373" y="0"/>
                </a:lnTo>
                <a:lnTo>
                  <a:pt x="2468373" y="7836"/>
                </a:lnTo>
                <a:lnTo>
                  <a:pt x="0" y="7836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87" name="Shape 85"/>
          <p:cNvSpPr/>
          <p:nvPr/>
        </p:nvSpPr>
        <p:spPr>
          <a:xfrm>
            <a:off x="6341246" y="6147669"/>
            <a:ext cx="107991" cy="123419"/>
          </a:xfrm>
          <a:custGeom>
            <a:avLst/>
            <a:gdLst/>
            <a:ahLst/>
            <a:cxnLst/>
            <a:rect l="l" t="t" r="r" b="b"/>
            <a:pathLst>
              <a:path w="107991" h="123419">
                <a:moveTo>
                  <a:pt x="106015" y="48331"/>
                </a:moveTo>
                <a:cubicBezTo>
                  <a:pt x="104159" y="40882"/>
                  <a:pt x="100639" y="35266"/>
                  <a:pt x="93143" y="35266"/>
                </a:cubicBezTo>
                <a:lnTo>
                  <a:pt x="83476" y="35266"/>
                </a:lnTo>
                <a:lnTo>
                  <a:pt x="83476" y="46692"/>
                </a:lnTo>
                <a:cubicBezTo>
                  <a:pt x="83476" y="55563"/>
                  <a:pt x="75956" y="63035"/>
                  <a:pt x="67374" y="63035"/>
                </a:cubicBezTo>
                <a:lnTo>
                  <a:pt x="41630" y="63035"/>
                </a:lnTo>
                <a:cubicBezTo>
                  <a:pt x="34591" y="63035"/>
                  <a:pt x="28758" y="69061"/>
                  <a:pt x="28758" y="76124"/>
                </a:cubicBezTo>
                <a:lnTo>
                  <a:pt x="28758" y="100663"/>
                </a:lnTo>
                <a:cubicBezTo>
                  <a:pt x="28758" y="107654"/>
                  <a:pt x="34832" y="111752"/>
                  <a:pt x="41630" y="113752"/>
                </a:cubicBezTo>
                <a:cubicBezTo>
                  <a:pt x="49777" y="116139"/>
                  <a:pt x="57611" y="116573"/>
                  <a:pt x="67374" y="113752"/>
                </a:cubicBezTo>
                <a:cubicBezTo>
                  <a:pt x="73858" y="111872"/>
                  <a:pt x="80246" y="108088"/>
                  <a:pt x="80246" y="100663"/>
                </a:cubicBezTo>
                <a:lnTo>
                  <a:pt x="80246" y="90853"/>
                </a:lnTo>
                <a:lnTo>
                  <a:pt x="54526" y="90853"/>
                </a:lnTo>
                <a:lnTo>
                  <a:pt x="54526" y="87574"/>
                </a:lnTo>
                <a:lnTo>
                  <a:pt x="93143" y="87574"/>
                </a:lnTo>
                <a:cubicBezTo>
                  <a:pt x="100639" y="87574"/>
                  <a:pt x="103411" y="82343"/>
                  <a:pt x="106015" y="74509"/>
                </a:cubicBezTo>
                <a:cubicBezTo>
                  <a:pt x="108714" y="66434"/>
                  <a:pt x="108594" y="58672"/>
                  <a:pt x="106015" y="48331"/>
                </a:cubicBezTo>
                <a:close/>
                <a:moveTo>
                  <a:pt x="68989" y="107196"/>
                </a:moveTo>
                <a:cubicBezTo>
                  <a:pt x="67154" y="107325"/>
                  <a:pt x="65401" y="106419"/>
                  <a:pt x="64445" y="104848"/>
                </a:cubicBezTo>
                <a:cubicBezTo>
                  <a:pt x="63488" y="103277"/>
                  <a:pt x="63488" y="101304"/>
                  <a:pt x="64445" y="99733"/>
                </a:cubicBezTo>
                <a:cubicBezTo>
                  <a:pt x="65401" y="98162"/>
                  <a:pt x="67154" y="97256"/>
                  <a:pt x="68989" y="97385"/>
                </a:cubicBezTo>
                <a:cubicBezTo>
                  <a:pt x="70824" y="97256"/>
                  <a:pt x="72577" y="98162"/>
                  <a:pt x="73533" y="99733"/>
                </a:cubicBezTo>
                <a:cubicBezTo>
                  <a:pt x="74490" y="101304"/>
                  <a:pt x="74490" y="103277"/>
                  <a:pt x="73533" y="104848"/>
                </a:cubicBezTo>
                <a:cubicBezTo>
                  <a:pt x="72577" y="106419"/>
                  <a:pt x="70824" y="107325"/>
                  <a:pt x="68989" y="107196"/>
                </a:cubicBezTo>
                <a:close/>
                <a:moveTo>
                  <a:pt x="40449" y="59805"/>
                </a:moveTo>
                <a:lnTo>
                  <a:pt x="66193" y="59805"/>
                </a:lnTo>
                <a:cubicBezTo>
                  <a:pt x="73352" y="59805"/>
                  <a:pt x="79065" y="53899"/>
                  <a:pt x="79065" y="46716"/>
                </a:cubicBezTo>
                <a:lnTo>
                  <a:pt x="79065" y="22153"/>
                </a:lnTo>
                <a:cubicBezTo>
                  <a:pt x="79065" y="15162"/>
                  <a:pt x="73183" y="9931"/>
                  <a:pt x="66193" y="8750"/>
                </a:cubicBezTo>
                <a:cubicBezTo>
                  <a:pt x="57563" y="7328"/>
                  <a:pt x="48186" y="7400"/>
                  <a:pt x="40449" y="8774"/>
                </a:cubicBezTo>
                <a:cubicBezTo>
                  <a:pt x="29553" y="10703"/>
                  <a:pt x="27576" y="14728"/>
                  <a:pt x="27576" y="22177"/>
                </a:cubicBezTo>
                <a:lnTo>
                  <a:pt x="27576" y="31988"/>
                </a:lnTo>
                <a:lnTo>
                  <a:pt x="53345" y="31988"/>
                </a:lnTo>
                <a:lnTo>
                  <a:pt x="53345" y="35266"/>
                </a:lnTo>
                <a:lnTo>
                  <a:pt x="17910" y="35266"/>
                </a:lnTo>
                <a:cubicBezTo>
                  <a:pt x="10413" y="35266"/>
                  <a:pt x="3857" y="39774"/>
                  <a:pt x="1808" y="48331"/>
                </a:cubicBezTo>
                <a:cubicBezTo>
                  <a:pt x="-554" y="58142"/>
                  <a:pt x="-651" y="64264"/>
                  <a:pt x="1808" y="74509"/>
                </a:cubicBezTo>
                <a:cubicBezTo>
                  <a:pt x="3640" y="82126"/>
                  <a:pt x="8003" y="87574"/>
                  <a:pt x="15500" y="87574"/>
                </a:cubicBezTo>
                <a:lnTo>
                  <a:pt x="24346" y="87574"/>
                </a:lnTo>
                <a:lnTo>
                  <a:pt x="24346" y="75811"/>
                </a:lnTo>
                <a:cubicBezTo>
                  <a:pt x="24346" y="67302"/>
                  <a:pt x="31698" y="59805"/>
                  <a:pt x="40449" y="59805"/>
                </a:cubicBezTo>
                <a:close/>
                <a:moveTo>
                  <a:pt x="38858" y="15596"/>
                </a:moveTo>
                <a:cubicBezTo>
                  <a:pt x="41572" y="15596"/>
                  <a:pt x="43775" y="17800"/>
                  <a:pt x="43775" y="20514"/>
                </a:cubicBezTo>
                <a:cubicBezTo>
                  <a:pt x="43775" y="23228"/>
                  <a:pt x="41572" y="25431"/>
                  <a:pt x="38858" y="25431"/>
                </a:cubicBezTo>
                <a:cubicBezTo>
                  <a:pt x="36144" y="25431"/>
                  <a:pt x="33940" y="23228"/>
                  <a:pt x="33940" y="20514"/>
                </a:cubicBezTo>
                <a:cubicBezTo>
                  <a:pt x="33940" y="17800"/>
                  <a:pt x="36144" y="15596"/>
                  <a:pt x="38858" y="15596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88" name="Text 86"/>
          <p:cNvSpPr/>
          <p:nvPr/>
        </p:nvSpPr>
        <p:spPr>
          <a:xfrm>
            <a:off x="6540699" y="6138976"/>
            <a:ext cx="414334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3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FastAPI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9078128" y="3870669"/>
            <a:ext cx="2758309" cy="2555550"/>
          </a:xfrm>
          <a:custGeom>
            <a:avLst/>
            <a:gdLst/>
            <a:ahLst/>
            <a:cxnLst/>
            <a:rect l="l" t="t" r="r" b="b"/>
            <a:pathLst>
              <a:path w="2758309" h="2555550">
                <a:moveTo>
                  <a:pt x="105800" y="0"/>
                </a:moveTo>
                <a:lnTo>
                  <a:pt x="2652509" y="0"/>
                </a:lnTo>
                <a:cubicBezTo>
                  <a:pt x="2710941" y="0"/>
                  <a:pt x="2758309" y="47368"/>
                  <a:pt x="2758309" y="105800"/>
                </a:cubicBezTo>
                <a:lnTo>
                  <a:pt x="2758309" y="2449750"/>
                </a:lnTo>
                <a:cubicBezTo>
                  <a:pt x="2758309" y="2508182"/>
                  <a:pt x="2710941" y="2555550"/>
                  <a:pt x="2652509" y="2555550"/>
                </a:cubicBezTo>
                <a:lnTo>
                  <a:pt x="105800" y="2555550"/>
                </a:lnTo>
                <a:cubicBezTo>
                  <a:pt x="47368" y="2555550"/>
                  <a:pt x="0" y="2508182"/>
                  <a:pt x="0" y="2449750"/>
                </a:cubicBezTo>
                <a:lnTo>
                  <a:pt x="0" y="105800"/>
                </a:lnTo>
                <a:cubicBezTo>
                  <a:pt x="0" y="47368"/>
                  <a:pt x="47368" y="0"/>
                  <a:pt x="105800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0120330" y="4031309"/>
            <a:ext cx="674885" cy="674885"/>
          </a:xfrm>
          <a:custGeom>
            <a:avLst/>
            <a:gdLst/>
            <a:ahLst/>
            <a:cxnLst/>
            <a:rect l="l" t="t" r="r" b="b"/>
            <a:pathLst>
              <a:path w="674885" h="674885">
                <a:moveTo>
                  <a:pt x="337442" y="0"/>
                </a:moveTo>
                <a:lnTo>
                  <a:pt x="337442" y="0"/>
                </a:lnTo>
                <a:cubicBezTo>
                  <a:pt x="523682" y="0"/>
                  <a:pt x="674885" y="151203"/>
                  <a:pt x="674885" y="337442"/>
                </a:cubicBezTo>
                <a:lnTo>
                  <a:pt x="674885" y="337442"/>
                </a:lnTo>
                <a:cubicBezTo>
                  <a:pt x="674885" y="523682"/>
                  <a:pt x="523682" y="674885"/>
                  <a:pt x="337442" y="674885"/>
                </a:cubicBezTo>
                <a:lnTo>
                  <a:pt x="337442" y="674885"/>
                </a:lnTo>
                <a:cubicBezTo>
                  <a:pt x="151203" y="674885"/>
                  <a:pt x="0" y="523682"/>
                  <a:pt x="0" y="337442"/>
                </a:cubicBezTo>
                <a:lnTo>
                  <a:pt x="0" y="337442"/>
                </a:lnTo>
                <a:cubicBezTo>
                  <a:pt x="0" y="151203"/>
                  <a:pt x="151203" y="0"/>
                  <a:pt x="337442" y="0"/>
                </a:cubicBezTo>
                <a:close/>
              </a:path>
            </a:pathLst>
          </a:custGeom>
          <a:gradFill rotWithShape="1" flip="none">
            <a:gsLst>
              <a:gs pos="0">
                <a:srgbClr val="84CC16"/>
              </a:gs>
              <a:gs pos="100000">
                <a:srgbClr val="65A30D"/>
              </a:gs>
            </a:gsLst>
            <a:lin ang="2700000" scaled="1"/>
          </a:gradFill>
          <a:ln w="45156">
            <a:solidFill>
              <a:srgbClr val="0F172A"/>
            </a:solidFill>
            <a:prstDash val="solid"/>
          </a:ln>
          <a:effectLst>
            <a:outerShdw sx="100000" sy="100000" kx="0" ky="0" algn="bl" rotWithShape="0" blurRad="132234" dist="88156" dir="5400000">
              <a:srgbClr val="000000">
                <a:alpha val="10196"/>
              </a:srgbClr>
            </a:outerShdw>
          </a:effectLst>
        </p:spPr>
      </p:sp>
      <p:sp>
        <p:nvSpPr>
          <p:cNvPr id="91" name="Text 89"/>
          <p:cNvSpPr/>
          <p:nvPr/>
        </p:nvSpPr>
        <p:spPr>
          <a:xfrm>
            <a:off x="10336925" y="4244843"/>
            <a:ext cx="326178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D8</a:t>
            </a:r>
            <a:endParaRPr lang="en-US" sz="1600" dirty="0"/>
          </a:p>
        </p:txBody>
      </p:sp>
      <p:sp>
        <p:nvSpPr>
          <p:cNvPr id="92" name="Text 90"/>
          <p:cNvSpPr/>
          <p:nvPr/>
        </p:nvSpPr>
        <p:spPr>
          <a:xfrm>
            <a:off x="9801131" y="4791411"/>
            <a:ext cx="1313527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[FOTO DEV 8]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9809946" y="5002986"/>
            <a:ext cx="1295896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3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Nombre del desarrollador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9223096" y="5249701"/>
            <a:ext cx="520121" cy="282100"/>
          </a:xfrm>
          <a:custGeom>
            <a:avLst/>
            <a:gdLst/>
            <a:ahLst/>
            <a:cxnLst/>
            <a:rect l="l" t="t" r="r" b="b"/>
            <a:pathLst>
              <a:path w="520121" h="282100">
                <a:moveTo>
                  <a:pt x="70525" y="0"/>
                </a:moveTo>
                <a:lnTo>
                  <a:pt x="449597" y="0"/>
                </a:lnTo>
                <a:cubicBezTo>
                  <a:pt x="488546" y="0"/>
                  <a:pt x="520121" y="31575"/>
                  <a:pt x="520121" y="70525"/>
                </a:cubicBezTo>
                <a:lnTo>
                  <a:pt x="520121" y="211575"/>
                </a:lnTo>
                <a:cubicBezTo>
                  <a:pt x="520121" y="250525"/>
                  <a:pt x="488546" y="282100"/>
                  <a:pt x="449597" y="282100"/>
                </a:cubicBezTo>
                <a:lnTo>
                  <a:pt x="70525" y="282100"/>
                </a:lnTo>
                <a:cubicBezTo>
                  <a:pt x="31575" y="282100"/>
                  <a:pt x="0" y="250525"/>
                  <a:pt x="0" y="211575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solidFill>
            <a:srgbClr val="84CC16">
              <a:alpha val="20000"/>
            </a:srgbClr>
          </a:solidFill>
          <a:ln/>
        </p:spPr>
      </p:sp>
      <p:sp>
        <p:nvSpPr>
          <p:cNvPr id="95" name="Text 93"/>
          <p:cNvSpPr/>
          <p:nvPr/>
        </p:nvSpPr>
        <p:spPr>
          <a:xfrm>
            <a:off x="9328884" y="5331980"/>
            <a:ext cx="360094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3" b="1" dirty="0">
                <a:solidFill>
                  <a:srgbClr val="84CC1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DEV 8</a:t>
            </a:r>
            <a:endParaRPr lang="en-US" sz="1600" dirty="0"/>
          </a:p>
        </p:txBody>
      </p:sp>
      <p:sp>
        <p:nvSpPr>
          <p:cNvPr id="96" name="Text 94"/>
          <p:cNvSpPr/>
          <p:nvPr/>
        </p:nvSpPr>
        <p:spPr>
          <a:xfrm>
            <a:off x="9223096" y="5602325"/>
            <a:ext cx="2538898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Config + BFF/Gateway</a:t>
            </a:r>
            <a:endParaRPr lang="en-US" sz="1600" dirty="0"/>
          </a:p>
        </p:txBody>
      </p:sp>
      <p:sp>
        <p:nvSpPr>
          <p:cNvPr id="97" name="Text 95"/>
          <p:cNvSpPr/>
          <p:nvPr/>
        </p:nvSpPr>
        <p:spPr>
          <a:xfrm>
            <a:off x="9223096" y="5849163"/>
            <a:ext cx="2521267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3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Configuración y API Gateway</a:t>
            </a:r>
            <a:endParaRPr lang="en-US" sz="1600" dirty="0"/>
          </a:p>
        </p:txBody>
      </p:sp>
      <p:sp>
        <p:nvSpPr>
          <p:cNvPr id="98" name="Shape 96"/>
          <p:cNvSpPr/>
          <p:nvPr/>
        </p:nvSpPr>
        <p:spPr>
          <a:xfrm>
            <a:off x="9223096" y="6064533"/>
            <a:ext cx="2468373" cy="7836"/>
          </a:xfrm>
          <a:custGeom>
            <a:avLst/>
            <a:gdLst/>
            <a:ahLst/>
            <a:cxnLst/>
            <a:rect l="l" t="t" r="r" b="b"/>
            <a:pathLst>
              <a:path w="2468373" h="7836">
                <a:moveTo>
                  <a:pt x="0" y="0"/>
                </a:moveTo>
                <a:lnTo>
                  <a:pt x="2468373" y="0"/>
                </a:lnTo>
                <a:lnTo>
                  <a:pt x="2468373" y="7836"/>
                </a:lnTo>
                <a:lnTo>
                  <a:pt x="0" y="7836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99" name="Shape 97"/>
          <p:cNvSpPr/>
          <p:nvPr/>
        </p:nvSpPr>
        <p:spPr>
          <a:xfrm>
            <a:off x="9248441" y="6147669"/>
            <a:ext cx="107991" cy="123419"/>
          </a:xfrm>
          <a:custGeom>
            <a:avLst/>
            <a:gdLst/>
            <a:ahLst/>
            <a:cxnLst/>
            <a:rect l="l" t="t" r="r" b="b"/>
            <a:pathLst>
              <a:path w="107991" h="123419">
                <a:moveTo>
                  <a:pt x="106015" y="48331"/>
                </a:moveTo>
                <a:cubicBezTo>
                  <a:pt x="104159" y="40882"/>
                  <a:pt x="100639" y="35266"/>
                  <a:pt x="93143" y="35266"/>
                </a:cubicBezTo>
                <a:lnTo>
                  <a:pt x="83476" y="35266"/>
                </a:lnTo>
                <a:lnTo>
                  <a:pt x="83476" y="46692"/>
                </a:lnTo>
                <a:cubicBezTo>
                  <a:pt x="83476" y="55563"/>
                  <a:pt x="75956" y="63035"/>
                  <a:pt x="67374" y="63035"/>
                </a:cubicBezTo>
                <a:lnTo>
                  <a:pt x="41630" y="63035"/>
                </a:lnTo>
                <a:cubicBezTo>
                  <a:pt x="34591" y="63035"/>
                  <a:pt x="28758" y="69061"/>
                  <a:pt x="28758" y="76124"/>
                </a:cubicBezTo>
                <a:lnTo>
                  <a:pt x="28758" y="100663"/>
                </a:lnTo>
                <a:cubicBezTo>
                  <a:pt x="28758" y="107654"/>
                  <a:pt x="34832" y="111752"/>
                  <a:pt x="41630" y="113752"/>
                </a:cubicBezTo>
                <a:cubicBezTo>
                  <a:pt x="49777" y="116139"/>
                  <a:pt x="57611" y="116573"/>
                  <a:pt x="67374" y="113752"/>
                </a:cubicBezTo>
                <a:cubicBezTo>
                  <a:pt x="73858" y="111872"/>
                  <a:pt x="80246" y="108088"/>
                  <a:pt x="80246" y="100663"/>
                </a:cubicBezTo>
                <a:lnTo>
                  <a:pt x="80246" y="90853"/>
                </a:lnTo>
                <a:lnTo>
                  <a:pt x="54526" y="90853"/>
                </a:lnTo>
                <a:lnTo>
                  <a:pt x="54526" y="87574"/>
                </a:lnTo>
                <a:lnTo>
                  <a:pt x="93143" y="87574"/>
                </a:lnTo>
                <a:cubicBezTo>
                  <a:pt x="100639" y="87574"/>
                  <a:pt x="103411" y="82343"/>
                  <a:pt x="106015" y="74509"/>
                </a:cubicBezTo>
                <a:cubicBezTo>
                  <a:pt x="108714" y="66434"/>
                  <a:pt x="108594" y="58672"/>
                  <a:pt x="106015" y="48331"/>
                </a:cubicBezTo>
                <a:close/>
                <a:moveTo>
                  <a:pt x="68989" y="107196"/>
                </a:moveTo>
                <a:cubicBezTo>
                  <a:pt x="67154" y="107325"/>
                  <a:pt x="65401" y="106419"/>
                  <a:pt x="64445" y="104848"/>
                </a:cubicBezTo>
                <a:cubicBezTo>
                  <a:pt x="63488" y="103277"/>
                  <a:pt x="63488" y="101304"/>
                  <a:pt x="64445" y="99733"/>
                </a:cubicBezTo>
                <a:cubicBezTo>
                  <a:pt x="65401" y="98162"/>
                  <a:pt x="67154" y="97256"/>
                  <a:pt x="68989" y="97385"/>
                </a:cubicBezTo>
                <a:cubicBezTo>
                  <a:pt x="70824" y="97256"/>
                  <a:pt x="72577" y="98162"/>
                  <a:pt x="73533" y="99733"/>
                </a:cubicBezTo>
                <a:cubicBezTo>
                  <a:pt x="74490" y="101304"/>
                  <a:pt x="74490" y="103277"/>
                  <a:pt x="73533" y="104848"/>
                </a:cubicBezTo>
                <a:cubicBezTo>
                  <a:pt x="72577" y="106419"/>
                  <a:pt x="70824" y="107325"/>
                  <a:pt x="68989" y="107196"/>
                </a:cubicBezTo>
                <a:close/>
                <a:moveTo>
                  <a:pt x="40449" y="59805"/>
                </a:moveTo>
                <a:lnTo>
                  <a:pt x="66193" y="59805"/>
                </a:lnTo>
                <a:cubicBezTo>
                  <a:pt x="73352" y="59805"/>
                  <a:pt x="79065" y="53899"/>
                  <a:pt x="79065" y="46716"/>
                </a:cubicBezTo>
                <a:lnTo>
                  <a:pt x="79065" y="22153"/>
                </a:lnTo>
                <a:cubicBezTo>
                  <a:pt x="79065" y="15162"/>
                  <a:pt x="73183" y="9931"/>
                  <a:pt x="66193" y="8750"/>
                </a:cubicBezTo>
                <a:cubicBezTo>
                  <a:pt x="57563" y="7328"/>
                  <a:pt x="48186" y="7400"/>
                  <a:pt x="40449" y="8774"/>
                </a:cubicBezTo>
                <a:cubicBezTo>
                  <a:pt x="29553" y="10703"/>
                  <a:pt x="27576" y="14728"/>
                  <a:pt x="27576" y="22177"/>
                </a:cubicBezTo>
                <a:lnTo>
                  <a:pt x="27576" y="31988"/>
                </a:lnTo>
                <a:lnTo>
                  <a:pt x="53345" y="31988"/>
                </a:lnTo>
                <a:lnTo>
                  <a:pt x="53345" y="35266"/>
                </a:lnTo>
                <a:lnTo>
                  <a:pt x="17910" y="35266"/>
                </a:lnTo>
                <a:cubicBezTo>
                  <a:pt x="10413" y="35266"/>
                  <a:pt x="3857" y="39774"/>
                  <a:pt x="1808" y="48331"/>
                </a:cubicBezTo>
                <a:cubicBezTo>
                  <a:pt x="-554" y="58142"/>
                  <a:pt x="-651" y="64264"/>
                  <a:pt x="1808" y="74509"/>
                </a:cubicBezTo>
                <a:cubicBezTo>
                  <a:pt x="3640" y="82126"/>
                  <a:pt x="8003" y="87574"/>
                  <a:pt x="15500" y="87574"/>
                </a:cubicBezTo>
                <a:lnTo>
                  <a:pt x="24346" y="87574"/>
                </a:lnTo>
                <a:lnTo>
                  <a:pt x="24346" y="75811"/>
                </a:lnTo>
                <a:cubicBezTo>
                  <a:pt x="24346" y="67302"/>
                  <a:pt x="31698" y="59805"/>
                  <a:pt x="40449" y="59805"/>
                </a:cubicBezTo>
                <a:close/>
                <a:moveTo>
                  <a:pt x="38858" y="15596"/>
                </a:moveTo>
                <a:cubicBezTo>
                  <a:pt x="41572" y="15596"/>
                  <a:pt x="43775" y="17800"/>
                  <a:pt x="43775" y="20514"/>
                </a:cubicBezTo>
                <a:cubicBezTo>
                  <a:pt x="43775" y="23228"/>
                  <a:pt x="41572" y="25431"/>
                  <a:pt x="38858" y="25431"/>
                </a:cubicBezTo>
                <a:cubicBezTo>
                  <a:pt x="36144" y="25431"/>
                  <a:pt x="33940" y="23228"/>
                  <a:pt x="33940" y="20514"/>
                </a:cubicBezTo>
                <a:cubicBezTo>
                  <a:pt x="33940" y="17800"/>
                  <a:pt x="36144" y="15596"/>
                  <a:pt x="38858" y="15596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00" name="Text 98"/>
          <p:cNvSpPr/>
          <p:nvPr/>
        </p:nvSpPr>
        <p:spPr>
          <a:xfrm>
            <a:off x="9447895" y="6138976"/>
            <a:ext cx="414334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3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FastAPI</a:t>
            </a:r>
            <a:endParaRPr lang="en-US" sz="1600" dirty="0"/>
          </a:p>
        </p:txBody>
      </p:sp>
      <p:sp>
        <p:nvSpPr>
          <p:cNvPr id="101" name="Shape 99"/>
          <p:cNvSpPr/>
          <p:nvPr/>
        </p:nvSpPr>
        <p:spPr>
          <a:xfrm>
            <a:off x="352625" y="6573758"/>
            <a:ext cx="11486751" cy="7836"/>
          </a:xfrm>
          <a:custGeom>
            <a:avLst/>
            <a:gdLst/>
            <a:ahLst/>
            <a:cxnLst/>
            <a:rect l="l" t="t" r="r" b="b"/>
            <a:pathLst>
              <a:path w="11486751" h="7836">
                <a:moveTo>
                  <a:pt x="0" y="0"/>
                </a:moveTo>
                <a:lnTo>
                  <a:pt x="11486751" y="0"/>
                </a:lnTo>
                <a:lnTo>
                  <a:pt x="11486751" y="7836"/>
                </a:lnTo>
                <a:lnTo>
                  <a:pt x="0" y="7836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102" name="Shape 100"/>
          <p:cNvSpPr/>
          <p:nvPr/>
        </p:nvSpPr>
        <p:spPr>
          <a:xfrm>
            <a:off x="4305695" y="6718726"/>
            <a:ext cx="105787" cy="105787"/>
          </a:xfrm>
          <a:custGeom>
            <a:avLst/>
            <a:gdLst/>
            <a:ahLst/>
            <a:cxnLst/>
            <a:rect l="l" t="t" r="r" b="b"/>
            <a:pathLst>
              <a:path w="105787" h="105787">
                <a:moveTo>
                  <a:pt x="52894" y="0"/>
                </a:moveTo>
                <a:lnTo>
                  <a:pt x="52894" y="0"/>
                </a:lnTo>
                <a:cubicBezTo>
                  <a:pt x="82087" y="0"/>
                  <a:pt x="105787" y="23701"/>
                  <a:pt x="105787" y="52894"/>
                </a:cubicBezTo>
                <a:lnTo>
                  <a:pt x="105787" y="52894"/>
                </a:lnTo>
                <a:cubicBezTo>
                  <a:pt x="105787" y="82087"/>
                  <a:pt x="82087" y="105787"/>
                  <a:pt x="52894" y="105787"/>
                </a:cubicBezTo>
                <a:lnTo>
                  <a:pt x="52894" y="105787"/>
                </a:lnTo>
                <a:cubicBezTo>
                  <a:pt x="23701" y="105787"/>
                  <a:pt x="0" y="82087"/>
                  <a:pt x="0" y="52894"/>
                </a:cubicBezTo>
                <a:lnTo>
                  <a:pt x="0" y="52894"/>
                </a:lnTo>
                <a:cubicBezTo>
                  <a:pt x="0" y="23701"/>
                  <a:pt x="23701" y="0"/>
                  <a:pt x="52894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03" name="Text 101"/>
          <p:cNvSpPr/>
          <p:nvPr/>
        </p:nvSpPr>
        <p:spPr>
          <a:xfrm>
            <a:off x="4482007" y="6683463"/>
            <a:ext cx="1013796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Backend FastAPI</a:t>
            </a:r>
            <a:endParaRPr lang="en-US" sz="1600" dirty="0"/>
          </a:p>
        </p:txBody>
      </p:sp>
      <p:sp>
        <p:nvSpPr>
          <p:cNvPr id="104" name="Shape 102"/>
          <p:cNvSpPr/>
          <p:nvPr/>
        </p:nvSpPr>
        <p:spPr>
          <a:xfrm>
            <a:off x="5642118" y="6718726"/>
            <a:ext cx="105787" cy="105787"/>
          </a:xfrm>
          <a:custGeom>
            <a:avLst/>
            <a:gdLst/>
            <a:ahLst/>
            <a:cxnLst/>
            <a:rect l="l" t="t" r="r" b="b"/>
            <a:pathLst>
              <a:path w="105787" h="105787">
                <a:moveTo>
                  <a:pt x="52894" y="0"/>
                </a:moveTo>
                <a:lnTo>
                  <a:pt x="52894" y="0"/>
                </a:lnTo>
                <a:cubicBezTo>
                  <a:pt x="82087" y="0"/>
                  <a:pt x="105787" y="23701"/>
                  <a:pt x="105787" y="52894"/>
                </a:cubicBezTo>
                <a:lnTo>
                  <a:pt x="105787" y="52894"/>
                </a:lnTo>
                <a:cubicBezTo>
                  <a:pt x="105787" y="82087"/>
                  <a:pt x="82087" y="105787"/>
                  <a:pt x="52894" y="105787"/>
                </a:cubicBezTo>
                <a:lnTo>
                  <a:pt x="52894" y="105787"/>
                </a:lnTo>
                <a:cubicBezTo>
                  <a:pt x="23701" y="105787"/>
                  <a:pt x="0" y="82087"/>
                  <a:pt x="0" y="52894"/>
                </a:cubicBezTo>
                <a:lnTo>
                  <a:pt x="0" y="52894"/>
                </a:lnTo>
                <a:cubicBezTo>
                  <a:pt x="0" y="23701"/>
                  <a:pt x="23701" y="0"/>
                  <a:pt x="52894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05" name="Text 103"/>
          <p:cNvSpPr/>
          <p:nvPr/>
        </p:nvSpPr>
        <p:spPr>
          <a:xfrm>
            <a:off x="5818431" y="6683463"/>
            <a:ext cx="934456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Frontend React</a:t>
            </a:r>
            <a:endParaRPr lang="en-US" sz="1600" dirty="0"/>
          </a:p>
        </p:txBody>
      </p:sp>
      <p:sp>
        <p:nvSpPr>
          <p:cNvPr id="106" name="Shape 104"/>
          <p:cNvSpPr/>
          <p:nvPr/>
        </p:nvSpPr>
        <p:spPr>
          <a:xfrm>
            <a:off x="6902139" y="6718726"/>
            <a:ext cx="105787" cy="105787"/>
          </a:xfrm>
          <a:custGeom>
            <a:avLst/>
            <a:gdLst/>
            <a:ahLst/>
            <a:cxnLst/>
            <a:rect l="l" t="t" r="r" b="b"/>
            <a:pathLst>
              <a:path w="105787" h="105787">
                <a:moveTo>
                  <a:pt x="52894" y="0"/>
                </a:moveTo>
                <a:lnTo>
                  <a:pt x="52894" y="0"/>
                </a:lnTo>
                <a:cubicBezTo>
                  <a:pt x="82087" y="0"/>
                  <a:pt x="105787" y="23701"/>
                  <a:pt x="105787" y="52894"/>
                </a:cubicBezTo>
                <a:lnTo>
                  <a:pt x="105787" y="52894"/>
                </a:lnTo>
                <a:cubicBezTo>
                  <a:pt x="105787" y="82087"/>
                  <a:pt x="82087" y="105787"/>
                  <a:pt x="52894" y="105787"/>
                </a:cubicBezTo>
                <a:lnTo>
                  <a:pt x="52894" y="105787"/>
                </a:lnTo>
                <a:cubicBezTo>
                  <a:pt x="23701" y="105787"/>
                  <a:pt x="0" y="82087"/>
                  <a:pt x="0" y="52894"/>
                </a:cubicBezTo>
                <a:lnTo>
                  <a:pt x="0" y="52894"/>
                </a:lnTo>
                <a:cubicBezTo>
                  <a:pt x="0" y="23701"/>
                  <a:pt x="23701" y="0"/>
                  <a:pt x="52894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07" name="Text 105"/>
          <p:cNvSpPr/>
          <p:nvPr/>
        </p:nvSpPr>
        <p:spPr>
          <a:xfrm>
            <a:off x="7078452" y="6683463"/>
            <a:ext cx="872746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Microservicios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285750"/>
                </a:lnTo>
                <a:cubicBezTo>
                  <a:pt x="38100" y="296264"/>
                  <a:pt x="29564" y="304800"/>
                  <a:pt x="19050" y="304800"/>
                </a:cubicBezTo>
                <a:lnTo>
                  <a:pt x="19050" y="304800"/>
                </a:lnTo>
                <a:cubicBezTo>
                  <a:pt x="8536" y="304800"/>
                  <a:pt x="0" y="296264"/>
                  <a:pt x="0" y="285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EF4444"/>
              </a:gs>
              <a:gs pos="0">
                <a:srgbClr val="FFFFFF"/>
              </a:gs>
              <a:gs pos="100000">
                <a:srgbClr val="F59E0B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33400" y="381000"/>
            <a:ext cx="4171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El Problema de Negocio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realidad actual del inventario bibliográfico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233" y="1223433"/>
            <a:ext cx="5609167" cy="5256742"/>
          </a:xfrm>
          <a:custGeom>
            <a:avLst/>
            <a:gdLst/>
            <a:ahLst/>
            <a:cxnLst/>
            <a:rect l="l" t="t" r="r" b="b"/>
            <a:pathLst>
              <a:path w="5609167" h="5256742">
                <a:moveTo>
                  <a:pt x="114282" y="0"/>
                </a:moveTo>
                <a:lnTo>
                  <a:pt x="5494885" y="0"/>
                </a:lnTo>
                <a:cubicBezTo>
                  <a:pt x="5558001" y="0"/>
                  <a:pt x="5609167" y="51166"/>
                  <a:pt x="5609167" y="114282"/>
                </a:cubicBezTo>
                <a:lnTo>
                  <a:pt x="5609167" y="5142460"/>
                </a:lnTo>
                <a:cubicBezTo>
                  <a:pt x="5609167" y="5205576"/>
                  <a:pt x="5558001" y="5256742"/>
                  <a:pt x="5494885" y="5256742"/>
                </a:cubicBezTo>
                <a:lnTo>
                  <a:pt x="114282" y="5256742"/>
                </a:lnTo>
                <a:cubicBezTo>
                  <a:pt x="51166" y="5256742"/>
                  <a:pt x="0" y="5205576"/>
                  <a:pt x="0" y="5142460"/>
                </a:cubicBezTo>
                <a:lnTo>
                  <a:pt x="0" y="114282"/>
                </a:lnTo>
                <a:cubicBezTo>
                  <a:pt x="0" y="51208"/>
                  <a:pt x="51208" y="0"/>
                  <a:pt x="114282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9967" y="141816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13317" y="155151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151467" y="1494367"/>
            <a:ext cx="2209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La Realidad Actual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9967" y="2027767"/>
            <a:ext cx="5219700" cy="609600"/>
          </a:xfrm>
          <a:custGeom>
            <a:avLst/>
            <a:gdLst/>
            <a:ahLst/>
            <a:cxnLst/>
            <a:rect l="l" t="t" r="r" b="b"/>
            <a:pathLst>
              <a:path w="5219700" h="609600">
                <a:moveTo>
                  <a:pt x="76200" y="0"/>
                </a:moveTo>
                <a:lnTo>
                  <a:pt x="5143500" y="0"/>
                </a:lnTo>
                <a:cubicBezTo>
                  <a:pt x="5185556" y="0"/>
                  <a:pt x="5219700" y="34144"/>
                  <a:pt x="5219700" y="76200"/>
                </a:cubicBezTo>
                <a:lnTo>
                  <a:pt x="5219700" y="533400"/>
                </a:lnTo>
                <a:cubicBezTo>
                  <a:pt x="5219700" y="575456"/>
                  <a:pt x="5185556" y="609600"/>
                  <a:pt x="51435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0" name="Shape 8"/>
          <p:cNvSpPr/>
          <p:nvPr/>
        </p:nvSpPr>
        <p:spPr>
          <a:xfrm>
            <a:off x="713317" y="2161117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48816" y="79385"/>
                </a:moveTo>
                <a:cubicBezTo>
                  <a:pt x="46613" y="76111"/>
                  <a:pt x="42178" y="75218"/>
                  <a:pt x="38904" y="77391"/>
                </a:cubicBezTo>
                <a:cubicBezTo>
                  <a:pt x="35629" y="79564"/>
                  <a:pt x="34736" y="84028"/>
                  <a:pt x="36909" y="87303"/>
                </a:cubicBezTo>
                <a:lnTo>
                  <a:pt x="48578" y="104775"/>
                </a:lnTo>
                <a:lnTo>
                  <a:pt x="36909" y="122247"/>
                </a:lnTo>
                <a:cubicBezTo>
                  <a:pt x="34707" y="125522"/>
                  <a:pt x="35600" y="129957"/>
                  <a:pt x="38904" y="132159"/>
                </a:cubicBezTo>
                <a:cubicBezTo>
                  <a:pt x="42208" y="134362"/>
                  <a:pt x="46613" y="133469"/>
                  <a:pt x="48816" y="130165"/>
                </a:cubicBezTo>
                <a:lnTo>
                  <a:pt x="57150" y="117664"/>
                </a:lnTo>
                <a:lnTo>
                  <a:pt x="65484" y="130165"/>
                </a:lnTo>
                <a:cubicBezTo>
                  <a:pt x="67687" y="133439"/>
                  <a:pt x="72122" y="134332"/>
                  <a:pt x="75396" y="132159"/>
                </a:cubicBezTo>
                <a:cubicBezTo>
                  <a:pt x="78671" y="129986"/>
                  <a:pt x="79564" y="125522"/>
                  <a:pt x="77391" y="122247"/>
                </a:cubicBezTo>
                <a:lnTo>
                  <a:pt x="65723" y="104775"/>
                </a:lnTo>
                <a:lnTo>
                  <a:pt x="77391" y="87303"/>
                </a:lnTo>
                <a:cubicBezTo>
                  <a:pt x="79593" y="84028"/>
                  <a:pt x="78700" y="79593"/>
                  <a:pt x="75396" y="77391"/>
                </a:cubicBezTo>
                <a:cubicBezTo>
                  <a:pt x="72092" y="75188"/>
                  <a:pt x="67687" y="76081"/>
                  <a:pt x="65484" y="79385"/>
                </a:cubicBezTo>
                <a:lnTo>
                  <a:pt x="57150" y="91886"/>
                </a:lnTo>
                <a:lnTo>
                  <a:pt x="48816" y="79385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980017" y="2123017"/>
            <a:ext cx="2752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Inventarios en Excel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80017" y="2351617"/>
            <a:ext cx="2743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Hojas de cálculo sin estructura ni validación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9967" y="2732617"/>
            <a:ext cx="5219700" cy="609600"/>
          </a:xfrm>
          <a:custGeom>
            <a:avLst/>
            <a:gdLst/>
            <a:ahLst/>
            <a:cxnLst/>
            <a:rect l="l" t="t" r="r" b="b"/>
            <a:pathLst>
              <a:path w="5219700" h="609600">
                <a:moveTo>
                  <a:pt x="76200" y="0"/>
                </a:moveTo>
                <a:lnTo>
                  <a:pt x="5143500" y="0"/>
                </a:lnTo>
                <a:cubicBezTo>
                  <a:pt x="5185556" y="0"/>
                  <a:pt x="5219700" y="34144"/>
                  <a:pt x="5219700" y="76200"/>
                </a:cubicBezTo>
                <a:lnTo>
                  <a:pt x="5219700" y="533400"/>
                </a:lnTo>
                <a:cubicBezTo>
                  <a:pt x="5219700" y="575456"/>
                  <a:pt x="5185556" y="609600"/>
                  <a:pt x="51435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4" name="Shape 12"/>
          <p:cNvSpPr/>
          <p:nvPr/>
        </p:nvSpPr>
        <p:spPr>
          <a:xfrm>
            <a:off x="694267" y="286596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85725" y="133350"/>
                </a:moveTo>
                <a:lnTo>
                  <a:pt x="19050" y="133350"/>
                </a:lnTo>
                <a:lnTo>
                  <a:pt x="19050" y="66675"/>
                </a:lnTo>
                <a:lnTo>
                  <a:pt x="33338" y="66675"/>
                </a:lnTo>
                <a:lnTo>
                  <a:pt x="33338" y="47625"/>
                </a:lnTo>
                <a:lnTo>
                  <a:pt x="19050" y="47625"/>
                </a:lnTo>
                <a:cubicBezTo>
                  <a:pt x="8543" y="47625"/>
                  <a:pt x="0" y="56168"/>
                  <a:pt x="0" y="66675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85725" y="152400"/>
                </a:lnTo>
                <a:cubicBezTo>
                  <a:pt x="96232" y="152400"/>
                  <a:pt x="104775" y="143857"/>
                  <a:pt x="104775" y="133350"/>
                </a:cubicBezTo>
                <a:lnTo>
                  <a:pt x="104775" y="119062"/>
                </a:lnTo>
                <a:lnTo>
                  <a:pt x="85725" y="119062"/>
                </a:lnTo>
                <a:lnTo>
                  <a:pt x="85725" y="133350"/>
                </a:lnTo>
                <a:close/>
                <a:moveTo>
                  <a:pt x="66675" y="104775"/>
                </a:moveTo>
                <a:lnTo>
                  <a:pt x="133350" y="104775"/>
                </a:lnTo>
                <a:cubicBezTo>
                  <a:pt x="143857" y="104775"/>
                  <a:pt x="152400" y="96232"/>
                  <a:pt x="152400" y="85725"/>
                </a:cubicBezTo>
                <a:lnTo>
                  <a:pt x="152400" y="19050"/>
                </a:lnTo>
                <a:cubicBezTo>
                  <a:pt x="152400" y="8543"/>
                  <a:pt x="143857" y="0"/>
                  <a:pt x="133350" y="0"/>
                </a:cubicBezTo>
                <a:lnTo>
                  <a:pt x="66675" y="0"/>
                </a:lnTo>
                <a:cubicBezTo>
                  <a:pt x="56168" y="0"/>
                  <a:pt x="47625" y="8543"/>
                  <a:pt x="47625" y="19050"/>
                </a:cubicBezTo>
                <a:lnTo>
                  <a:pt x="47625" y="85725"/>
                </a:lnTo>
                <a:cubicBezTo>
                  <a:pt x="47625" y="96232"/>
                  <a:pt x="56168" y="104775"/>
                  <a:pt x="66675" y="104775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980017" y="2827867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Datos Duplicados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80017" y="3056467"/>
            <a:ext cx="2847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Múltiples registros del mismo libro sin control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9967" y="3437467"/>
            <a:ext cx="5219700" cy="609600"/>
          </a:xfrm>
          <a:custGeom>
            <a:avLst/>
            <a:gdLst/>
            <a:ahLst/>
            <a:cxnLst/>
            <a:rect l="l" t="t" r="r" b="b"/>
            <a:pathLst>
              <a:path w="5219700" h="609600">
                <a:moveTo>
                  <a:pt x="76200" y="0"/>
                </a:moveTo>
                <a:lnTo>
                  <a:pt x="5143500" y="0"/>
                </a:lnTo>
                <a:cubicBezTo>
                  <a:pt x="5185556" y="0"/>
                  <a:pt x="5219700" y="34144"/>
                  <a:pt x="5219700" y="76200"/>
                </a:cubicBezTo>
                <a:lnTo>
                  <a:pt x="5219700" y="533400"/>
                </a:lnTo>
                <a:cubicBezTo>
                  <a:pt x="5219700" y="575456"/>
                  <a:pt x="5185556" y="609600"/>
                  <a:pt x="51435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8" name="Shape 16"/>
          <p:cNvSpPr/>
          <p:nvPr/>
        </p:nvSpPr>
        <p:spPr>
          <a:xfrm>
            <a:off x="694267" y="357081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980017" y="3532717"/>
            <a:ext cx="2219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Metadatos Incompletos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80017" y="3761317"/>
            <a:ext cx="2209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Falta ISBN, editorial, año, categoría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9967" y="4142317"/>
            <a:ext cx="5219700" cy="609600"/>
          </a:xfrm>
          <a:custGeom>
            <a:avLst/>
            <a:gdLst/>
            <a:ahLst/>
            <a:cxnLst/>
            <a:rect l="l" t="t" r="r" b="b"/>
            <a:pathLst>
              <a:path w="5219700" h="609600">
                <a:moveTo>
                  <a:pt x="76200" y="0"/>
                </a:moveTo>
                <a:lnTo>
                  <a:pt x="5143500" y="0"/>
                </a:lnTo>
                <a:cubicBezTo>
                  <a:pt x="5185556" y="0"/>
                  <a:pt x="5219700" y="34144"/>
                  <a:pt x="5219700" y="76200"/>
                </a:cubicBezTo>
                <a:lnTo>
                  <a:pt x="5219700" y="533400"/>
                </a:lnTo>
                <a:cubicBezTo>
                  <a:pt x="5219700" y="575456"/>
                  <a:pt x="5185556" y="609600"/>
                  <a:pt x="51435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2" name="Shape 20"/>
          <p:cNvSpPr/>
          <p:nvPr/>
        </p:nvSpPr>
        <p:spPr>
          <a:xfrm>
            <a:off x="722842" y="4275667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40481" y="7144"/>
                </a:moveTo>
                <a:cubicBezTo>
                  <a:pt x="40481" y="3185"/>
                  <a:pt x="43666" y="0"/>
                  <a:pt x="47625" y="0"/>
                </a:cubicBezTo>
                <a:cubicBezTo>
                  <a:pt x="51584" y="0"/>
                  <a:pt x="54769" y="3185"/>
                  <a:pt x="54769" y="7144"/>
                </a:cubicBezTo>
                <a:lnTo>
                  <a:pt x="54769" y="19050"/>
                </a:lnTo>
                <a:lnTo>
                  <a:pt x="71438" y="19050"/>
                </a:lnTo>
                <a:cubicBezTo>
                  <a:pt x="76706" y="19050"/>
                  <a:pt x="80962" y="23306"/>
                  <a:pt x="80962" y="28575"/>
                </a:cubicBezTo>
                <a:cubicBezTo>
                  <a:pt x="80962" y="33844"/>
                  <a:pt x="76706" y="38100"/>
                  <a:pt x="71438" y="38100"/>
                </a:cubicBezTo>
                <a:lnTo>
                  <a:pt x="37237" y="38100"/>
                </a:lnTo>
                <a:cubicBezTo>
                  <a:pt x="29825" y="38100"/>
                  <a:pt x="23813" y="44113"/>
                  <a:pt x="23813" y="51524"/>
                </a:cubicBezTo>
                <a:cubicBezTo>
                  <a:pt x="23813" y="58222"/>
                  <a:pt x="28724" y="63877"/>
                  <a:pt x="35332" y="64830"/>
                </a:cubicBezTo>
                <a:lnTo>
                  <a:pt x="62597" y="68729"/>
                </a:lnTo>
                <a:cubicBezTo>
                  <a:pt x="78611" y="71021"/>
                  <a:pt x="90488" y="84713"/>
                  <a:pt x="90488" y="100876"/>
                </a:cubicBezTo>
                <a:cubicBezTo>
                  <a:pt x="90488" y="118824"/>
                  <a:pt x="75932" y="133350"/>
                  <a:pt x="58013" y="133350"/>
                </a:cubicBezTo>
                <a:lnTo>
                  <a:pt x="54769" y="133350"/>
                </a:lnTo>
                <a:lnTo>
                  <a:pt x="54769" y="145256"/>
                </a:lnTo>
                <a:cubicBezTo>
                  <a:pt x="54769" y="149215"/>
                  <a:pt x="51584" y="152400"/>
                  <a:pt x="47625" y="152400"/>
                </a:cubicBezTo>
                <a:cubicBezTo>
                  <a:pt x="43666" y="152400"/>
                  <a:pt x="40481" y="149215"/>
                  <a:pt x="40481" y="145256"/>
                </a:cubicBezTo>
                <a:lnTo>
                  <a:pt x="40481" y="133350"/>
                </a:lnTo>
                <a:lnTo>
                  <a:pt x="19050" y="133350"/>
                </a:lnTo>
                <a:cubicBezTo>
                  <a:pt x="13781" y="133350"/>
                  <a:pt x="9525" y="129094"/>
                  <a:pt x="9525" y="123825"/>
                </a:cubicBezTo>
                <a:cubicBezTo>
                  <a:pt x="9525" y="118556"/>
                  <a:pt x="13781" y="114300"/>
                  <a:pt x="19050" y="114300"/>
                </a:cubicBezTo>
                <a:lnTo>
                  <a:pt x="58013" y="114300"/>
                </a:lnTo>
                <a:cubicBezTo>
                  <a:pt x="65425" y="114300"/>
                  <a:pt x="71438" y="108287"/>
                  <a:pt x="71438" y="100876"/>
                </a:cubicBezTo>
                <a:cubicBezTo>
                  <a:pt x="71438" y="94178"/>
                  <a:pt x="66526" y="88523"/>
                  <a:pt x="59918" y="87570"/>
                </a:cubicBezTo>
                <a:lnTo>
                  <a:pt x="32653" y="83671"/>
                </a:lnTo>
                <a:cubicBezTo>
                  <a:pt x="16639" y="81409"/>
                  <a:pt x="4763" y="67687"/>
                  <a:pt x="4763" y="51524"/>
                </a:cubicBezTo>
                <a:cubicBezTo>
                  <a:pt x="4763" y="33605"/>
                  <a:pt x="19318" y="19050"/>
                  <a:pt x="37237" y="19050"/>
                </a:cubicBezTo>
                <a:lnTo>
                  <a:pt x="40481" y="19050"/>
                </a:lnTo>
                <a:lnTo>
                  <a:pt x="40481" y="7144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980017" y="4237567"/>
            <a:ext cx="2838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Precios por Intuición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80017" y="4466167"/>
            <a:ext cx="2828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 lógica trazable ni referencias de mercado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9967" y="4847167"/>
            <a:ext cx="5219700" cy="609600"/>
          </a:xfrm>
          <a:custGeom>
            <a:avLst/>
            <a:gdLst/>
            <a:ahLst/>
            <a:cxnLst/>
            <a:rect l="l" t="t" r="r" b="b"/>
            <a:pathLst>
              <a:path w="5219700" h="609600">
                <a:moveTo>
                  <a:pt x="76200" y="0"/>
                </a:moveTo>
                <a:lnTo>
                  <a:pt x="5143500" y="0"/>
                </a:lnTo>
                <a:cubicBezTo>
                  <a:pt x="5185556" y="0"/>
                  <a:pt x="5219700" y="34144"/>
                  <a:pt x="5219700" y="76200"/>
                </a:cubicBezTo>
                <a:lnTo>
                  <a:pt x="5219700" y="533400"/>
                </a:lnTo>
                <a:cubicBezTo>
                  <a:pt x="5219700" y="575456"/>
                  <a:pt x="5185556" y="609600"/>
                  <a:pt x="51435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6" name="Shape 24"/>
          <p:cNvSpPr/>
          <p:nvPr/>
        </p:nvSpPr>
        <p:spPr>
          <a:xfrm>
            <a:off x="703792" y="498051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9525" y="9525"/>
                </a:moveTo>
                <a:cubicBezTo>
                  <a:pt x="4256" y="9525"/>
                  <a:pt x="0" y="13781"/>
                  <a:pt x="0" y="19050"/>
                </a:cubicBezTo>
                <a:lnTo>
                  <a:pt x="0" y="133350"/>
                </a:lnTo>
                <a:cubicBezTo>
                  <a:pt x="0" y="138619"/>
                  <a:pt x="4256" y="142875"/>
                  <a:pt x="9525" y="142875"/>
                </a:cubicBezTo>
                <a:cubicBezTo>
                  <a:pt x="14794" y="142875"/>
                  <a:pt x="19050" y="138619"/>
                  <a:pt x="19050" y="133350"/>
                </a:cubicBezTo>
                <a:lnTo>
                  <a:pt x="19050" y="19050"/>
                </a:lnTo>
                <a:cubicBezTo>
                  <a:pt x="19050" y="13781"/>
                  <a:pt x="14794" y="9525"/>
                  <a:pt x="9525" y="9525"/>
                </a:cubicBezTo>
                <a:close/>
                <a:moveTo>
                  <a:pt x="35719" y="9525"/>
                </a:moveTo>
                <a:cubicBezTo>
                  <a:pt x="31760" y="9525"/>
                  <a:pt x="28575" y="12710"/>
                  <a:pt x="28575" y="16669"/>
                </a:cubicBezTo>
                <a:lnTo>
                  <a:pt x="28575" y="135731"/>
                </a:lnTo>
                <a:cubicBezTo>
                  <a:pt x="28575" y="139690"/>
                  <a:pt x="31760" y="142875"/>
                  <a:pt x="35719" y="142875"/>
                </a:cubicBezTo>
                <a:cubicBezTo>
                  <a:pt x="39678" y="142875"/>
                  <a:pt x="42863" y="139690"/>
                  <a:pt x="42863" y="135731"/>
                </a:cubicBezTo>
                <a:lnTo>
                  <a:pt x="42863" y="16669"/>
                </a:lnTo>
                <a:cubicBezTo>
                  <a:pt x="42863" y="12710"/>
                  <a:pt x="39678" y="9525"/>
                  <a:pt x="35719" y="9525"/>
                </a:cubicBezTo>
                <a:close/>
                <a:moveTo>
                  <a:pt x="57150" y="19050"/>
                </a:moveTo>
                <a:lnTo>
                  <a:pt x="57150" y="133350"/>
                </a:lnTo>
                <a:cubicBezTo>
                  <a:pt x="57150" y="138619"/>
                  <a:pt x="61406" y="142875"/>
                  <a:pt x="66675" y="142875"/>
                </a:cubicBezTo>
                <a:cubicBezTo>
                  <a:pt x="71944" y="142875"/>
                  <a:pt x="76200" y="138619"/>
                  <a:pt x="76200" y="133350"/>
                </a:cubicBezTo>
                <a:lnTo>
                  <a:pt x="76200" y="19050"/>
                </a:lnTo>
                <a:cubicBezTo>
                  <a:pt x="76200" y="13781"/>
                  <a:pt x="71944" y="9525"/>
                  <a:pt x="66675" y="9525"/>
                </a:cubicBezTo>
                <a:cubicBezTo>
                  <a:pt x="61406" y="9525"/>
                  <a:pt x="57150" y="13781"/>
                  <a:pt x="57150" y="19050"/>
                </a:cubicBezTo>
                <a:close/>
                <a:moveTo>
                  <a:pt x="119062" y="16669"/>
                </a:moveTo>
                <a:lnTo>
                  <a:pt x="119062" y="135731"/>
                </a:lnTo>
                <a:cubicBezTo>
                  <a:pt x="119062" y="139690"/>
                  <a:pt x="122247" y="142875"/>
                  <a:pt x="126206" y="142875"/>
                </a:cubicBezTo>
                <a:cubicBezTo>
                  <a:pt x="130165" y="142875"/>
                  <a:pt x="133350" y="139690"/>
                  <a:pt x="133350" y="135731"/>
                </a:cubicBezTo>
                <a:lnTo>
                  <a:pt x="133350" y="16669"/>
                </a:lnTo>
                <a:cubicBezTo>
                  <a:pt x="133350" y="12710"/>
                  <a:pt x="130165" y="9525"/>
                  <a:pt x="126206" y="9525"/>
                </a:cubicBezTo>
                <a:cubicBezTo>
                  <a:pt x="122247" y="9525"/>
                  <a:pt x="119062" y="12710"/>
                  <a:pt x="119062" y="16669"/>
                </a:cubicBezTo>
                <a:close/>
                <a:moveTo>
                  <a:pt x="90488" y="16669"/>
                </a:moveTo>
                <a:lnTo>
                  <a:pt x="90488" y="135731"/>
                </a:lnTo>
                <a:cubicBezTo>
                  <a:pt x="90488" y="139690"/>
                  <a:pt x="93672" y="142875"/>
                  <a:pt x="97631" y="142875"/>
                </a:cubicBezTo>
                <a:cubicBezTo>
                  <a:pt x="101590" y="142875"/>
                  <a:pt x="104775" y="139690"/>
                  <a:pt x="104775" y="135731"/>
                </a:cubicBezTo>
                <a:lnTo>
                  <a:pt x="104775" y="16669"/>
                </a:lnTo>
                <a:cubicBezTo>
                  <a:pt x="104775" y="12710"/>
                  <a:pt x="101590" y="9525"/>
                  <a:pt x="97631" y="9525"/>
                </a:cubicBezTo>
                <a:cubicBezTo>
                  <a:pt x="93672" y="9525"/>
                  <a:pt x="90488" y="12710"/>
                  <a:pt x="90488" y="16669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980017" y="4942417"/>
            <a:ext cx="2781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 Identificadores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80017" y="5171017"/>
            <a:ext cx="2771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Ausencia de ISBN/ISSN en muchos registros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79967" y="5552017"/>
            <a:ext cx="5219700" cy="609600"/>
          </a:xfrm>
          <a:custGeom>
            <a:avLst/>
            <a:gdLst/>
            <a:ahLst/>
            <a:cxnLst/>
            <a:rect l="l" t="t" r="r" b="b"/>
            <a:pathLst>
              <a:path w="5219700" h="609600">
                <a:moveTo>
                  <a:pt x="76200" y="0"/>
                </a:moveTo>
                <a:lnTo>
                  <a:pt x="5143500" y="0"/>
                </a:lnTo>
                <a:cubicBezTo>
                  <a:pt x="5185556" y="0"/>
                  <a:pt x="5219700" y="34144"/>
                  <a:pt x="5219700" y="76200"/>
                </a:cubicBezTo>
                <a:lnTo>
                  <a:pt x="5219700" y="533400"/>
                </a:lnTo>
                <a:cubicBezTo>
                  <a:pt x="5219700" y="575456"/>
                  <a:pt x="5185556" y="609600"/>
                  <a:pt x="51435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0" name="Shape 28"/>
          <p:cNvSpPr/>
          <p:nvPr/>
        </p:nvSpPr>
        <p:spPr>
          <a:xfrm>
            <a:off x="675217" y="5685367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66777" y="70604"/>
                </a:moveTo>
                <a:cubicBezTo>
                  <a:pt x="169872" y="74116"/>
                  <a:pt x="175200" y="74890"/>
                  <a:pt x="179219" y="72241"/>
                </a:cubicBezTo>
                <a:cubicBezTo>
                  <a:pt x="183594" y="69324"/>
                  <a:pt x="184785" y="63401"/>
                  <a:pt x="181868" y="59025"/>
                </a:cubicBezTo>
                <a:lnTo>
                  <a:pt x="167580" y="37594"/>
                </a:lnTo>
                <a:cubicBezTo>
                  <a:pt x="166747" y="36344"/>
                  <a:pt x="165616" y="35302"/>
                  <a:pt x="164276" y="34558"/>
                </a:cubicBezTo>
                <a:lnTo>
                  <a:pt x="104596" y="1399"/>
                </a:lnTo>
                <a:cubicBezTo>
                  <a:pt x="98852" y="-1786"/>
                  <a:pt x="91857" y="-1786"/>
                  <a:pt x="86082" y="1399"/>
                </a:cubicBezTo>
                <a:lnTo>
                  <a:pt x="26432" y="34528"/>
                </a:lnTo>
                <a:cubicBezTo>
                  <a:pt x="24825" y="35421"/>
                  <a:pt x="23545" y="36731"/>
                  <a:pt x="22681" y="38338"/>
                </a:cubicBezTo>
                <a:lnTo>
                  <a:pt x="8245" y="65097"/>
                </a:lnTo>
                <a:cubicBezTo>
                  <a:pt x="4495" y="72063"/>
                  <a:pt x="7114" y="80724"/>
                  <a:pt x="14079" y="84475"/>
                </a:cubicBezTo>
                <a:lnTo>
                  <a:pt x="23902" y="89743"/>
                </a:lnTo>
                <a:lnTo>
                  <a:pt x="23902" y="105608"/>
                </a:lnTo>
                <a:cubicBezTo>
                  <a:pt x="23902" y="112455"/>
                  <a:pt x="27593" y="118795"/>
                  <a:pt x="33546" y="122188"/>
                </a:cubicBezTo>
                <a:lnTo>
                  <a:pt x="85933" y="151864"/>
                </a:lnTo>
                <a:cubicBezTo>
                  <a:pt x="91767" y="155168"/>
                  <a:pt x="98881" y="155168"/>
                  <a:pt x="104715" y="151864"/>
                </a:cubicBezTo>
                <a:lnTo>
                  <a:pt x="157103" y="122188"/>
                </a:lnTo>
                <a:cubicBezTo>
                  <a:pt x="163086" y="118795"/>
                  <a:pt x="166747" y="112484"/>
                  <a:pt x="166747" y="105608"/>
                </a:cubicBezTo>
                <a:lnTo>
                  <a:pt x="166747" y="70634"/>
                </a:lnTo>
                <a:close/>
                <a:moveTo>
                  <a:pt x="95339" y="67687"/>
                </a:moveTo>
                <a:lnTo>
                  <a:pt x="50661" y="42863"/>
                </a:lnTo>
                <a:lnTo>
                  <a:pt x="95339" y="18038"/>
                </a:lnTo>
                <a:lnTo>
                  <a:pt x="140018" y="42863"/>
                </a:lnTo>
                <a:lnTo>
                  <a:pt x="95339" y="67687"/>
                </a:lnTo>
                <a:close/>
                <a:moveTo>
                  <a:pt x="82987" y="82629"/>
                </a:moveTo>
                <a:lnTo>
                  <a:pt x="76646" y="96381"/>
                </a:lnTo>
                <a:lnTo>
                  <a:pt x="27295" y="69949"/>
                </a:lnTo>
                <a:lnTo>
                  <a:pt x="34856" y="55900"/>
                </a:lnTo>
                <a:lnTo>
                  <a:pt x="82987" y="82629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980017" y="5647267"/>
            <a:ext cx="3009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Condición sin Registrar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80017" y="5875867"/>
            <a:ext cx="3000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Estado físico del libro sin documentación formal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95483" y="1223433"/>
            <a:ext cx="5609167" cy="5256742"/>
          </a:xfrm>
          <a:custGeom>
            <a:avLst/>
            <a:gdLst/>
            <a:ahLst/>
            <a:cxnLst/>
            <a:rect l="l" t="t" r="r" b="b"/>
            <a:pathLst>
              <a:path w="5609167" h="5256742">
                <a:moveTo>
                  <a:pt x="114282" y="0"/>
                </a:moveTo>
                <a:lnTo>
                  <a:pt x="5494885" y="0"/>
                </a:lnTo>
                <a:cubicBezTo>
                  <a:pt x="5558001" y="0"/>
                  <a:pt x="5609167" y="51166"/>
                  <a:pt x="5609167" y="114282"/>
                </a:cubicBezTo>
                <a:lnTo>
                  <a:pt x="5609167" y="5142460"/>
                </a:lnTo>
                <a:cubicBezTo>
                  <a:pt x="5609167" y="5205576"/>
                  <a:pt x="5558001" y="5256742"/>
                  <a:pt x="5494885" y="5256742"/>
                </a:cubicBezTo>
                <a:lnTo>
                  <a:pt x="114282" y="5256742"/>
                </a:lnTo>
                <a:cubicBezTo>
                  <a:pt x="51166" y="5256742"/>
                  <a:pt x="0" y="5205576"/>
                  <a:pt x="0" y="5142460"/>
                </a:cubicBezTo>
                <a:lnTo>
                  <a:pt x="0" y="114282"/>
                </a:lnTo>
                <a:cubicBezTo>
                  <a:pt x="0" y="51208"/>
                  <a:pt x="51208" y="0"/>
                  <a:pt x="114282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90217" y="141816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23567" y="155151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6961717" y="1494367"/>
            <a:ext cx="2209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Las Consecuencias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90217" y="2027767"/>
            <a:ext cx="5219700" cy="609600"/>
          </a:xfrm>
          <a:custGeom>
            <a:avLst/>
            <a:gdLst/>
            <a:ahLst/>
            <a:cxnLst/>
            <a:rect l="l" t="t" r="r" b="b"/>
            <a:pathLst>
              <a:path w="5219700" h="609600">
                <a:moveTo>
                  <a:pt x="76200" y="0"/>
                </a:moveTo>
                <a:lnTo>
                  <a:pt x="5143500" y="0"/>
                </a:lnTo>
                <a:cubicBezTo>
                  <a:pt x="5185556" y="0"/>
                  <a:pt x="5219700" y="34144"/>
                  <a:pt x="5219700" y="76200"/>
                </a:cubicBezTo>
                <a:lnTo>
                  <a:pt x="5219700" y="533400"/>
                </a:lnTo>
                <a:cubicBezTo>
                  <a:pt x="5219700" y="575456"/>
                  <a:pt x="5185556" y="609600"/>
                  <a:pt x="51435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8" name="Shape 36"/>
          <p:cNvSpPr/>
          <p:nvPr/>
        </p:nvSpPr>
        <p:spPr>
          <a:xfrm>
            <a:off x="6504517" y="216111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6790267" y="2123017"/>
            <a:ext cx="3000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Errores Operativos Frecuentes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790267" y="2351617"/>
            <a:ext cx="2990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Procesos manuales propensos a fallos humanos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90217" y="2732617"/>
            <a:ext cx="5219700" cy="609600"/>
          </a:xfrm>
          <a:custGeom>
            <a:avLst/>
            <a:gdLst/>
            <a:ahLst/>
            <a:cxnLst/>
            <a:rect l="l" t="t" r="r" b="b"/>
            <a:pathLst>
              <a:path w="5219700" h="609600">
                <a:moveTo>
                  <a:pt x="76200" y="0"/>
                </a:moveTo>
                <a:lnTo>
                  <a:pt x="5143500" y="0"/>
                </a:lnTo>
                <a:cubicBezTo>
                  <a:pt x="5185556" y="0"/>
                  <a:pt x="5219700" y="34144"/>
                  <a:pt x="5219700" y="76200"/>
                </a:cubicBezTo>
                <a:lnTo>
                  <a:pt x="5219700" y="533400"/>
                </a:lnTo>
                <a:cubicBezTo>
                  <a:pt x="5219700" y="575456"/>
                  <a:pt x="5185556" y="609600"/>
                  <a:pt x="51435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2" name="Shape 40"/>
          <p:cNvSpPr/>
          <p:nvPr/>
        </p:nvSpPr>
        <p:spPr>
          <a:xfrm>
            <a:off x="6504517" y="286596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24897"/>
                </a:moveTo>
                <a:lnTo>
                  <a:pt x="0" y="32593"/>
                </a:lnTo>
                <a:cubicBezTo>
                  <a:pt x="0" y="25688"/>
                  <a:pt x="7174" y="21104"/>
                  <a:pt x="13781" y="23068"/>
                </a:cubicBezTo>
                <a:cubicBezTo>
                  <a:pt x="39886" y="30867"/>
                  <a:pt x="58341" y="24705"/>
                  <a:pt x="76914" y="18514"/>
                </a:cubicBezTo>
                <a:cubicBezTo>
                  <a:pt x="96113" y="12115"/>
                  <a:pt x="115431" y="5685"/>
                  <a:pt x="143381" y="14615"/>
                </a:cubicBezTo>
                <a:cubicBezTo>
                  <a:pt x="148888" y="16371"/>
                  <a:pt x="152400" y="21699"/>
                  <a:pt x="152400" y="27503"/>
                </a:cubicBezTo>
                <a:lnTo>
                  <a:pt x="152400" y="119807"/>
                </a:lnTo>
                <a:cubicBezTo>
                  <a:pt x="152400" y="126712"/>
                  <a:pt x="145226" y="131296"/>
                  <a:pt x="138648" y="129332"/>
                </a:cubicBezTo>
                <a:cubicBezTo>
                  <a:pt x="112544" y="121533"/>
                  <a:pt x="94059" y="127695"/>
                  <a:pt x="75515" y="133886"/>
                </a:cubicBezTo>
                <a:cubicBezTo>
                  <a:pt x="56317" y="140285"/>
                  <a:pt x="36999" y="146715"/>
                  <a:pt x="9049" y="137785"/>
                </a:cubicBezTo>
                <a:cubicBezTo>
                  <a:pt x="3542" y="136029"/>
                  <a:pt x="30" y="130701"/>
                  <a:pt x="30" y="124897"/>
                </a:cubicBezTo>
                <a:close/>
                <a:moveTo>
                  <a:pt x="100013" y="76200"/>
                </a:moveTo>
                <a:cubicBezTo>
                  <a:pt x="100013" y="60424"/>
                  <a:pt x="89356" y="47625"/>
                  <a:pt x="76200" y="47625"/>
                </a:cubicBezTo>
                <a:cubicBezTo>
                  <a:pt x="63044" y="47625"/>
                  <a:pt x="52388" y="60424"/>
                  <a:pt x="52388" y="76200"/>
                </a:cubicBezTo>
                <a:cubicBezTo>
                  <a:pt x="52388" y="91976"/>
                  <a:pt x="63044" y="104775"/>
                  <a:pt x="76200" y="104775"/>
                </a:cubicBezTo>
                <a:cubicBezTo>
                  <a:pt x="89356" y="104775"/>
                  <a:pt x="100013" y="91976"/>
                  <a:pt x="100013" y="76200"/>
                </a:cubicBezTo>
                <a:close/>
                <a:moveTo>
                  <a:pt x="35719" y="123111"/>
                </a:moveTo>
                <a:cubicBezTo>
                  <a:pt x="37028" y="123111"/>
                  <a:pt x="38070" y="121980"/>
                  <a:pt x="37862" y="120700"/>
                </a:cubicBezTo>
                <a:cubicBezTo>
                  <a:pt x="36493" y="112425"/>
                  <a:pt x="29825" y="105966"/>
                  <a:pt x="21431" y="104924"/>
                </a:cubicBezTo>
                <a:cubicBezTo>
                  <a:pt x="20122" y="104775"/>
                  <a:pt x="19050" y="105847"/>
                  <a:pt x="19050" y="107156"/>
                </a:cubicBezTo>
                <a:lnTo>
                  <a:pt x="19050" y="119033"/>
                </a:lnTo>
                <a:cubicBezTo>
                  <a:pt x="19050" y="120104"/>
                  <a:pt x="19764" y="121057"/>
                  <a:pt x="20836" y="121325"/>
                </a:cubicBezTo>
                <a:cubicBezTo>
                  <a:pt x="26164" y="122575"/>
                  <a:pt x="31046" y="123140"/>
                  <a:pt x="35719" y="123140"/>
                </a:cubicBezTo>
                <a:close/>
                <a:moveTo>
                  <a:pt x="130522" y="107900"/>
                </a:moveTo>
                <a:cubicBezTo>
                  <a:pt x="132011" y="108139"/>
                  <a:pt x="133350" y="107007"/>
                  <a:pt x="133350" y="105519"/>
                </a:cubicBezTo>
                <a:lnTo>
                  <a:pt x="133350" y="92839"/>
                </a:lnTo>
                <a:cubicBezTo>
                  <a:pt x="133350" y="91529"/>
                  <a:pt x="132278" y="90428"/>
                  <a:pt x="130969" y="90607"/>
                </a:cubicBezTo>
                <a:cubicBezTo>
                  <a:pt x="123468" y="91529"/>
                  <a:pt x="117306" y="96828"/>
                  <a:pt x="115133" y="103882"/>
                </a:cubicBezTo>
                <a:cubicBezTo>
                  <a:pt x="114717" y="105281"/>
                  <a:pt x="115818" y="106591"/>
                  <a:pt x="117277" y="106620"/>
                </a:cubicBezTo>
                <a:cubicBezTo>
                  <a:pt x="121503" y="106740"/>
                  <a:pt x="125909" y="107126"/>
                  <a:pt x="130493" y="107900"/>
                </a:cubicBezTo>
                <a:close/>
                <a:moveTo>
                  <a:pt x="133350" y="45244"/>
                </a:moveTo>
                <a:lnTo>
                  <a:pt x="133350" y="33367"/>
                </a:lnTo>
                <a:cubicBezTo>
                  <a:pt x="133350" y="32296"/>
                  <a:pt x="132606" y="31343"/>
                  <a:pt x="131564" y="31075"/>
                </a:cubicBezTo>
                <a:cubicBezTo>
                  <a:pt x="126236" y="29825"/>
                  <a:pt x="121354" y="29260"/>
                  <a:pt x="116681" y="29260"/>
                </a:cubicBezTo>
                <a:cubicBezTo>
                  <a:pt x="115372" y="29260"/>
                  <a:pt x="114330" y="30391"/>
                  <a:pt x="114538" y="31671"/>
                </a:cubicBezTo>
                <a:cubicBezTo>
                  <a:pt x="115907" y="39945"/>
                  <a:pt x="122575" y="46405"/>
                  <a:pt x="130969" y="47446"/>
                </a:cubicBezTo>
                <a:cubicBezTo>
                  <a:pt x="132278" y="47595"/>
                  <a:pt x="133350" y="46524"/>
                  <a:pt x="133350" y="45214"/>
                </a:cubicBezTo>
                <a:close/>
                <a:moveTo>
                  <a:pt x="37267" y="48488"/>
                </a:moveTo>
                <a:cubicBezTo>
                  <a:pt x="37683" y="47089"/>
                  <a:pt x="36582" y="45780"/>
                  <a:pt x="35123" y="45750"/>
                </a:cubicBezTo>
                <a:cubicBezTo>
                  <a:pt x="30897" y="45631"/>
                  <a:pt x="26491" y="45244"/>
                  <a:pt x="21908" y="44470"/>
                </a:cubicBezTo>
                <a:cubicBezTo>
                  <a:pt x="20419" y="44232"/>
                  <a:pt x="19080" y="45363"/>
                  <a:pt x="19080" y="46851"/>
                </a:cubicBezTo>
                <a:lnTo>
                  <a:pt x="19050" y="59531"/>
                </a:lnTo>
                <a:cubicBezTo>
                  <a:pt x="19050" y="60841"/>
                  <a:pt x="20122" y="61942"/>
                  <a:pt x="21431" y="61764"/>
                </a:cubicBezTo>
                <a:cubicBezTo>
                  <a:pt x="28932" y="60841"/>
                  <a:pt x="35094" y="55543"/>
                  <a:pt x="37267" y="48488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6790267" y="2827867"/>
            <a:ext cx="2343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Pérdida de Margen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790267" y="3056467"/>
            <a:ext cx="233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Pricing incorrecto afecta rentabilidad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90217" y="3437467"/>
            <a:ext cx="5219700" cy="609600"/>
          </a:xfrm>
          <a:custGeom>
            <a:avLst/>
            <a:gdLst/>
            <a:ahLst/>
            <a:cxnLst/>
            <a:rect l="l" t="t" r="r" b="b"/>
            <a:pathLst>
              <a:path w="5219700" h="609600">
                <a:moveTo>
                  <a:pt x="76200" y="0"/>
                </a:moveTo>
                <a:lnTo>
                  <a:pt x="5143500" y="0"/>
                </a:lnTo>
                <a:cubicBezTo>
                  <a:pt x="5185556" y="0"/>
                  <a:pt x="5219700" y="34144"/>
                  <a:pt x="5219700" y="76200"/>
                </a:cubicBezTo>
                <a:lnTo>
                  <a:pt x="5219700" y="533400"/>
                </a:lnTo>
                <a:cubicBezTo>
                  <a:pt x="5219700" y="575456"/>
                  <a:pt x="5185556" y="609600"/>
                  <a:pt x="51435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6" name="Shape 44"/>
          <p:cNvSpPr/>
          <p:nvPr/>
        </p:nvSpPr>
        <p:spPr>
          <a:xfrm>
            <a:off x="6485467" y="3570817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40600" y="38100"/>
                </a:moveTo>
                <a:cubicBezTo>
                  <a:pt x="40600" y="25339"/>
                  <a:pt x="47408" y="13547"/>
                  <a:pt x="58460" y="7167"/>
                </a:cubicBezTo>
                <a:cubicBezTo>
                  <a:pt x="69511" y="786"/>
                  <a:pt x="83127" y="786"/>
                  <a:pt x="94178" y="7167"/>
                </a:cubicBezTo>
                <a:cubicBezTo>
                  <a:pt x="105230" y="13547"/>
                  <a:pt x="112038" y="25339"/>
                  <a:pt x="112038" y="38100"/>
                </a:cubicBezTo>
                <a:cubicBezTo>
                  <a:pt x="112038" y="57814"/>
                  <a:pt x="96033" y="73819"/>
                  <a:pt x="76319" y="73819"/>
                </a:cubicBezTo>
                <a:cubicBezTo>
                  <a:pt x="56605" y="73819"/>
                  <a:pt x="40600" y="57814"/>
                  <a:pt x="40600" y="38100"/>
                </a:cubicBezTo>
                <a:close/>
                <a:moveTo>
                  <a:pt x="14407" y="143560"/>
                </a:moveTo>
                <a:cubicBezTo>
                  <a:pt x="14407" y="114240"/>
                  <a:pt x="38160" y="90488"/>
                  <a:pt x="67479" y="90488"/>
                </a:cubicBezTo>
                <a:lnTo>
                  <a:pt x="85159" y="90488"/>
                </a:lnTo>
                <a:cubicBezTo>
                  <a:pt x="114479" y="90488"/>
                  <a:pt x="138232" y="114240"/>
                  <a:pt x="138232" y="143560"/>
                </a:cubicBezTo>
                <a:cubicBezTo>
                  <a:pt x="138232" y="148441"/>
                  <a:pt x="134273" y="152400"/>
                  <a:pt x="129391" y="152400"/>
                </a:cubicBezTo>
                <a:lnTo>
                  <a:pt x="23247" y="152400"/>
                </a:lnTo>
                <a:cubicBezTo>
                  <a:pt x="18365" y="152400"/>
                  <a:pt x="14407" y="148441"/>
                  <a:pt x="14407" y="143560"/>
                </a:cubicBezTo>
                <a:close/>
                <a:moveTo>
                  <a:pt x="182255" y="36939"/>
                </a:moveTo>
                <a:cubicBezTo>
                  <a:pt x="185053" y="39737"/>
                  <a:pt x="185053" y="44261"/>
                  <a:pt x="182255" y="47030"/>
                </a:cubicBezTo>
                <a:lnTo>
                  <a:pt x="172164" y="57120"/>
                </a:lnTo>
                <a:lnTo>
                  <a:pt x="182255" y="67211"/>
                </a:lnTo>
                <a:cubicBezTo>
                  <a:pt x="185053" y="70009"/>
                  <a:pt x="185053" y="74533"/>
                  <a:pt x="182255" y="77301"/>
                </a:cubicBezTo>
                <a:cubicBezTo>
                  <a:pt x="179457" y="80070"/>
                  <a:pt x="174933" y="80099"/>
                  <a:pt x="172164" y="77301"/>
                </a:cubicBezTo>
                <a:lnTo>
                  <a:pt x="162074" y="67211"/>
                </a:lnTo>
                <a:lnTo>
                  <a:pt x="151983" y="77301"/>
                </a:lnTo>
                <a:cubicBezTo>
                  <a:pt x="149185" y="80099"/>
                  <a:pt x="144661" y="80099"/>
                  <a:pt x="141893" y="77301"/>
                </a:cubicBezTo>
                <a:cubicBezTo>
                  <a:pt x="139125" y="74503"/>
                  <a:pt x="139095" y="69979"/>
                  <a:pt x="141893" y="67211"/>
                </a:cubicBezTo>
                <a:lnTo>
                  <a:pt x="151983" y="57120"/>
                </a:lnTo>
                <a:lnTo>
                  <a:pt x="141893" y="47030"/>
                </a:lnTo>
                <a:cubicBezTo>
                  <a:pt x="139095" y="44232"/>
                  <a:pt x="139095" y="39707"/>
                  <a:pt x="141893" y="36939"/>
                </a:cubicBezTo>
                <a:cubicBezTo>
                  <a:pt x="144691" y="34171"/>
                  <a:pt x="149215" y="34141"/>
                  <a:pt x="151983" y="36939"/>
                </a:cubicBezTo>
                <a:lnTo>
                  <a:pt x="162074" y="47030"/>
                </a:lnTo>
                <a:lnTo>
                  <a:pt x="172164" y="36939"/>
                </a:lnTo>
                <a:cubicBezTo>
                  <a:pt x="174962" y="34141"/>
                  <a:pt x="179487" y="34141"/>
                  <a:pt x="182255" y="36939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7" name="Text 45"/>
          <p:cNvSpPr/>
          <p:nvPr/>
        </p:nvSpPr>
        <p:spPr>
          <a:xfrm>
            <a:off x="6790267" y="3532717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Cliente sin Información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790267" y="3761317"/>
            <a:ext cx="3162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puede tomar decisiones de compra informadas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90217" y="4142317"/>
            <a:ext cx="5219700" cy="609600"/>
          </a:xfrm>
          <a:custGeom>
            <a:avLst/>
            <a:gdLst/>
            <a:ahLst/>
            <a:cxnLst/>
            <a:rect l="l" t="t" r="r" b="b"/>
            <a:pathLst>
              <a:path w="5219700" h="609600">
                <a:moveTo>
                  <a:pt x="76200" y="0"/>
                </a:moveTo>
                <a:lnTo>
                  <a:pt x="5143500" y="0"/>
                </a:lnTo>
                <a:cubicBezTo>
                  <a:pt x="5185556" y="0"/>
                  <a:pt x="5219700" y="34144"/>
                  <a:pt x="5219700" y="76200"/>
                </a:cubicBezTo>
                <a:lnTo>
                  <a:pt x="5219700" y="533400"/>
                </a:lnTo>
                <a:cubicBezTo>
                  <a:pt x="5219700" y="575456"/>
                  <a:pt x="5185556" y="609600"/>
                  <a:pt x="51435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0" name="Shape 48"/>
          <p:cNvSpPr/>
          <p:nvPr/>
        </p:nvSpPr>
        <p:spPr>
          <a:xfrm>
            <a:off x="6504517" y="427566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85725" y="28575"/>
                </a:moveTo>
                <a:cubicBezTo>
                  <a:pt x="85725" y="23318"/>
                  <a:pt x="81457" y="19050"/>
                  <a:pt x="76200" y="19050"/>
                </a:cubicBezTo>
                <a:cubicBezTo>
                  <a:pt x="70943" y="19050"/>
                  <a:pt x="66675" y="23318"/>
                  <a:pt x="66675" y="28575"/>
                </a:cubicBezTo>
                <a:cubicBezTo>
                  <a:pt x="66675" y="33832"/>
                  <a:pt x="70943" y="38100"/>
                  <a:pt x="76200" y="38100"/>
                </a:cubicBezTo>
                <a:cubicBezTo>
                  <a:pt x="81457" y="38100"/>
                  <a:pt x="85725" y="33832"/>
                  <a:pt x="85725" y="28575"/>
                </a:cubicBezTo>
                <a:close/>
                <a:moveTo>
                  <a:pt x="76200" y="123825"/>
                </a:moveTo>
                <a:cubicBezTo>
                  <a:pt x="86707" y="123825"/>
                  <a:pt x="95250" y="115282"/>
                  <a:pt x="95250" y="104775"/>
                </a:cubicBezTo>
                <a:cubicBezTo>
                  <a:pt x="95250" y="99953"/>
                  <a:pt x="93464" y="95518"/>
                  <a:pt x="90488" y="92184"/>
                </a:cubicBezTo>
                <a:lnTo>
                  <a:pt x="111175" y="50840"/>
                </a:lnTo>
                <a:cubicBezTo>
                  <a:pt x="112931" y="47298"/>
                  <a:pt x="111502" y="43011"/>
                  <a:pt x="107990" y="41255"/>
                </a:cubicBezTo>
                <a:cubicBezTo>
                  <a:pt x="104477" y="39499"/>
                  <a:pt x="100161" y="40928"/>
                  <a:pt x="98405" y="44440"/>
                </a:cubicBezTo>
                <a:lnTo>
                  <a:pt x="77718" y="85785"/>
                </a:lnTo>
                <a:cubicBezTo>
                  <a:pt x="77212" y="85755"/>
                  <a:pt x="76706" y="85725"/>
                  <a:pt x="76200" y="85725"/>
                </a:cubicBezTo>
                <a:cubicBezTo>
                  <a:pt x="65693" y="85725"/>
                  <a:pt x="57150" y="94268"/>
                  <a:pt x="57150" y="104775"/>
                </a:cubicBezTo>
                <a:cubicBezTo>
                  <a:pt x="57150" y="115282"/>
                  <a:pt x="65693" y="123825"/>
                  <a:pt x="76200" y="123825"/>
                </a:cubicBezTo>
                <a:close/>
                <a:moveTo>
                  <a:pt x="52388" y="42863"/>
                </a:moveTo>
                <a:cubicBezTo>
                  <a:pt x="52388" y="37606"/>
                  <a:pt x="48119" y="33338"/>
                  <a:pt x="42863" y="33338"/>
                </a:cubicBezTo>
                <a:cubicBezTo>
                  <a:pt x="37606" y="33338"/>
                  <a:pt x="33338" y="37606"/>
                  <a:pt x="33338" y="42863"/>
                </a:cubicBezTo>
                <a:cubicBezTo>
                  <a:pt x="33338" y="48119"/>
                  <a:pt x="37606" y="52388"/>
                  <a:pt x="42863" y="52388"/>
                </a:cubicBezTo>
                <a:cubicBezTo>
                  <a:pt x="48119" y="52388"/>
                  <a:pt x="52388" y="48119"/>
                  <a:pt x="52388" y="42863"/>
                </a:cubicBezTo>
                <a:close/>
                <a:moveTo>
                  <a:pt x="28575" y="85725"/>
                </a:moveTo>
                <a:cubicBezTo>
                  <a:pt x="33832" y="85725"/>
                  <a:pt x="38100" y="81457"/>
                  <a:pt x="38100" y="76200"/>
                </a:cubicBezTo>
                <a:cubicBezTo>
                  <a:pt x="38100" y="70943"/>
                  <a:pt x="33832" y="66675"/>
                  <a:pt x="28575" y="66675"/>
                </a:cubicBezTo>
                <a:cubicBezTo>
                  <a:pt x="23318" y="66675"/>
                  <a:pt x="19050" y="70943"/>
                  <a:pt x="19050" y="76200"/>
                </a:cubicBezTo>
                <a:cubicBezTo>
                  <a:pt x="19050" y="81457"/>
                  <a:pt x="23318" y="85725"/>
                  <a:pt x="28575" y="85725"/>
                </a:cubicBezTo>
                <a:close/>
                <a:moveTo>
                  <a:pt x="133350" y="76200"/>
                </a:moveTo>
                <a:cubicBezTo>
                  <a:pt x="133350" y="70943"/>
                  <a:pt x="129082" y="66675"/>
                  <a:pt x="123825" y="66675"/>
                </a:cubicBezTo>
                <a:cubicBezTo>
                  <a:pt x="118568" y="66675"/>
                  <a:pt x="114300" y="70943"/>
                  <a:pt x="114300" y="76200"/>
                </a:cubicBezTo>
                <a:cubicBezTo>
                  <a:pt x="114300" y="81457"/>
                  <a:pt x="118568" y="85725"/>
                  <a:pt x="123825" y="85725"/>
                </a:cubicBezTo>
                <a:cubicBezTo>
                  <a:pt x="129082" y="85725"/>
                  <a:pt x="133350" y="81457"/>
                  <a:pt x="133350" y="7620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1" name="Text 49"/>
          <p:cNvSpPr/>
          <p:nvPr/>
        </p:nvSpPr>
        <p:spPr>
          <a:xfrm>
            <a:off x="6790267" y="4237567"/>
            <a:ext cx="2647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Operación Lenta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790267" y="4466167"/>
            <a:ext cx="2638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escalable, no trazable, no reproducible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90217" y="4847167"/>
            <a:ext cx="5219700" cy="609600"/>
          </a:xfrm>
          <a:custGeom>
            <a:avLst/>
            <a:gdLst/>
            <a:ahLst/>
            <a:cxnLst/>
            <a:rect l="l" t="t" r="r" b="b"/>
            <a:pathLst>
              <a:path w="5219700" h="609600">
                <a:moveTo>
                  <a:pt x="76200" y="0"/>
                </a:moveTo>
                <a:lnTo>
                  <a:pt x="5143500" y="0"/>
                </a:lnTo>
                <a:cubicBezTo>
                  <a:pt x="5185556" y="0"/>
                  <a:pt x="5219700" y="34144"/>
                  <a:pt x="5219700" y="76200"/>
                </a:cubicBezTo>
                <a:lnTo>
                  <a:pt x="5219700" y="533400"/>
                </a:lnTo>
                <a:cubicBezTo>
                  <a:pt x="5219700" y="575456"/>
                  <a:pt x="5185556" y="609600"/>
                  <a:pt x="51435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4" name="Shape 52"/>
          <p:cNvSpPr/>
          <p:nvPr/>
        </p:nvSpPr>
        <p:spPr>
          <a:xfrm>
            <a:off x="6494992" y="4980517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2204" y="-7412"/>
                </a:moveTo>
                <a:cubicBezTo>
                  <a:pt x="9406" y="-10210"/>
                  <a:pt x="4882" y="-10210"/>
                  <a:pt x="2113" y="-7412"/>
                </a:cubicBezTo>
                <a:cubicBezTo>
                  <a:pt x="-655" y="-4614"/>
                  <a:pt x="-685" y="-89"/>
                  <a:pt x="2084" y="2709"/>
                </a:cubicBezTo>
                <a:lnTo>
                  <a:pt x="159246" y="159871"/>
                </a:lnTo>
                <a:cubicBezTo>
                  <a:pt x="162044" y="162669"/>
                  <a:pt x="166568" y="162669"/>
                  <a:pt x="169337" y="159871"/>
                </a:cubicBezTo>
                <a:cubicBezTo>
                  <a:pt x="172105" y="157073"/>
                  <a:pt x="172135" y="152549"/>
                  <a:pt x="169337" y="149781"/>
                </a:cubicBezTo>
                <a:lnTo>
                  <a:pt x="133023" y="113467"/>
                </a:lnTo>
                <a:cubicBezTo>
                  <a:pt x="134273" y="112455"/>
                  <a:pt x="135493" y="111353"/>
                  <a:pt x="136624" y="110222"/>
                </a:cubicBezTo>
                <a:lnTo>
                  <a:pt x="157788" y="89059"/>
                </a:lnTo>
                <a:cubicBezTo>
                  <a:pt x="166509" y="80337"/>
                  <a:pt x="171420" y="68491"/>
                  <a:pt x="171420" y="56138"/>
                </a:cubicBezTo>
                <a:cubicBezTo>
                  <a:pt x="171420" y="30420"/>
                  <a:pt x="150584" y="9555"/>
                  <a:pt x="124837" y="9555"/>
                </a:cubicBezTo>
                <a:cubicBezTo>
                  <a:pt x="113734" y="9555"/>
                  <a:pt x="103078" y="13514"/>
                  <a:pt x="94684" y="20628"/>
                </a:cubicBezTo>
                <a:cubicBezTo>
                  <a:pt x="100727" y="23634"/>
                  <a:pt x="106204" y="27623"/>
                  <a:pt x="110907" y="32385"/>
                </a:cubicBezTo>
                <a:cubicBezTo>
                  <a:pt x="115104" y="29914"/>
                  <a:pt x="119896" y="28605"/>
                  <a:pt x="124837" y="28605"/>
                </a:cubicBezTo>
                <a:cubicBezTo>
                  <a:pt x="140047" y="28605"/>
                  <a:pt x="152370" y="40928"/>
                  <a:pt x="152370" y="56138"/>
                </a:cubicBezTo>
                <a:cubicBezTo>
                  <a:pt x="152370" y="63431"/>
                  <a:pt x="149483" y="70425"/>
                  <a:pt x="144304" y="75605"/>
                </a:cubicBezTo>
                <a:lnTo>
                  <a:pt x="123140" y="96768"/>
                </a:lnTo>
                <a:cubicBezTo>
                  <a:pt x="121980" y="97929"/>
                  <a:pt x="120729" y="98971"/>
                  <a:pt x="119390" y="99893"/>
                </a:cubicBezTo>
                <a:lnTo>
                  <a:pt x="105251" y="85755"/>
                </a:lnTo>
                <a:cubicBezTo>
                  <a:pt x="110163" y="85487"/>
                  <a:pt x="114092" y="81469"/>
                  <a:pt x="114240" y="76498"/>
                </a:cubicBezTo>
                <a:cubicBezTo>
                  <a:pt x="114240" y="76111"/>
                  <a:pt x="114240" y="75724"/>
                  <a:pt x="114240" y="75337"/>
                </a:cubicBezTo>
                <a:cubicBezTo>
                  <a:pt x="114240" y="49649"/>
                  <a:pt x="93434" y="28635"/>
                  <a:pt x="67657" y="28635"/>
                </a:cubicBezTo>
                <a:cubicBezTo>
                  <a:pt x="61942" y="28635"/>
                  <a:pt x="56376" y="29676"/>
                  <a:pt x="51137" y="31671"/>
                </a:cubicBezTo>
                <a:lnTo>
                  <a:pt x="12204" y="-7412"/>
                </a:lnTo>
                <a:close/>
                <a:moveTo>
                  <a:pt x="67241" y="47625"/>
                </a:moveTo>
                <a:cubicBezTo>
                  <a:pt x="67419" y="47625"/>
                  <a:pt x="67568" y="47625"/>
                  <a:pt x="67747" y="47625"/>
                </a:cubicBezTo>
                <a:cubicBezTo>
                  <a:pt x="72241" y="47625"/>
                  <a:pt x="76527" y="48726"/>
                  <a:pt x="80278" y="50661"/>
                </a:cubicBezTo>
                <a:cubicBezTo>
                  <a:pt x="80814" y="51018"/>
                  <a:pt x="81349" y="51346"/>
                  <a:pt x="81915" y="51584"/>
                </a:cubicBezTo>
                <a:cubicBezTo>
                  <a:pt x="89892" y="56436"/>
                  <a:pt x="95250" y="65246"/>
                  <a:pt x="95250" y="75277"/>
                </a:cubicBezTo>
                <a:cubicBezTo>
                  <a:pt x="95250" y="75396"/>
                  <a:pt x="95250" y="75515"/>
                  <a:pt x="95250" y="75634"/>
                </a:cubicBezTo>
                <a:lnTo>
                  <a:pt x="67241" y="47625"/>
                </a:lnTo>
                <a:close/>
                <a:moveTo>
                  <a:pt x="103049" y="123825"/>
                </a:moveTo>
                <a:lnTo>
                  <a:pt x="57150" y="77926"/>
                </a:lnTo>
                <a:cubicBezTo>
                  <a:pt x="57507" y="103108"/>
                  <a:pt x="77867" y="123438"/>
                  <a:pt x="103019" y="123795"/>
                </a:cubicBezTo>
                <a:close/>
                <a:moveTo>
                  <a:pt x="41583" y="62359"/>
                </a:moveTo>
                <a:lnTo>
                  <a:pt x="28099" y="48875"/>
                </a:lnTo>
                <a:lnTo>
                  <a:pt x="13633" y="63341"/>
                </a:lnTo>
                <a:cubicBezTo>
                  <a:pt x="4911" y="72063"/>
                  <a:pt x="0" y="83909"/>
                  <a:pt x="0" y="96262"/>
                </a:cubicBezTo>
                <a:cubicBezTo>
                  <a:pt x="0" y="121980"/>
                  <a:pt x="20836" y="142845"/>
                  <a:pt x="46583" y="142845"/>
                </a:cubicBezTo>
                <a:cubicBezTo>
                  <a:pt x="57656" y="142845"/>
                  <a:pt x="68342" y="138886"/>
                  <a:pt x="76736" y="131772"/>
                </a:cubicBezTo>
                <a:cubicBezTo>
                  <a:pt x="70693" y="128766"/>
                  <a:pt x="65187" y="124777"/>
                  <a:pt x="60484" y="120015"/>
                </a:cubicBezTo>
                <a:cubicBezTo>
                  <a:pt x="56317" y="122456"/>
                  <a:pt x="51524" y="123765"/>
                  <a:pt x="46583" y="123765"/>
                </a:cubicBezTo>
                <a:cubicBezTo>
                  <a:pt x="31373" y="123765"/>
                  <a:pt x="19050" y="111443"/>
                  <a:pt x="19050" y="96232"/>
                </a:cubicBezTo>
                <a:cubicBezTo>
                  <a:pt x="19050" y="88940"/>
                  <a:pt x="21937" y="81945"/>
                  <a:pt x="27116" y="76766"/>
                </a:cubicBezTo>
                <a:lnTo>
                  <a:pt x="41583" y="62299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5" name="Text 53"/>
          <p:cNvSpPr/>
          <p:nvPr/>
        </p:nvSpPr>
        <p:spPr>
          <a:xfrm>
            <a:off x="6790267" y="4942417"/>
            <a:ext cx="3028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Procesos Desconectados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790267" y="5171017"/>
            <a:ext cx="3019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Inventario, catálogo, pedidos y atención aislados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94450" y="5613400"/>
            <a:ext cx="5209117" cy="675217"/>
          </a:xfrm>
          <a:custGeom>
            <a:avLst/>
            <a:gdLst/>
            <a:ahLst/>
            <a:cxnLst/>
            <a:rect l="l" t="t" r="r" b="b"/>
            <a:pathLst>
              <a:path w="5209117" h="675217">
                <a:moveTo>
                  <a:pt x="76198" y="0"/>
                </a:moveTo>
                <a:lnTo>
                  <a:pt x="5132918" y="0"/>
                </a:lnTo>
                <a:cubicBezTo>
                  <a:pt x="5175002" y="0"/>
                  <a:pt x="5209117" y="34115"/>
                  <a:pt x="5209117" y="76198"/>
                </a:cubicBezTo>
                <a:lnTo>
                  <a:pt x="5209117" y="599018"/>
                </a:lnTo>
                <a:cubicBezTo>
                  <a:pt x="5209117" y="641102"/>
                  <a:pt x="5175002" y="675217"/>
                  <a:pt x="5132918" y="675217"/>
                </a:cubicBezTo>
                <a:lnTo>
                  <a:pt x="76198" y="675217"/>
                </a:lnTo>
                <a:cubicBezTo>
                  <a:pt x="34115" y="675217"/>
                  <a:pt x="0" y="641102"/>
                  <a:pt x="0" y="599018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100000">
                <a:srgbClr val="10B981">
                  <a:alpha val="20000"/>
                </a:srgbClr>
              </a:gs>
            </a:gsLst>
            <a:lin ang="0" scaled="1"/>
          </a:gradFill>
          <a:ln w="11289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548702" y="5774266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9" name="Text 57"/>
          <p:cNvSpPr/>
          <p:nvPr/>
        </p:nvSpPr>
        <p:spPr>
          <a:xfrm>
            <a:off x="6741583" y="5731934"/>
            <a:ext cx="48101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BookFlow cierra la brecha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entre tener libros y tener una operación comercial digital real.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285750"/>
                </a:lnTo>
                <a:cubicBezTo>
                  <a:pt x="38100" y="296264"/>
                  <a:pt x="29564" y="304800"/>
                  <a:pt x="19050" y="304800"/>
                </a:cubicBezTo>
                <a:lnTo>
                  <a:pt x="19050" y="304800"/>
                </a:lnTo>
                <a:cubicBezTo>
                  <a:pt x="8536" y="304800"/>
                  <a:pt x="0" y="296264"/>
                  <a:pt x="0" y="285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/>
              </a:gs>
              <a:gs pos="0">
                <a:srgbClr val="FFFFFF"/>
              </a:gs>
              <a:gs pos="100000">
                <a:srgbClr val="10B981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33400" y="381000"/>
            <a:ext cx="5381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Qué es BookFlow AI Commerce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Plataforma inteligente de catalogación, pricing y venta de libros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233" y="1223433"/>
            <a:ext cx="11419417" cy="808567"/>
          </a:xfrm>
          <a:custGeom>
            <a:avLst/>
            <a:gdLst/>
            <a:ahLst/>
            <a:cxnLst/>
            <a:rect l="l" t="t" r="r" b="b"/>
            <a:pathLst>
              <a:path w="11419417" h="808567">
                <a:moveTo>
                  <a:pt x="114299" y="0"/>
                </a:moveTo>
                <a:lnTo>
                  <a:pt x="11305118" y="0"/>
                </a:lnTo>
                <a:cubicBezTo>
                  <a:pt x="11368243" y="0"/>
                  <a:pt x="11419417" y="51173"/>
                  <a:pt x="11419417" y="114299"/>
                </a:cubicBezTo>
                <a:lnTo>
                  <a:pt x="11419417" y="694268"/>
                </a:lnTo>
                <a:cubicBezTo>
                  <a:pt x="11419417" y="757393"/>
                  <a:pt x="11368243" y="808567"/>
                  <a:pt x="11305118" y="808567"/>
                </a:cubicBezTo>
                <a:lnTo>
                  <a:pt x="114299" y="808567"/>
                </a:lnTo>
                <a:cubicBezTo>
                  <a:pt x="51173" y="808567"/>
                  <a:pt x="0" y="757393"/>
                  <a:pt x="0" y="694268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100000">
                <a:srgbClr val="10B981">
                  <a:alpha val="20000"/>
                </a:srgbClr>
              </a:gs>
            </a:gsLst>
            <a:lin ang="0" scaled="1"/>
          </a:gradFill>
          <a:ln w="11289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1867" y="1380067"/>
            <a:ext cx="111823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BookFlow AI Commerce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es una plataforma de software que convierte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inventario bibliográfico desordenado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en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catálogo digital comercializable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con IA para enriquecer metadatos, calcular precios y asistir al proceso comercial.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5233" y="2192867"/>
            <a:ext cx="5628217" cy="1818217"/>
          </a:xfrm>
          <a:custGeom>
            <a:avLst/>
            <a:gdLst/>
            <a:ahLst/>
            <a:cxnLst/>
            <a:rect l="l" t="t" r="r" b="b"/>
            <a:pathLst>
              <a:path w="5628217" h="1818217">
                <a:moveTo>
                  <a:pt x="114293" y="0"/>
                </a:moveTo>
                <a:lnTo>
                  <a:pt x="5513924" y="0"/>
                </a:lnTo>
                <a:cubicBezTo>
                  <a:pt x="5577046" y="0"/>
                  <a:pt x="5628217" y="51171"/>
                  <a:pt x="5628217" y="114293"/>
                </a:cubicBezTo>
                <a:lnTo>
                  <a:pt x="5628217" y="1703924"/>
                </a:lnTo>
                <a:cubicBezTo>
                  <a:pt x="5628217" y="1767046"/>
                  <a:pt x="5577046" y="1818217"/>
                  <a:pt x="5513924" y="1818217"/>
                </a:cubicBezTo>
                <a:lnTo>
                  <a:pt x="114293" y="1818217"/>
                </a:lnTo>
                <a:cubicBezTo>
                  <a:pt x="51171" y="1818217"/>
                  <a:pt x="0" y="1767046"/>
                  <a:pt x="0" y="1703924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1867" y="234950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3310" y="2482851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0" y="52871"/>
                </a:moveTo>
                <a:lnTo>
                  <a:pt x="0" y="178594"/>
                </a:lnTo>
                <a:cubicBezTo>
                  <a:pt x="0" y="185179"/>
                  <a:pt x="5321" y="190500"/>
                  <a:pt x="11906" y="190500"/>
                </a:cubicBezTo>
                <a:cubicBezTo>
                  <a:pt x="18492" y="190500"/>
                  <a:pt x="23812" y="185179"/>
                  <a:pt x="23812" y="178594"/>
                </a:cubicBezTo>
                <a:lnTo>
                  <a:pt x="23812" y="89297"/>
                </a:lnTo>
                <a:cubicBezTo>
                  <a:pt x="23812" y="82711"/>
                  <a:pt x="29133" y="77391"/>
                  <a:pt x="35719" y="77391"/>
                </a:cubicBezTo>
                <a:lnTo>
                  <a:pt x="178594" y="77391"/>
                </a:lnTo>
                <a:cubicBezTo>
                  <a:pt x="185179" y="77391"/>
                  <a:pt x="190500" y="82711"/>
                  <a:pt x="190500" y="89297"/>
                </a:cubicBezTo>
                <a:lnTo>
                  <a:pt x="190500" y="178594"/>
                </a:lnTo>
                <a:cubicBezTo>
                  <a:pt x="190500" y="185179"/>
                  <a:pt x="195821" y="190500"/>
                  <a:pt x="202406" y="190500"/>
                </a:cubicBezTo>
                <a:cubicBezTo>
                  <a:pt x="208992" y="190500"/>
                  <a:pt x="214313" y="185179"/>
                  <a:pt x="214313" y="178594"/>
                </a:cubicBezTo>
                <a:lnTo>
                  <a:pt x="214313" y="52871"/>
                </a:lnTo>
                <a:cubicBezTo>
                  <a:pt x="214313" y="42639"/>
                  <a:pt x="207764" y="33524"/>
                  <a:pt x="198016" y="30287"/>
                </a:cubicBezTo>
                <a:lnTo>
                  <a:pt x="112812" y="1898"/>
                </a:lnTo>
                <a:cubicBezTo>
                  <a:pt x="109128" y="670"/>
                  <a:pt x="105184" y="670"/>
                  <a:pt x="101501" y="1898"/>
                </a:cubicBezTo>
                <a:lnTo>
                  <a:pt x="16297" y="30287"/>
                </a:lnTo>
                <a:cubicBezTo>
                  <a:pt x="6548" y="33524"/>
                  <a:pt x="0" y="42639"/>
                  <a:pt x="0" y="52871"/>
                </a:cubicBezTo>
                <a:close/>
                <a:moveTo>
                  <a:pt x="172641" y="95250"/>
                </a:moveTo>
                <a:lnTo>
                  <a:pt x="41672" y="95250"/>
                </a:lnTo>
                <a:lnTo>
                  <a:pt x="41672" y="119063"/>
                </a:lnTo>
                <a:lnTo>
                  <a:pt x="172641" y="119063"/>
                </a:lnTo>
                <a:lnTo>
                  <a:pt x="172641" y="95250"/>
                </a:lnTo>
                <a:close/>
                <a:moveTo>
                  <a:pt x="41672" y="154781"/>
                </a:moveTo>
                <a:lnTo>
                  <a:pt x="172641" y="154781"/>
                </a:lnTo>
                <a:lnTo>
                  <a:pt x="172641" y="130969"/>
                </a:lnTo>
                <a:lnTo>
                  <a:pt x="41672" y="130969"/>
                </a:lnTo>
                <a:lnTo>
                  <a:pt x="41672" y="154781"/>
                </a:lnTo>
                <a:close/>
                <a:moveTo>
                  <a:pt x="172641" y="166688"/>
                </a:moveTo>
                <a:lnTo>
                  <a:pt x="41672" y="166688"/>
                </a:lnTo>
                <a:lnTo>
                  <a:pt x="41672" y="190500"/>
                </a:lnTo>
                <a:lnTo>
                  <a:pt x="172641" y="190500"/>
                </a:lnTo>
                <a:lnTo>
                  <a:pt x="172641" y="166688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1113367" y="2349501"/>
            <a:ext cx="1762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Gestión de Inventario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3367" y="2616201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3298" y="2959101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84742" y="2921001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Carga masiva de archivos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3298" y="3206751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84742" y="3168651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Validación estructural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3298" y="3454401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84742" y="3416301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Trazabilidad por lote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3298" y="3702051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684742" y="3663951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Registro de errores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76433" y="2192867"/>
            <a:ext cx="5628217" cy="1818217"/>
          </a:xfrm>
          <a:custGeom>
            <a:avLst/>
            <a:gdLst/>
            <a:ahLst/>
            <a:cxnLst/>
            <a:rect l="l" t="t" r="r" b="b"/>
            <a:pathLst>
              <a:path w="5628217" h="1818217">
                <a:moveTo>
                  <a:pt x="114293" y="0"/>
                </a:moveTo>
                <a:lnTo>
                  <a:pt x="5513924" y="0"/>
                </a:lnTo>
                <a:cubicBezTo>
                  <a:pt x="5577046" y="0"/>
                  <a:pt x="5628217" y="51171"/>
                  <a:pt x="5628217" y="114293"/>
                </a:cubicBezTo>
                <a:lnTo>
                  <a:pt x="5628217" y="1703924"/>
                </a:lnTo>
                <a:cubicBezTo>
                  <a:pt x="5628217" y="1767046"/>
                  <a:pt x="5577046" y="1818217"/>
                  <a:pt x="5513924" y="1818217"/>
                </a:cubicBezTo>
                <a:lnTo>
                  <a:pt x="114293" y="1818217"/>
                </a:lnTo>
                <a:cubicBezTo>
                  <a:pt x="51171" y="1818217"/>
                  <a:pt x="0" y="1767046"/>
                  <a:pt x="0" y="1703924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33067" y="234950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C4899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466417" y="248285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23" name="Text 21"/>
          <p:cNvSpPr/>
          <p:nvPr/>
        </p:nvSpPr>
        <p:spPr>
          <a:xfrm>
            <a:off x="6904567" y="2349501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Inteligencia Artificial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04567" y="2616201"/>
            <a:ext cx="1657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C48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54498" y="2959101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475942" y="2921001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Enriquecimiento de metadatos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54498" y="3206751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6475942" y="3168651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Pricing inteligente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54498" y="3454401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6475942" y="3416301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Asistencia comercial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54498" y="3702051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6475942" y="3663951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APIs externas integradas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5233" y="4171951"/>
            <a:ext cx="5628217" cy="1818217"/>
          </a:xfrm>
          <a:custGeom>
            <a:avLst/>
            <a:gdLst/>
            <a:ahLst/>
            <a:cxnLst/>
            <a:rect l="l" t="t" r="r" b="b"/>
            <a:pathLst>
              <a:path w="5628217" h="1818217">
                <a:moveTo>
                  <a:pt x="114293" y="0"/>
                </a:moveTo>
                <a:lnTo>
                  <a:pt x="5513924" y="0"/>
                </a:lnTo>
                <a:cubicBezTo>
                  <a:pt x="5577046" y="0"/>
                  <a:pt x="5628217" y="51171"/>
                  <a:pt x="5628217" y="114293"/>
                </a:cubicBezTo>
                <a:lnTo>
                  <a:pt x="5628217" y="1703924"/>
                </a:lnTo>
                <a:cubicBezTo>
                  <a:pt x="5628217" y="1767046"/>
                  <a:pt x="5577046" y="1818217"/>
                  <a:pt x="5513924" y="1818217"/>
                </a:cubicBezTo>
                <a:lnTo>
                  <a:pt x="114293" y="1818217"/>
                </a:lnTo>
                <a:cubicBezTo>
                  <a:pt x="51171" y="1818217"/>
                  <a:pt x="0" y="1767046"/>
                  <a:pt x="0" y="1703924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1867" y="43285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75217" y="446193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423" y="26901"/>
                </a:moveTo>
                <a:cubicBezTo>
                  <a:pt x="13990" y="18008"/>
                  <a:pt x="22138" y="11906"/>
                  <a:pt x="31403" y="11906"/>
                </a:cubicBezTo>
                <a:lnTo>
                  <a:pt x="159395" y="11906"/>
                </a:lnTo>
                <a:cubicBezTo>
                  <a:pt x="168659" y="11906"/>
                  <a:pt x="176808" y="18008"/>
                  <a:pt x="179412" y="26901"/>
                </a:cubicBezTo>
                <a:lnTo>
                  <a:pt x="188119" y="56741"/>
                </a:lnTo>
                <a:cubicBezTo>
                  <a:pt x="192881" y="73000"/>
                  <a:pt x="180640" y="89297"/>
                  <a:pt x="163711" y="89297"/>
                </a:cubicBezTo>
                <a:cubicBezTo>
                  <a:pt x="153925" y="89297"/>
                  <a:pt x="145331" y="83753"/>
                  <a:pt x="141089" y="75493"/>
                </a:cubicBezTo>
                <a:cubicBezTo>
                  <a:pt x="136773" y="83641"/>
                  <a:pt x="128215" y="89297"/>
                  <a:pt x="118244" y="89297"/>
                </a:cubicBezTo>
                <a:cubicBezTo>
                  <a:pt x="108347" y="89297"/>
                  <a:pt x="99752" y="83716"/>
                  <a:pt x="95436" y="75530"/>
                </a:cubicBezTo>
                <a:cubicBezTo>
                  <a:pt x="91120" y="83716"/>
                  <a:pt x="82525" y="89297"/>
                  <a:pt x="72628" y="89297"/>
                </a:cubicBezTo>
                <a:cubicBezTo>
                  <a:pt x="62657" y="89297"/>
                  <a:pt x="54099" y="83679"/>
                  <a:pt x="49783" y="75493"/>
                </a:cubicBezTo>
                <a:cubicBezTo>
                  <a:pt x="45541" y="83716"/>
                  <a:pt x="36947" y="89297"/>
                  <a:pt x="27161" y="89297"/>
                </a:cubicBezTo>
                <a:cubicBezTo>
                  <a:pt x="10195" y="89297"/>
                  <a:pt x="-2009" y="73037"/>
                  <a:pt x="2753" y="56741"/>
                </a:cubicBezTo>
                <a:lnTo>
                  <a:pt x="11423" y="26901"/>
                </a:lnTo>
                <a:close/>
                <a:moveTo>
                  <a:pt x="35868" y="130969"/>
                </a:moveTo>
                <a:lnTo>
                  <a:pt x="154930" y="130969"/>
                </a:lnTo>
                <a:lnTo>
                  <a:pt x="154930" y="106263"/>
                </a:lnTo>
                <a:cubicBezTo>
                  <a:pt x="157758" y="106859"/>
                  <a:pt x="160697" y="107156"/>
                  <a:pt x="163674" y="107156"/>
                </a:cubicBezTo>
                <a:cubicBezTo>
                  <a:pt x="168994" y="107156"/>
                  <a:pt x="174092" y="106189"/>
                  <a:pt x="178743" y="104477"/>
                </a:cubicBezTo>
                <a:lnTo>
                  <a:pt x="178743" y="160734"/>
                </a:lnTo>
                <a:cubicBezTo>
                  <a:pt x="178743" y="170594"/>
                  <a:pt x="170743" y="178594"/>
                  <a:pt x="160883" y="178594"/>
                </a:cubicBezTo>
                <a:lnTo>
                  <a:pt x="29914" y="178594"/>
                </a:lnTo>
                <a:cubicBezTo>
                  <a:pt x="20055" y="178594"/>
                  <a:pt x="12055" y="170594"/>
                  <a:pt x="12055" y="160734"/>
                </a:cubicBezTo>
                <a:lnTo>
                  <a:pt x="12055" y="104477"/>
                </a:lnTo>
                <a:cubicBezTo>
                  <a:pt x="16706" y="106189"/>
                  <a:pt x="21766" y="107156"/>
                  <a:pt x="27124" y="107156"/>
                </a:cubicBezTo>
                <a:cubicBezTo>
                  <a:pt x="30138" y="107156"/>
                  <a:pt x="33040" y="106859"/>
                  <a:pt x="35868" y="106263"/>
                </a:cubicBezTo>
                <a:lnTo>
                  <a:pt x="35868" y="130969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1113367" y="4328585"/>
            <a:ext cx="1638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Catálogo Comercial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13367" y="4595285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63298" y="493818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684742" y="4900085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Navegación intuitiva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63298" y="518583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684742" y="5147735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Filtros avanzados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63298" y="543348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684742" y="5395385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Orientado a venta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63298" y="568113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684742" y="5643035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Información completa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76433" y="4171951"/>
            <a:ext cx="5628217" cy="1818217"/>
          </a:xfrm>
          <a:custGeom>
            <a:avLst/>
            <a:gdLst/>
            <a:ahLst/>
            <a:cxnLst/>
            <a:rect l="l" t="t" r="r" b="b"/>
            <a:pathLst>
              <a:path w="5628217" h="1818217">
                <a:moveTo>
                  <a:pt x="114293" y="0"/>
                </a:moveTo>
                <a:lnTo>
                  <a:pt x="5513924" y="0"/>
                </a:lnTo>
                <a:cubicBezTo>
                  <a:pt x="5577046" y="0"/>
                  <a:pt x="5628217" y="51171"/>
                  <a:pt x="5628217" y="114293"/>
                </a:cubicBezTo>
                <a:lnTo>
                  <a:pt x="5628217" y="1703924"/>
                </a:lnTo>
                <a:cubicBezTo>
                  <a:pt x="5628217" y="1767046"/>
                  <a:pt x="5577046" y="1818217"/>
                  <a:pt x="5513924" y="1818217"/>
                </a:cubicBezTo>
                <a:lnTo>
                  <a:pt x="114293" y="1818217"/>
                </a:lnTo>
                <a:cubicBezTo>
                  <a:pt x="51171" y="1818217"/>
                  <a:pt x="0" y="1767046"/>
                  <a:pt x="0" y="1703924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33067" y="43285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442604" y="446193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8930" y="-5953"/>
                </a:moveTo>
                <a:cubicBezTo>
                  <a:pt x="3981" y="-5953"/>
                  <a:pt x="0" y="-1972"/>
                  <a:pt x="0" y="2977"/>
                </a:cubicBezTo>
                <a:cubicBezTo>
                  <a:pt x="0" y="7925"/>
                  <a:pt x="3981" y="11906"/>
                  <a:pt x="8930" y="11906"/>
                </a:cubicBezTo>
                <a:lnTo>
                  <a:pt x="25784" y="11906"/>
                </a:lnTo>
                <a:cubicBezTo>
                  <a:pt x="27236" y="11906"/>
                  <a:pt x="28463" y="12948"/>
                  <a:pt x="28724" y="14362"/>
                </a:cubicBezTo>
                <a:lnTo>
                  <a:pt x="48109" y="120886"/>
                </a:lnTo>
                <a:cubicBezTo>
                  <a:pt x="50416" y="133610"/>
                  <a:pt x="61503" y="142875"/>
                  <a:pt x="74451" y="142875"/>
                </a:cubicBezTo>
                <a:lnTo>
                  <a:pt x="169664" y="142875"/>
                </a:lnTo>
                <a:cubicBezTo>
                  <a:pt x="174613" y="142875"/>
                  <a:pt x="178594" y="138894"/>
                  <a:pt x="178594" y="133945"/>
                </a:cubicBezTo>
                <a:cubicBezTo>
                  <a:pt x="178594" y="128997"/>
                  <a:pt x="174613" y="125016"/>
                  <a:pt x="169664" y="125016"/>
                </a:cubicBezTo>
                <a:lnTo>
                  <a:pt x="74451" y="125016"/>
                </a:lnTo>
                <a:cubicBezTo>
                  <a:pt x="70135" y="125016"/>
                  <a:pt x="66452" y="121927"/>
                  <a:pt x="65670" y="117686"/>
                </a:cubicBezTo>
                <a:lnTo>
                  <a:pt x="63773" y="107156"/>
                </a:lnTo>
                <a:lnTo>
                  <a:pt x="176733" y="107156"/>
                </a:lnTo>
                <a:cubicBezTo>
                  <a:pt x="188193" y="107156"/>
                  <a:pt x="198016" y="99008"/>
                  <a:pt x="200137" y="87734"/>
                </a:cubicBezTo>
                <a:lnTo>
                  <a:pt x="211671" y="26008"/>
                </a:lnTo>
                <a:cubicBezTo>
                  <a:pt x="213047" y="18678"/>
                  <a:pt x="207429" y="11906"/>
                  <a:pt x="199951" y="11906"/>
                </a:cubicBezTo>
                <a:lnTo>
                  <a:pt x="46397" y="11906"/>
                </a:lnTo>
                <a:lnTo>
                  <a:pt x="46248" y="11162"/>
                </a:lnTo>
                <a:cubicBezTo>
                  <a:pt x="44462" y="1265"/>
                  <a:pt x="35830" y="-5953"/>
                  <a:pt x="25747" y="-5953"/>
                </a:cubicBezTo>
                <a:lnTo>
                  <a:pt x="8930" y="-5953"/>
                </a:lnTo>
                <a:close/>
                <a:moveTo>
                  <a:pt x="77391" y="190500"/>
                </a:moveTo>
                <a:cubicBezTo>
                  <a:pt x="87247" y="190500"/>
                  <a:pt x="95250" y="182497"/>
                  <a:pt x="95250" y="172641"/>
                </a:cubicBezTo>
                <a:cubicBezTo>
                  <a:pt x="95250" y="162784"/>
                  <a:pt x="87247" y="154781"/>
                  <a:pt x="77391" y="154781"/>
                </a:cubicBezTo>
                <a:cubicBezTo>
                  <a:pt x="67534" y="154781"/>
                  <a:pt x="59531" y="162784"/>
                  <a:pt x="59531" y="172641"/>
                </a:cubicBezTo>
                <a:cubicBezTo>
                  <a:pt x="59531" y="182497"/>
                  <a:pt x="67534" y="190500"/>
                  <a:pt x="77391" y="190500"/>
                </a:cubicBezTo>
                <a:close/>
                <a:moveTo>
                  <a:pt x="160734" y="190500"/>
                </a:moveTo>
                <a:cubicBezTo>
                  <a:pt x="170591" y="190500"/>
                  <a:pt x="178594" y="182497"/>
                  <a:pt x="178594" y="172641"/>
                </a:cubicBezTo>
                <a:cubicBezTo>
                  <a:pt x="178594" y="162784"/>
                  <a:pt x="170591" y="154781"/>
                  <a:pt x="160734" y="154781"/>
                </a:cubicBezTo>
                <a:cubicBezTo>
                  <a:pt x="150878" y="154781"/>
                  <a:pt x="142875" y="162784"/>
                  <a:pt x="142875" y="172641"/>
                </a:cubicBezTo>
                <a:cubicBezTo>
                  <a:pt x="142875" y="182497"/>
                  <a:pt x="150878" y="190500"/>
                  <a:pt x="160734" y="19050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9" name="Text 47"/>
          <p:cNvSpPr/>
          <p:nvPr/>
        </p:nvSpPr>
        <p:spPr>
          <a:xfrm>
            <a:off x="6904567" y="4328585"/>
            <a:ext cx="1743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Operación Comercial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904567" y="4595285"/>
            <a:ext cx="1724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54498" y="493818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2" name="Text 50"/>
          <p:cNvSpPr/>
          <p:nvPr/>
        </p:nvSpPr>
        <p:spPr>
          <a:xfrm>
            <a:off x="6475942" y="4900085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Carrito de compras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54498" y="518583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4" name="Text 52"/>
          <p:cNvSpPr/>
          <p:nvPr/>
        </p:nvSpPr>
        <p:spPr>
          <a:xfrm>
            <a:off x="6475942" y="5147735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Creación de pedidos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54498" y="543348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6" name="Text 54"/>
          <p:cNvSpPr/>
          <p:nvPr/>
        </p:nvSpPr>
        <p:spPr>
          <a:xfrm>
            <a:off x="6475942" y="5395385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Validación de disponibilidad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54498" y="568113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8" name="Text 56"/>
          <p:cNvSpPr/>
          <p:nvPr/>
        </p:nvSpPr>
        <p:spPr>
          <a:xfrm>
            <a:off x="6475942" y="5643035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Trazabilidad del proceso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381000" y="6151033"/>
            <a:ext cx="11430000" cy="8467"/>
          </a:xfrm>
          <a:custGeom>
            <a:avLst/>
            <a:gdLst/>
            <a:ahLst/>
            <a:cxnLst/>
            <a:rect l="l" t="t" r="r" b="b"/>
            <a:pathLst>
              <a:path w="11430000" h="8467">
                <a:moveTo>
                  <a:pt x="0" y="0"/>
                </a:moveTo>
                <a:lnTo>
                  <a:pt x="11430000" y="0"/>
                </a:lnTo>
                <a:lnTo>
                  <a:pt x="11430000" y="8467"/>
                </a:lnTo>
                <a:lnTo>
                  <a:pt x="0" y="8467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60" name="Shape 58"/>
          <p:cNvSpPr/>
          <p:nvPr/>
        </p:nvSpPr>
        <p:spPr>
          <a:xfrm>
            <a:off x="2818606" y="6273799"/>
            <a:ext cx="1122892" cy="351367"/>
          </a:xfrm>
          <a:custGeom>
            <a:avLst/>
            <a:gdLst/>
            <a:ahLst/>
            <a:cxnLst/>
            <a:rect l="l" t="t" r="r" b="b"/>
            <a:pathLst>
              <a:path w="1122892" h="351367">
                <a:moveTo>
                  <a:pt x="76201" y="0"/>
                </a:moveTo>
                <a:lnTo>
                  <a:pt x="1046691" y="0"/>
                </a:lnTo>
                <a:cubicBezTo>
                  <a:pt x="1088775" y="0"/>
                  <a:pt x="1122892" y="34116"/>
                  <a:pt x="1122892" y="76201"/>
                </a:cubicBezTo>
                <a:lnTo>
                  <a:pt x="1122892" y="275166"/>
                </a:lnTo>
                <a:cubicBezTo>
                  <a:pt x="1122892" y="317250"/>
                  <a:pt x="1088775" y="351367"/>
                  <a:pt x="1046691" y="351367"/>
                </a:cubicBezTo>
                <a:lnTo>
                  <a:pt x="76201" y="351367"/>
                </a:lnTo>
                <a:cubicBezTo>
                  <a:pt x="34144" y="351367"/>
                  <a:pt x="0" y="317222"/>
                  <a:pt x="0" y="275166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999052" y="636375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40040" y="59338"/>
                </a:moveTo>
                <a:cubicBezTo>
                  <a:pt x="138232" y="58735"/>
                  <a:pt x="136423" y="58166"/>
                  <a:pt x="134615" y="57630"/>
                </a:cubicBezTo>
                <a:cubicBezTo>
                  <a:pt x="134916" y="56391"/>
                  <a:pt x="135184" y="55152"/>
                  <a:pt x="135452" y="53913"/>
                </a:cubicBezTo>
                <a:cubicBezTo>
                  <a:pt x="139571" y="33955"/>
                  <a:pt x="136859" y="17915"/>
                  <a:pt x="127717" y="12624"/>
                </a:cubicBezTo>
                <a:cubicBezTo>
                  <a:pt x="118910" y="7568"/>
                  <a:pt x="104544" y="12825"/>
                  <a:pt x="90011" y="25483"/>
                </a:cubicBezTo>
                <a:cubicBezTo>
                  <a:pt x="88571" y="26722"/>
                  <a:pt x="87165" y="28028"/>
                  <a:pt x="85825" y="29334"/>
                </a:cubicBezTo>
                <a:cubicBezTo>
                  <a:pt x="84921" y="28463"/>
                  <a:pt x="83984" y="27593"/>
                  <a:pt x="83046" y="26756"/>
                </a:cubicBezTo>
                <a:cubicBezTo>
                  <a:pt x="67810" y="13227"/>
                  <a:pt x="52540" y="7534"/>
                  <a:pt x="43398" y="12859"/>
                </a:cubicBezTo>
                <a:cubicBezTo>
                  <a:pt x="34625" y="17949"/>
                  <a:pt x="32013" y="33051"/>
                  <a:pt x="35696" y="51937"/>
                </a:cubicBezTo>
                <a:cubicBezTo>
                  <a:pt x="36065" y="53813"/>
                  <a:pt x="36467" y="55654"/>
                  <a:pt x="36935" y="57530"/>
                </a:cubicBezTo>
                <a:cubicBezTo>
                  <a:pt x="34792" y="58132"/>
                  <a:pt x="32683" y="58802"/>
                  <a:pt x="30707" y="59505"/>
                </a:cubicBezTo>
                <a:cubicBezTo>
                  <a:pt x="12825" y="65700"/>
                  <a:pt x="0" y="75478"/>
                  <a:pt x="0" y="85591"/>
                </a:cubicBezTo>
                <a:cubicBezTo>
                  <a:pt x="0" y="96039"/>
                  <a:pt x="13662" y="106520"/>
                  <a:pt x="32247" y="112882"/>
                </a:cubicBezTo>
                <a:cubicBezTo>
                  <a:pt x="33754" y="113385"/>
                  <a:pt x="35261" y="113887"/>
                  <a:pt x="36801" y="114322"/>
                </a:cubicBezTo>
                <a:cubicBezTo>
                  <a:pt x="36299" y="116332"/>
                  <a:pt x="35864" y="118307"/>
                  <a:pt x="35462" y="120350"/>
                </a:cubicBezTo>
                <a:cubicBezTo>
                  <a:pt x="31946" y="138935"/>
                  <a:pt x="34692" y="153669"/>
                  <a:pt x="43465" y="158725"/>
                </a:cubicBezTo>
                <a:cubicBezTo>
                  <a:pt x="52507" y="163949"/>
                  <a:pt x="67709" y="158591"/>
                  <a:pt x="82510" y="145632"/>
                </a:cubicBezTo>
                <a:cubicBezTo>
                  <a:pt x="83682" y="144594"/>
                  <a:pt x="84854" y="143522"/>
                  <a:pt x="86026" y="142384"/>
                </a:cubicBezTo>
                <a:cubicBezTo>
                  <a:pt x="87500" y="143824"/>
                  <a:pt x="89040" y="145197"/>
                  <a:pt x="90581" y="146536"/>
                </a:cubicBezTo>
                <a:cubicBezTo>
                  <a:pt x="104913" y="158859"/>
                  <a:pt x="119077" y="163849"/>
                  <a:pt x="127817" y="158792"/>
                </a:cubicBezTo>
                <a:cubicBezTo>
                  <a:pt x="136859" y="153568"/>
                  <a:pt x="139805" y="137729"/>
                  <a:pt x="135988" y="118441"/>
                </a:cubicBezTo>
                <a:cubicBezTo>
                  <a:pt x="135687" y="116968"/>
                  <a:pt x="135352" y="115461"/>
                  <a:pt x="134983" y="113920"/>
                </a:cubicBezTo>
                <a:cubicBezTo>
                  <a:pt x="136055" y="113619"/>
                  <a:pt x="137093" y="113284"/>
                  <a:pt x="138131" y="112949"/>
                </a:cubicBezTo>
                <a:cubicBezTo>
                  <a:pt x="157453" y="106553"/>
                  <a:pt x="171450" y="96206"/>
                  <a:pt x="171450" y="85591"/>
                </a:cubicBezTo>
                <a:cubicBezTo>
                  <a:pt x="171450" y="75445"/>
                  <a:pt x="158256" y="65600"/>
                  <a:pt x="140040" y="59338"/>
                </a:cubicBezTo>
                <a:close/>
                <a:moveTo>
                  <a:pt x="94733" y="30908"/>
                </a:moveTo>
                <a:cubicBezTo>
                  <a:pt x="107190" y="20058"/>
                  <a:pt x="118809" y="15806"/>
                  <a:pt x="124100" y="18853"/>
                </a:cubicBezTo>
                <a:cubicBezTo>
                  <a:pt x="129760" y="22101"/>
                  <a:pt x="131936" y="35228"/>
                  <a:pt x="128387" y="52473"/>
                </a:cubicBezTo>
                <a:cubicBezTo>
                  <a:pt x="128152" y="53612"/>
                  <a:pt x="127918" y="54717"/>
                  <a:pt x="127616" y="55822"/>
                </a:cubicBezTo>
                <a:cubicBezTo>
                  <a:pt x="120182" y="54147"/>
                  <a:pt x="112648" y="52942"/>
                  <a:pt x="105080" y="52272"/>
                </a:cubicBezTo>
                <a:cubicBezTo>
                  <a:pt x="100727" y="46044"/>
                  <a:pt x="95972" y="40083"/>
                  <a:pt x="90815" y="34491"/>
                </a:cubicBezTo>
                <a:cubicBezTo>
                  <a:pt x="92121" y="33252"/>
                  <a:pt x="93393" y="32080"/>
                  <a:pt x="94733" y="30908"/>
                </a:cubicBezTo>
                <a:close/>
                <a:moveTo>
                  <a:pt x="55989" y="102970"/>
                </a:moveTo>
                <a:cubicBezTo>
                  <a:pt x="57697" y="105884"/>
                  <a:pt x="59438" y="108797"/>
                  <a:pt x="61280" y="111643"/>
                </a:cubicBezTo>
                <a:cubicBezTo>
                  <a:pt x="56056" y="111074"/>
                  <a:pt x="50866" y="110237"/>
                  <a:pt x="45742" y="109132"/>
                </a:cubicBezTo>
                <a:cubicBezTo>
                  <a:pt x="47216" y="104310"/>
                  <a:pt x="49057" y="99320"/>
                  <a:pt x="51201" y="94231"/>
                </a:cubicBezTo>
                <a:cubicBezTo>
                  <a:pt x="52741" y="97177"/>
                  <a:pt x="54315" y="100091"/>
                  <a:pt x="55989" y="102970"/>
                </a:cubicBezTo>
                <a:close/>
                <a:moveTo>
                  <a:pt x="45843" y="62686"/>
                </a:moveTo>
                <a:cubicBezTo>
                  <a:pt x="50665" y="61615"/>
                  <a:pt x="55788" y="60744"/>
                  <a:pt x="61113" y="60074"/>
                </a:cubicBezTo>
                <a:cubicBezTo>
                  <a:pt x="59338" y="62854"/>
                  <a:pt x="57596" y="65700"/>
                  <a:pt x="55956" y="68580"/>
                </a:cubicBezTo>
                <a:cubicBezTo>
                  <a:pt x="54315" y="71426"/>
                  <a:pt x="52707" y="74340"/>
                  <a:pt x="51201" y="77286"/>
                </a:cubicBezTo>
                <a:cubicBezTo>
                  <a:pt x="49091" y="72297"/>
                  <a:pt x="47316" y="67408"/>
                  <a:pt x="45843" y="62686"/>
                </a:cubicBezTo>
                <a:close/>
                <a:moveTo>
                  <a:pt x="55018" y="85758"/>
                </a:moveTo>
                <a:cubicBezTo>
                  <a:pt x="57228" y="81137"/>
                  <a:pt x="59639" y="76617"/>
                  <a:pt x="62184" y="72163"/>
                </a:cubicBezTo>
                <a:cubicBezTo>
                  <a:pt x="64729" y="67709"/>
                  <a:pt x="67475" y="63390"/>
                  <a:pt x="70355" y="59137"/>
                </a:cubicBezTo>
                <a:cubicBezTo>
                  <a:pt x="75378" y="58769"/>
                  <a:pt x="80501" y="58568"/>
                  <a:pt x="85725" y="58568"/>
                </a:cubicBezTo>
                <a:cubicBezTo>
                  <a:pt x="90949" y="58568"/>
                  <a:pt x="96106" y="58769"/>
                  <a:pt x="101095" y="59137"/>
                </a:cubicBezTo>
                <a:cubicBezTo>
                  <a:pt x="103942" y="63356"/>
                  <a:pt x="106654" y="67676"/>
                  <a:pt x="109232" y="72096"/>
                </a:cubicBezTo>
                <a:cubicBezTo>
                  <a:pt x="111811" y="76516"/>
                  <a:pt x="114222" y="81037"/>
                  <a:pt x="116499" y="85625"/>
                </a:cubicBezTo>
                <a:cubicBezTo>
                  <a:pt x="114255" y="90246"/>
                  <a:pt x="111844" y="94800"/>
                  <a:pt x="109266" y="99287"/>
                </a:cubicBezTo>
                <a:cubicBezTo>
                  <a:pt x="106721" y="103741"/>
                  <a:pt x="104009" y="108060"/>
                  <a:pt x="101162" y="112347"/>
                </a:cubicBezTo>
                <a:cubicBezTo>
                  <a:pt x="96173" y="112715"/>
                  <a:pt x="90982" y="112882"/>
                  <a:pt x="85725" y="112882"/>
                </a:cubicBezTo>
                <a:cubicBezTo>
                  <a:pt x="80468" y="112882"/>
                  <a:pt x="75378" y="112715"/>
                  <a:pt x="70455" y="112414"/>
                </a:cubicBezTo>
                <a:cubicBezTo>
                  <a:pt x="67542" y="108161"/>
                  <a:pt x="64796" y="103808"/>
                  <a:pt x="62218" y="99354"/>
                </a:cubicBezTo>
                <a:cubicBezTo>
                  <a:pt x="59639" y="94900"/>
                  <a:pt x="57262" y="90380"/>
                  <a:pt x="55018" y="85758"/>
                </a:cubicBezTo>
                <a:close/>
                <a:moveTo>
                  <a:pt x="115494" y="102903"/>
                </a:moveTo>
                <a:cubicBezTo>
                  <a:pt x="117202" y="99957"/>
                  <a:pt x="118809" y="96976"/>
                  <a:pt x="120383" y="93963"/>
                </a:cubicBezTo>
                <a:cubicBezTo>
                  <a:pt x="122526" y="98818"/>
                  <a:pt x="124402" y="103741"/>
                  <a:pt x="126043" y="108797"/>
                </a:cubicBezTo>
                <a:cubicBezTo>
                  <a:pt x="120852" y="109969"/>
                  <a:pt x="115595" y="110873"/>
                  <a:pt x="110304" y="111476"/>
                </a:cubicBezTo>
                <a:cubicBezTo>
                  <a:pt x="112112" y="108663"/>
                  <a:pt x="113820" y="105783"/>
                  <a:pt x="115494" y="102903"/>
                </a:cubicBezTo>
                <a:close/>
                <a:moveTo>
                  <a:pt x="120316" y="77286"/>
                </a:moveTo>
                <a:cubicBezTo>
                  <a:pt x="118743" y="74340"/>
                  <a:pt x="117135" y="71393"/>
                  <a:pt x="115461" y="68513"/>
                </a:cubicBezTo>
                <a:cubicBezTo>
                  <a:pt x="113820" y="65667"/>
                  <a:pt x="112112" y="62854"/>
                  <a:pt x="110337" y="60074"/>
                </a:cubicBezTo>
                <a:cubicBezTo>
                  <a:pt x="115729" y="60744"/>
                  <a:pt x="120886" y="61648"/>
                  <a:pt x="125708" y="62753"/>
                </a:cubicBezTo>
                <a:cubicBezTo>
                  <a:pt x="124167" y="67709"/>
                  <a:pt x="122359" y="72531"/>
                  <a:pt x="120316" y="77286"/>
                </a:cubicBezTo>
                <a:close/>
                <a:moveTo>
                  <a:pt x="85792" y="39614"/>
                </a:moveTo>
                <a:cubicBezTo>
                  <a:pt x="89308" y="43432"/>
                  <a:pt x="92623" y="47450"/>
                  <a:pt x="95704" y="51602"/>
                </a:cubicBezTo>
                <a:cubicBezTo>
                  <a:pt x="89074" y="51301"/>
                  <a:pt x="82410" y="51301"/>
                  <a:pt x="75780" y="51602"/>
                </a:cubicBezTo>
                <a:cubicBezTo>
                  <a:pt x="79061" y="47283"/>
                  <a:pt x="82443" y="43264"/>
                  <a:pt x="85792" y="39614"/>
                </a:cubicBezTo>
                <a:close/>
                <a:moveTo>
                  <a:pt x="46948" y="19087"/>
                </a:moveTo>
                <a:cubicBezTo>
                  <a:pt x="52574" y="15806"/>
                  <a:pt x="65064" y="20494"/>
                  <a:pt x="78224" y="32147"/>
                </a:cubicBezTo>
                <a:cubicBezTo>
                  <a:pt x="79061" y="32884"/>
                  <a:pt x="79898" y="33687"/>
                  <a:pt x="80769" y="34491"/>
                </a:cubicBezTo>
                <a:cubicBezTo>
                  <a:pt x="75579" y="40083"/>
                  <a:pt x="70790" y="46044"/>
                  <a:pt x="66403" y="52272"/>
                </a:cubicBezTo>
                <a:cubicBezTo>
                  <a:pt x="58835" y="52942"/>
                  <a:pt x="51335" y="54114"/>
                  <a:pt x="43901" y="55755"/>
                </a:cubicBezTo>
                <a:cubicBezTo>
                  <a:pt x="43465" y="54047"/>
                  <a:pt x="43097" y="52306"/>
                  <a:pt x="42729" y="50564"/>
                </a:cubicBezTo>
                <a:cubicBezTo>
                  <a:pt x="39581" y="34357"/>
                  <a:pt x="41657" y="22134"/>
                  <a:pt x="46948" y="19087"/>
                </a:cubicBezTo>
                <a:close/>
                <a:moveTo>
                  <a:pt x="38744" y="107357"/>
                </a:moveTo>
                <a:cubicBezTo>
                  <a:pt x="37337" y="106955"/>
                  <a:pt x="35964" y="106520"/>
                  <a:pt x="34591" y="106051"/>
                </a:cubicBezTo>
                <a:cubicBezTo>
                  <a:pt x="27459" y="103808"/>
                  <a:pt x="19355" y="100258"/>
                  <a:pt x="13495" y="95603"/>
                </a:cubicBezTo>
                <a:cubicBezTo>
                  <a:pt x="10113" y="93259"/>
                  <a:pt x="7836" y="89643"/>
                  <a:pt x="7200" y="85591"/>
                </a:cubicBezTo>
                <a:cubicBezTo>
                  <a:pt x="7200" y="79463"/>
                  <a:pt x="17781" y="71627"/>
                  <a:pt x="33051" y="66303"/>
                </a:cubicBezTo>
                <a:cubicBezTo>
                  <a:pt x="34960" y="65633"/>
                  <a:pt x="36902" y="65030"/>
                  <a:pt x="38844" y="64461"/>
                </a:cubicBezTo>
                <a:cubicBezTo>
                  <a:pt x="41121" y="71728"/>
                  <a:pt x="43867" y="78860"/>
                  <a:pt x="47048" y="85758"/>
                </a:cubicBezTo>
                <a:cubicBezTo>
                  <a:pt x="43834" y="92757"/>
                  <a:pt x="41054" y="99990"/>
                  <a:pt x="38744" y="107357"/>
                </a:cubicBezTo>
                <a:close/>
                <a:moveTo>
                  <a:pt x="77789" y="140174"/>
                </a:moveTo>
                <a:cubicBezTo>
                  <a:pt x="72263" y="145230"/>
                  <a:pt x="65868" y="149249"/>
                  <a:pt x="58902" y="151994"/>
                </a:cubicBezTo>
                <a:cubicBezTo>
                  <a:pt x="55185" y="153769"/>
                  <a:pt x="50899" y="153937"/>
                  <a:pt x="47082" y="152430"/>
                </a:cubicBezTo>
                <a:cubicBezTo>
                  <a:pt x="41757" y="149349"/>
                  <a:pt x="39547" y="137528"/>
                  <a:pt x="42561" y="121622"/>
                </a:cubicBezTo>
                <a:cubicBezTo>
                  <a:pt x="42929" y="119747"/>
                  <a:pt x="43331" y="117872"/>
                  <a:pt x="43800" y="116030"/>
                </a:cubicBezTo>
                <a:cubicBezTo>
                  <a:pt x="51301" y="117637"/>
                  <a:pt x="58869" y="118743"/>
                  <a:pt x="66537" y="119312"/>
                </a:cubicBezTo>
                <a:cubicBezTo>
                  <a:pt x="70958" y="125574"/>
                  <a:pt x="75813" y="131568"/>
                  <a:pt x="81003" y="137193"/>
                </a:cubicBezTo>
                <a:cubicBezTo>
                  <a:pt x="79932" y="138232"/>
                  <a:pt x="78860" y="139236"/>
                  <a:pt x="77789" y="140174"/>
                </a:cubicBezTo>
                <a:close/>
                <a:moveTo>
                  <a:pt x="85993" y="132037"/>
                </a:moveTo>
                <a:cubicBezTo>
                  <a:pt x="82577" y="128353"/>
                  <a:pt x="79162" y="124268"/>
                  <a:pt x="75847" y="119881"/>
                </a:cubicBezTo>
                <a:cubicBezTo>
                  <a:pt x="79061" y="120015"/>
                  <a:pt x="82376" y="120082"/>
                  <a:pt x="85725" y="120082"/>
                </a:cubicBezTo>
                <a:cubicBezTo>
                  <a:pt x="89174" y="120082"/>
                  <a:pt x="92556" y="120015"/>
                  <a:pt x="95905" y="119848"/>
                </a:cubicBezTo>
                <a:cubicBezTo>
                  <a:pt x="92824" y="124100"/>
                  <a:pt x="89509" y="128152"/>
                  <a:pt x="85993" y="132037"/>
                </a:cubicBezTo>
                <a:close/>
                <a:moveTo>
                  <a:pt x="129760" y="142082"/>
                </a:moveTo>
                <a:cubicBezTo>
                  <a:pt x="129458" y="146168"/>
                  <a:pt x="127449" y="149985"/>
                  <a:pt x="124234" y="152564"/>
                </a:cubicBezTo>
                <a:cubicBezTo>
                  <a:pt x="118910" y="155644"/>
                  <a:pt x="107558" y="151626"/>
                  <a:pt x="95302" y="141111"/>
                </a:cubicBezTo>
                <a:cubicBezTo>
                  <a:pt x="93896" y="139906"/>
                  <a:pt x="92489" y="138600"/>
                  <a:pt x="91049" y="137260"/>
                </a:cubicBezTo>
                <a:cubicBezTo>
                  <a:pt x="96173" y="131601"/>
                  <a:pt x="100894" y="125607"/>
                  <a:pt x="105181" y="119312"/>
                </a:cubicBezTo>
                <a:cubicBezTo>
                  <a:pt x="112849" y="118676"/>
                  <a:pt x="120484" y="117504"/>
                  <a:pt x="128018" y="115796"/>
                </a:cubicBezTo>
                <a:cubicBezTo>
                  <a:pt x="128353" y="117169"/>
                  <a:pt x="128654" y="118542"/>
                  <a:pt x="128922" y="119881"/>
                </a:cubicBezTo>
                <a:cubicBezTo>
                  <a:pt x="130563" y="127114"/>
                  <a:pt x="130831" y="134649"/>
                  <a:pt x="129760" y="142082"/>
                </a:cubicBezTo>
                <a:close/>
                <a:moveTo>
                  <a:pt x="135854" y="106085"/>
                </a:moveTo>
                <a:cubicBezTo>
                  <a:pt x="134916" y="106386"/>
                  <a:pt x="133979" y="106687"/>
                  <a:pt x="133008" y="106955"/>
                </a:cubicBezTo>
                <a:cubicBezTo>
                  <a:pt x="130664" y="99655"/>
                  <a:pt x="127784" y="92523"/>
                  <a:pt x="124469" y="85591"/>
                </a:cubicBezTo>
                <a:cubicBezTo>
                  <a:pt x="127683" y="78760"/>
                  <a:pt x="130396" y="71728"/>
                  <a:pt x="132673" y="64528"/>
                </a:cubicBezTo>
                <a:cubicBezTo>
                  <a:pt x="134414" y="65030"/>
                  <a:pt x="136088" y="65566"/>
                  <a:pt x="137696" y="66102"/>
                </a:cubicBezTo>
                <a:cubicBezTo>
                  <a:pt x="153300" y="71460"/>
                  <a:pt x="164250" y="79430"/>
                  <a:pt x="164250" y="85524"/>
                </a:cubicBezTo>
                <a:cubicBezTo>
                  <a:pt x="164250" y="92087"/>
                  <a:pt x="152564" y="100559"/>
                  <a:pt x="135854" y="106085"/>
                </a:cubicBezTo>
                <a:close/>
                <a:moveTo>
                  <a:pt x="85725" y="101062"/>
                </a:moveTo>
                <a:cubicBezTo>
                  <a:pt x="94190" y="101062"/>
                  <a:pt x="101062" y="94190"/>
                  <a:pt x="101062" y="85725"/>
                </a:cubicBezTo>
                <a:cubicBezTo>
                  <a:pt x="101062" y="77260"/>
                  <a:pt x="94190" y="70388"/>
                  <a:pt x="85725" y="70388"/>
                </a:cubicBezTo>
                <a:cubicBezTo>
                  <a:pt x="77260" y="70388"/>
                  <a:pt x="70388" y="77260"/>
                  <a:pt x="70388" y="85725"/>
                </a:cubicBezTo>
                <a:cubicBezTo>
                  <a:pt x="70388" y="94190"/>
                  <a:pt x="77260" y="101062"/>
                  <a:pt x="85725" y="101062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62" name="Text 60"/>
          <p:cNvSpPr/>
          <p:nvPr/>
        </p:nvSpPr>
        <p:spPr>
          <a:xfrm>
            <a:off x="3265752" y="6354233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React 18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4180549" y="6273799"/>
            <a:ext cx="1065742" cy="351367"/>
          </a:xfrm>
          <a:custGeom>
            <a:avLst/>
            <a:gdLst/>
            <a:ahLst/>
            <a:cxnLst/>
            <a:rect l="l" t="t" r="r" b="b"/>
            <a:pathLst>
              <a:path w="1065742" h="351367">
                <a:moveTo>
                  <a:pt x="76201" y="0"/>
                </a:moveTo>
                <a:lnTo>
                  <a:pt x="989541" y="0"/>
                </a:lnTo>
                <a:cubicBezTo>
                  <a:pt x="1031625" y="0"/>
                  <a:pt x="1065742" y="34116"/>
                  <a:pt x="1065742" y="76201"/>
                </a:cubicBezTo>
                <a:lnTo>
                  <a:pt x="1065742" y="275166"/>
                </a:lnTo>
                <a:cubicBezTo>
                  <a:pt x="1065742" y="317250"/>
                  <a:pt x="1031625" y="351367"/>
                  <a:pt x="989541" y="351367"/>
                </a:cubicBezTo>
                <a:lnTo>
                  <a:pt x="76201" y="351367"/>
                </a:lnTo>
                <a:cubicBezTo>
                  <a:pt x="34144" y="351367"/>
                  <a:pt x="0" y="317222"/>
                  <a:pt x="0" y="275166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371710" y="6363758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47273" y="67140"/>
                </a:moveTo>
                <a:cubicBezTo>
                  <a:pt x="144694" y="56793"/>
                  <a:pt x="139805" y="48990"/>
                  <a:pt x="129391" y="48990"/>
                </a:cubicBezTo>
                <a:lnTo>
                  <a:pt x="115963" y="48990"/>
                </a:lnTo>
                <a:lnTo>
                  <a:pt x="115963" y="64863"/>
                </a:lnTo>
                <a:cubicBezTo>
                  <a:pt x="115963" y="77186"/>
                  <a:pt x="105515" y="87567"/>
                  <a:pt x="93594" y="87567"/>
                </a:cubicBezTo>
                <a:lnTo>
                  <a:pt x="57831" y="87567"/>
                </a:lnTo>
                <a:cubicBezTo>
                  <a:pt x="48053" y="87567"/>
                  <a:pt x="39949" y="95938"/>
                  <a:pt x="39949" y="105750"/>
                </a:cubicBezTo>
                <a:lnTo>
                  <a:pt x="39949" y="139839"/>
                </a:lnTo>
                <a:cubicBezTo>
                  <a:pt x="39949" y="149550"/>
                  <a:pt x="48388" y="155243"/>
                  <a:pt x="57831" y="158022"/>
                </a:cubicBezTo>
                <a:cubicBezTo>
                  <a:pt x="69149" y="161337"/>
                  <a:pt x="80032" y="161940"/>
                  <a:pt x="93594" y="158022"/>
                </a:cubicBezTo>
                <a:cubicBezTo>
                  <a:pt x="102602" y="155410"/>
                  <a:pt x="111476" y="150153"/>
                  <a:pt x="111476" y="139839"/>
                </a:cubicBezTo>
                <a:lnTo>
                  <a:pt x="111476" y="126210"/>
                </a:lnTo>
                <a:lnTo>
                  <a:pt x="75746" y="126210"/>
                </a:lnTo>
                <a:lnTo>
                  <a:pt x="75746" y="121656"/>
                </a:lnTo>
                <a:lnTo>
                  <a:pt x="129391" y="121656"/>
                </a:lnTo>
                <a:cubicBezTo>
                  <a:pt x="139805" y="121656"/>
                  <a:pt x="143656" y="114389"/>
                  <a:pt x="147273" y="103506"/>
                </a:cubicBezTo>
                <a:cubicBezTo>
                  <a:pt x="151023" y="92288"/>
                  <a:pt x="150856" y="81506"/>
                  <a:pt x="147273" y="67140"/>
                </a:cubicBezTo>
                <a:close/>
                <a:moveTo>
                  <a:pt x="95838" y="148914"/>
                </a:moveTo>
                <a:cubicBezTo>
                  <a:pt x="93289" y="149092"/>
                  <a:pt x="90854" y="147834"/>
                  <a:pt x="89525" y="145652"/>
                </a:cubicBezTo>
                <a:cubicBezTo>
                  <a:pt x="88196" y="143470"/>
                  <a:pt x="88196" y="140729"/>
                  <a:pt x="89525" y="138546"/>
                </a:cubicBezTo>
                <a:cubicBezTo>
                  <a:pt x="90854" y="136364"/>
                  <a:pt x="93289" y="135106"/>
                  <a:pt x="95838" y="135285"/>
                </a:cubicBezTo>
                <a:cubicBezTo>
                  <a:pt x="98386" y="135106"/>
                  <a:pt x="100822" y="136364"/>
                  <a:pt x="102151" y="138546"/>
                </a:cubicBezTo>
                <a:cubicBezTo>
                  <a:pt x="103479" y="140729"/>
                  <a:pt x="103479" y="143470"/>
                  <a:pt x="102151" y="145652"/>
                </a:cubicBezTo>
                <a:cubicBezTo>
                  <a:pt x="100822" y="147834"/>
                  <a:pt x="98386" y="149092"/>
                  <a:pt x="95838" y="148914"/>
                </a:cubicBezTo>
                <a:close/>
                <a:moveTo>
                  <a:pt x="56190" y="83080"/>
                </a:moveTo>
                <a:lnTo>
                  <a:pt x="91953" y="83080"/>
                </a:lnTo>
                <a:cubicBezTo>
                  <a:pt x="101899" y="83080"/>
                  <a:pt x="109835" y="74875"/>
                  <a:pt x="109835" y="64897"/>
                </a:cubicBezTo>
                <a:lnTo>
                  <a:pt x="109835" y="30774"/>
                </a:lnTo>
                <a:cubicBezTo>
                  <a:pt x="109835" y="21063"/>
                  <a:pt x="101664" y="13796"/>
                  <a:pt x="91953" y="12156"/>
                </a:cubicBezTo>
                <a:cubicBezTo>
                  <a:pt x="79965" y="10180"/>
                  <a:pt x="66939" y="10280"/>
                  <a:pt x="56190" y="12189"/>
                </a:cubicBezTo>
                <a:cubicBezTo>
                  <a:pt x="41054" y="14868"/>
                  <a:pt x="38308" y="20460"/>
                  <a:pt x="38308" y="30807"/>
                </a:cubicBezTo>
                <a:lnTo>
                  <a:pt x="38308" y="44436"/>
                </a:lnTo>
                <a:lnTo>
                  <a:pt x="74105" y="44436"/>
                </a:lnTo>
                <a:lnTo>
                  <a:pt x="74105" y="48990"/>
                </a:lnTo>
                <a:lnTo>
                  <a:pt x="24880" y="48990"/>
                </a:lnTo>
                <a:cubicBezTo>
                  <a:pt x="14466" y="48990"/>
                  <a:pt x="5358" y="55252"/>
                  <a:pt x="2511" y="67140"/>
                </a:cubicBezTo>
                <a:cubicBezTo>
                  <a:pt x="-770" y="80769"/>
                  <a:pt x="-904" y="89275"/>
                  <a:pt x="2511" y="103506"/>
                </a:cubicBezTo>
                <a:cubicBezTo>
                  <a:pt x="5056" y="114088"/>
                  <a:pt x="11117" y="121656"/>
                  <a:pt x="21532" y="121656"/>
                </a:cubicBezTo>
                <a:lnTo>
                  <a:pt x="33821" y="121656"/>
                </a:lnTo>
                <a:lnTo>
                  <a:pt x="33821" y="105315"/>
                </a:lnTo>
                <a:cubicBezTo>
                  <a:pt x="33821" y="93494"/>
                  <a:pt x="44035" y="83080"/>
                  <a:pt x="56190" y="83080"/>
                </a:cubicBezTo>
                <a:close/>
                <a:moveTo>
                  <a:pt x="53980" y="21666"/>
                </a:moveTo>
                <a:cubicBezTo>
                  <a:pt x="57750" y="21666"/>
                  <a:pt x="60811" y="24727"/>
                  <a:pt x="60811" y="28497"/>
                </a:cubicBezTo>
                <a:cubicBezTo>
                  <a:pt x="60811" y="32267"/>
                  <a:pt x="57750" y="35328"/>
                  <a:pt x="53980" y="35328"/>
                </a:cubicBezTo>
                <a:cubicBezTo>
                  <a:pt x="50210" y="35328"/>
                  <a:pt x="47149" y="32267"/>
                  <a:pt x="47149" y="28497"/>
                </a:cubicBezTo>
                <a:cubicBezTo>
                  <a:pt x="47149" y="24727"/>
                  <a:pt x="50210" y="21666"/>
                  <a:pt x="53980" y="21666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5" name="Text 63"/>
          <p:cNvSpPr/>
          <p:nvPr/>
        </p:nvSpPr>
        <p:spPr>
          <a:xfrm>
            <a:off x="4627695" y="6354233"/>
            <a:ext cx="52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FastAPI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5479918" y="6273799"/>
            <a:ext cx="1503892" cy="351367"/>
          </a:xfrm>
          <a:custGeom>
            <a:avLst/>
            <a:gdLst/>
            <a:ahLst/>
            <a:cxnLst/>
            <a:rect l="l" t="t" r="r" b="b"/>
            <a:pathLst>
              <a:path w="1503892" h="351367">
                <a:moveTo>
                  <a:pt x="76201" y="0"/>
                </a:moveTo>
                <a:lnTo>
                  <a:pt x="1427691" y="0"/>
                </a:lnTo>
                <a:cubicBezTo>
                  <a:pt x="1469775" y="0"/>
                  <a:pt x="1503892" y="34116"/>
                  <a:pt x="1503892" y="76201"/>
                </a:cubicBezTo>
                <a:lnTo>
                  <a:pt x="1503892" y="275166"/>
                </a:lnTo>
                <a:cubicBezTo>
                  <a:pt x="1503892" y="317250"/>
                  <a:pt x="1469775" y="351367"/>
                  <a:pt x="1427691" y="351367"/>
                </a:cubicBezTo>
                <a:lnTo>
                  <a:pt x="76201" y="351367"/>
                </a:lnTo>
                <a:cubicBezTo>
                  <a:pt x="34144" y="351367"/>
                  <a:pt x="0" y="317222"/>
                  <a:pt x="0" y="275166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671079" y="6363758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8" name="Text 66"/>
          <p:cNvSpPr/>
          <p:nvPr/>
        </p:nvSpPr>
        <p:spPr>
          <a:xfrm>
            <a:off x="5927064" y="6354233"/>
            <a:ext cx="971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PostgreSQL 15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7222464" y="6273799"/>
            <a:ext cx="875242" cy="351367"/>
          </a:xfrm>
          <a:custGeom>
            <a:avLst/>
            <a:gdLst/>
            <a:ahLst/>
            <a:cxnLst/>
            <a:rect l="l" t="t" r="r" b="b"/>
            <a:pathLst>
              <a:path w="875242" h="351367">
                <a:moveTo>
                  <a:pt x="76201" y="0"/>
                </a:moveTo>
                <a:lnTo>
                  <a:pt x="799041" y="0"/>
                </a:lnTo>
                <a:cubicBezTo>
                  <a:pt x="841097" y="0"/>
                  <a:pt x="875242" y="34144"/>
                  <a:pt x="875242" y="76201"/>
                </a:cubicBezTo>
                <a:lnTo>
                  <a:pt x="875242" y="275166"/>
                </a:lnTo>
                <a:cubicBezTo>
                  <a:pt x="875242" y="317222"/>
                  <a:pt x="841097" y="351367"/>
                  <a:pt x="799041" y="351367"/>
                </a:cubicBezTo>
                <a:lnTo>
                  <a:pt x="76201" y="351367"/>
                </a:lnTo>
                <a:cubicBezTo>
                  <a:pt x="34144" y="351367"/>
                  <a:pt x="0" y="317222"/>
                  <a:pt x="0" y="275166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402909" y="636375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71" name="Text 69"/>
          <p:cNvSpPr/>
          <p:nvPr/>
        </p:nvSpPr>
        <p:spPr>
          <a:xfrm>
            <a:off x="7669609" y="6354233"/>
            <a:ext cx="33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JWT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8332655" y="6273799"/>
            <a:ext cx="1037167" cy="351367"/>
          </a:xfrm>
          <a:custGeom>
            <a:avLst/>
            <a:gdLst/>
            <a:ahLst/>
            <a:cxnLst/>
            <a:rect l="l" t="t" r="r" b="b"/>
            <a:pathLst>
              <a:path w="1037167" h="351367">
                <a:moveTo>
                  <a:pt x="76201" y="0"/>
                </a:moveTo>
                <a:lnTo>
                  <a:pt x="960966" y="0"/>
                </a:lnTo>
                <a:cubicBezTo>
                  <a:pt x="1003050" y="0"/>
                  <a:pt x="1037167" y="34116"/>
                  <a:pt x="1037167" y="76201"/>
                </a:cubicBezTo>
                <a:lnTo>
                  <a:pt x="1037167" y="275166"/>
                </a:lnTo>
                <a:cubicBezTo>
                  <a:pt x="1037167" y="317250"/>
                  <a:pt x="1003050" y="351367"/>
                  <a:pt x="960966" y="351367"/>
                </a:cubicBezTo>
                <a:lnTo>
                  <a:pt x="76201" y="351367"/>
                </a:lnTo>
                <a:cubicBezTo>
                  <a:pt x="34144" y="351367"/>
                  <a:pt x="0" y="317222"/>
                  <a:pt x="0" y="275166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491670" y="6363758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17169" y="79128"/>
                </a:moveTo>
                <a:lnTo>
                  <a:pt x="95034" y="79128"/>
                </a:lnTo>
                <a:lnTo>
                  <a:pt x="95034" y="59237"/>
                </a:lnTo>
                <a:lnTo>
                  <a:pt x="117169" y="59237"/>
                </a:lnTo>
                <a:lnTo>
                  <a:pt x="117169" y="79128"/>
                </a:lnTo>
                <a:close/>
                <a:moveTo>
                  <a:pt x="117169" y="10716"/>
                </a:moveTo>
                <a:lnTo>
                  <a:pt x="95034" y="10716"/>
                </a:lnTo>
                <a:lnTo>
                  <a:pt x="95034" y="31042"/>
                </a:lnTo>
                <a:lnTo>
                  <a:pt x="117169" y="31042"/>
                </a:lnTo>
                <a:lnTo>
                  <a:pt x="117169" y="10716"/>
                </a:lnTo>
                <a:close/>
                <a:moveTo>
                  <a:pt x="143355" y="59204"/>
                </a:moveTo>
                <a:lnTo>
                  <a:pt x="121221" y="59204"/>
                </a:lnTo>
                <a:lnTo>
                  <a:pt x="121221" y="79095"/>
                </a:lnTo>
                <a:lnTo>
                  <a:pt x="143355" y="79095"/>
                </a:lnTo>
                <a:lnTo>
                  <a:pt x="143355" y="59204"/>
                </a:lnTo>
                <a:close/>
                <a:moveTo>
                  <a:pt x="91016" y="35060"/>
                </a:moveTo>
                <a:lnTo>
                  <a:pt x="68881" y="35060"/>
                </a:lnTo>
                <a:lnTo>
                  <a:pt x="68881" y="55185"/>
                </a:lnTo>
                <a:lnTo>
                  <a:pt x="91016" y="55185"/>
                </a:lnTo>
                <a:lnTo>
                  <a:pt x="91016" y="35060"/>
                </a:lnTo>
                <a:close/>
                <a:moveTo>
                  <a:pt x="117169" y="35060"/>
                </a:moveTo>
                <a:lnTo>
                  <a:pt x="95034" y="35060"/>
                </a:lnTo>
                <a:lnTo>
                  <a:pt x="95034" y="55185"/>
                </a:lnTo>
                <a:lnTo>
                  <a:pt x="117169" y="55185"/>
                </a:lnTo>
                <a:lnTo>
                  <a:pt x="117169" y="35060"/>
                </a:lnTo>
                <a:close/>
                <a:moveTo>
                  <a:pt x="209859" y="68547"/>
                </a:moveTo>
                <a:cubicBezTo>
                  <a:pt x="205037" y="65298"/>
                  <a:pt x="193919" y="64126"/>
                  <a:pt x="185380" y="65734"/>
                </a:cubicBezTo>
                <a:cubicBezTo>
                  <a:pt x="184275" y="57697"/>
                  <a:pt x="179788" y="50698"/>
                  <a:pt x="171617" y="44403"/>
                </a:cubicBezTo>
                <a:lnTo>
                  <a:pt x="166929" y="41289"/>
                </a:lnTo>
                <a:lnTo>
                  <a:pt x="163815" y="45977"/>
                </a:lnTo>
                <a:cubicBezTo>
                  <a:pt x="157654" y="55286"/>
                  <a:pt x="155979" y="70623"/>
                  <a:pt x="162576" y="80736"/>
                </a:cubicBezTo>
                <a:cubicBezTo>
                  <a:pt x="159663" y="82309"/>
                  <a:pt x="153937" y="84453"/>
                  <a:pt x="146369" y="84319"/>
                </a:cubicBezTo>
                <a:lnTo>
                  <a:pt x="804" y="84319"/>
                </a:lnTo>
                <a:cubicBezTo>
                  <a:pt x="-2110" y="101330"/>
                  <a:pt x="2746" y="123431"/>
                  <a:pt x="15538" y="138600"/>
                </a:cubicBezTo>
                <a:cubicBezTo>
                  <a:pt x="27961" y="153300"/>
                  <a:pt x="46579" y="160768"/>
                  <a:pt x="70924" y="160768"/>
                </a:cubicBezTo>
                <a:cubicBezTo>
                  <a:pt x="123632" y="160768"/>
                  <a:pt x="162643" y="136490"/>
                  <a:pt x="180893" y="92389"/>
                </a:cubicBezTo>
                <a:cubicBezTo>
                  <a:pt x="188059" y="92523"/>
                  <a:pt x="203530" y="92422"/>
                  <a:pt x="211466" y="77253"/>
                </a:cubicBezTo>
                <a:cubicBezTo>
                  <a:pt x="211968" y="76416"/>
                  <a:pt x="213676" y="72833"/>
                  <a:pt x="214313" y="71527"/>
                </a:cubicBezTo>
                <a:lnTo>
                  <a:pt x="209859" y="68547"/>
                </a:lnTo>
                <a:close/>
                <a:moveTo>
                  <a:pt x="38710" y="59204"/>
                </a:moveTo>
                <a:lnTo>
                  <a:pt x="16609" y="59204"/>
                </a:lnTo>
                <a:lnTo>
                  <a:pt x="16609" y="79095"/>
                </a:lnTo>
                <a:lnTo>
                  <a:pt x="38744" y="79095"/>
                </a:lnTo>
                <a:lnTo>
                  <a:pt x="38744" y="59204"/>
                </a:lnTo>
                <a:lnTo>
                  <a:pt x="38710" y="59204"/>
                </a:lnTo>
                <a:close/>
                <a:moveTo>
                  <a:pt x="64863" y="59204"/>
                </a:moveTo>
                <a:lnTo>
                  <a:pt x="42729" y="59204"/>
                </a:lnTo>
                <a:lnTo>
                  <a:pt x="42729" y="79095"/>
                </a:lnTo>
                <a:lnTo>
                  <a:pt x="64863" y="79095"/>
                </a:lnTo>
                <a:lnTo>
                  <a:pt x="64863" y="59204"/>
                </a:lnTo>
                <a:close/>
                <a:moveTo>
                  <a:pt x="91016" y="59204"/>
                </a:moveTo>
                <a:lnTo>
                  <a:pt x="68881" y="59204"/>
                </a:lnTo>
                <a:lnTo>
                  <a:pt x="68881" y="79095"/>
                </a:lnTo>
                <a:lnTo>
                  <a:pt x="91016" y="79095"/>
                </a:lnTo>
                <a:lnTo>
                  <a:pt x="91016" y="59204"/>
                </a:lnTo>
                <a:close/>
                <a:moveTo>
                  <a:pt x="64863" y="35060"/>
                </a:moveTo>
                <a:lnTo>
                  <a:pt x="42729" y="35060"/>
                </a:lnTo>
                <a:lnTo>
                  <a:pt x="42729" y="55185"/>
                </a:lnTo>
                <a:lnTo>
                  <a:pt x="64863" y="55185"/>
                </a:lnTo>
                <a:lnTo>
                  <a:pt x="64863" y="3506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4" name="Text 72"/>
          <p:cNvSpPr/>
          <p:nvPr/>
        </p:nvSpPr>
        <p:spPr>
          <a:xfrm>
            <a:off x="8779801" y="6354233"/>
            <a:ext cx="504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285750"/>
                </a:lnTo>
                <a:cubicBezTo>
                  <a:pt x="38100" y="296264"/>
                  <a:pt x="29564" y="304800"/>
                  <a:pt x="19050" y="304800"/>
                </a:cubicBezTo>
                <a:lnTo>
                  <a:pt x="19050" y="304800"/>
                </a:lnTo>
                <a:cubicBezTo>
                  <a:pt x="8536" y="304800"/>
                  <a:pt x="0" y="296264"/>
                  <a:pt x="0" y="285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/>
              </a:gs>
              <a:gs pos="0">
                <a:srgbClr val="FFFFFF"/>
              </a:gs>
              <a:gs pos="100000">
                <a:srgbClr val="3B82F6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33400" y="381000"/>
            <a:ext cx="3600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Objetivo del Sprint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 que nos propusimos construir — Todo completado ✓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7933" y="1219200"/>
            <a:ext cx="3712633" cy="609600"/>
          </a:xfrm>
          <a:custGeom>
            <a:avLst/>
            <a:gdLst/>
            <a:ahLst/>
            <a:cxnLst/>
            <a:rect l="l" t="t" r="r" b="b"/>
            <a:pathLst>
              <a:path w="3712633" h="609600">
                <a:moveTo>
                  <a:pt x="33867" y="0"/>
                </a:moveTo>
                <a:lnTo>
                  <a:pt x="3598333" y="0"/>
                </a:lnTo>
                <a:cubicBezTo>
                  <a:pt x="3661417" y="0"/>
                  <a:pt x="3712633" y="51216"/>
                  <a:pt x="3712633" y="114300"/>
                </a:cubicBezTo>
                <a:lnTo>
                  <a:pt x="3712633" y="495300"/>
                </a:lnTo>
                <a:cubicBezTo>
                  <a:pt x="3712633" y="558384"/>
                  <a:pt x="3661417" y="609600"/>
                  <a:pt x="3598333" y="609600"/>
                </a:cubicBezTo>
                <a:lnTo>
                  <a:pt x="33867" y="609600"/>
                </a:lnTo>
                <a:cubicBezTo>
                  <a:pt x="15163" y="609600"/>
                  <a:pt x="0" y="594437"/>
                  <a:pt x="0" y="5757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97933" y="1219200"/>
            <a:ext cx="33867" cy="609600"/>
          </a:xfrm>
          <a:custGeom>
            <a:avLst/>
            <a:gdLst/>
            <a:ahLst/>
            <a:cxnLst/>
            <a:rect l="l" t="t" r="r" b="b"/>
            <a:pathLst>
              <a:path w="33867" h="609600">
                <a:moveTo>
                  <a:pt x="33867" y="0"/>
                </a:moveTo>
                <a:lnTo>
                  <a:pt x="33867" y="0"/>
                </a:lnTo>
                <a:lnTo>
                  <a:pt x="33867" y="609600"/>
                </a:lnTo>
                <a:lnTo>
                  <a:pt x="33867" y="609600"/>
                </a:lnTo>
                <a:cubicBezTo>
                  <a:pt x="15163" y="609600"/>
                  <a:pt x="0" y="594437"/>
                  <a:pt x="0" y="5757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7" name="Shape 5"/>
          <p:cNvSpPr/>
          <p:nvPr/>
        </p:nvSpPr>
        <p:spPr>
          <a:xfrm>
            <a:off x="529167" y="1333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36323" y="14382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1024467" y="1333500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 Arquitectónica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24467" y="1562100"/>
            <a:ext cx="1647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Microservicios independientes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97933" y="1924050"/>
            <a:ext cx="3712633" cy="609600"/>
          </a:xfrm>
          <a:custGeom>
            <a:avLst/>
            <a:gdLst/>
            <a:ahLst/>
            <a:cxnLst/>
            <a:rect l="l" t="t" r="r" b="b"/>
            <a:pathLst>
              <a:path w="3712633" h="609600">
                <a:moveTo>
                  <a:pt x="33867" y="0"/>
                </a:moveTo>
                <a:lnTo>
                  <a:pt x="3598333" y="0"/>
                </a:lnTo>
                <a:cubicBezTo>
                  <a:pt x="3661417" y="0"/>
                  <a:pt x="3712633" y="51216"/>
                  <a:pt x="3712633" y="114300"/>
                </a:cubicBezTo>
                <a:lnTo>
                  <a:pt x="3712633" y="495300"/>
                </a:lnTo>
                <a:cubicBezTo>
                  <a:pt x="3712633" y="558384"/>
                  <a:pt x="3661417" y="609600"/>
                  <a:pt x="3598333" y="609600"/>
                </a:cubicBezTo>
                <a:lnTo>
                  <a:pt x="33867" y="609600"/>
                </a:lnTo>
                <a:cubicBezTo>
                  <a:pt x="15163" y="609600"/>
                  <a:pt x="0" y="594437"/>
                  <a:pt x="0" y="5757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2" name="Shape 10"/>
          <p:cNvSpPr/>
          <p:nvPr/>
        </p:nvSpPr>
        <p:spPr>
          <a:xfrm>
            <a:off x="397933" y="1924050"/>
            <a:ext cx="33867" cy="609600"/>
          </a:xfrm>
          <a:custGeom>
            <a:avLst/>
            <a:gdLst/>
            <a:ahLst/>
            <a:cxnLst/>
            <a:rect l="l" t="t" r="r" b="b"/>
            <a:pathLst>
              <a:path w="33867" h="609600">
                <a:moveTo>
                  <a:pt x="33867" y="0"/>
                </a:moveTo>
                <a:lnTo>
                  <a:pt x="33867" y="0"/>
                </a:lnTo>
                <a:lnTo>
                  <a:pt x="33867" y="609600"/>
                </a:lnTo>
                <a:lnTo>
                  <a:pt x="33867" y="609600"/>
                </a:lnTo>
                <a:cubicBezTo>
                  <a:pt x="15163" y="609600"/>
                  <a:pt x="0" y="594437"/>
                  <a:pt x="0" y="5757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3" name="Shape 11"/>
          <p:cNvSpPr/>
          <p:nvPr/>
        </p:nvSpPr>
        <p:spPr>
          <a:xfrm>
            <a:off x="529167" y="20383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36323" y="21431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1024467" y="2038350"/>
            <a:ext cx="1724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Autenticación JWT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24467" y="2266950"/>
            <a:ext cx="1704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 roles ADMIN y CUSTOMER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7933" y="2628900"/>
            <a:ext cx="3712633" cy="609600"/>
          </a:xfrm>
          <a:custGeom>
            <a:avLst/>
            <a:gdLst/>
            <a:ahLst/>
            <a:cxnLst/>
            <a:rect l="l" t="t" r="r" b="b"/>
            <a:pathLst>
              <a:path w="3712633" h="609600">
                <a:moveTo>
                  <a:pt x="33867" y="0"/>
                </a:moveTo>
                <a:lnTo>
                  <a:pt x="3598333" y="0"/>
                </a:lnTo>
                <a:cubicBezTo>
                  <a:pt x="3661417" y="0"/>
                  <a:pt x="3712633" y="51216"/>
                  <a:pt x="3712633" y="114300"/>
                </a:cubicBezTo>
                <a:lnTo>
                  <a:pt x="3712633" y="495300"/>
                </a:lnTo>
                <a:cubicBezTo>
                  <a:pt x="3712633" y="558384"/>
                  <a:pt x="3661417" y="609600"/>
                  <a:pt x="3598333" y="609600"/>
                </a:cubicBezTo>
                <a:lnTo>
                  <a:pt x="33867" y="609600"/>
                </a:lnTo>
                <a:cubicBezTo>
                  <a:pt x="15163" y="609600"/>
                  <a:pt x="0" y="594437"/>
                  <a:pt x="0" y="5757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8" name="Shape 16"/>
          <p:cNvSpPr/>
          <p:nvPr/>
        </p:nvSpPr>
        <p:spPr>
          <a:xfrm>
            <a:off x="397933" y="2628900"/>
            <a:ext cx="33867" cy="609600"/>
          </a:xfrm>
          <a:custGeom>
            <a:avLst/>
            <a:gdLst/>
            <a:ahLst/>
            <a:cxnLst/>
            <a:rect l="l" t="t" r="r" b="b"/>
            <a:pathLst>
              <a:path w="33867" h="609600">
                <a:moveTo>
                  <a:pt x="33867" y="0"/>
                </a:moveTo>
                <a:lnTo>
                  <a:pt x="33867" y="0"/>
                </a:lnTo>
                <a:lnTo>
                  <a:pt x="33867" y="609600"/>
                </a:lnTo>
                <a:lnTo>
                  <a:pt x="33867" y="609600"/>
                </a:lnTo>
                <a:cubicBezTo>
                  <a:pt x="15163" y="609600"/>
                  <a:pt x="0" y="594437"/>
                  <a:pt x="0" y="5757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9" name="Shape 17"/>
          <p:cNvSpPr/>
          <p:nvPr/>
        </p:nvSpPr>
        <p:spPr>
          <a:xfrm>
            <a:off x="529167" y="2743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36323" y="28479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1024467" y="2743200"/>
            <a:ext cx="1895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Carga Masiva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24467" y="2971800"/>
            <a:ext cx="1876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Inventario con trazabilidad por lote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97933" y="3333750"/>
            <a:ext cx="3712633" cy="609600"/>
          </a:xfrm>
          <a:custGeom>
            <a:avLst/>
            <a:gdLst/>
            <a:ahLst/>
            <a:cxnLst/>
            <a:rect l="l" t="t" r="r" b="b"/>
            <a:pathLst>
              <a:path w="3712633" h="609600">
                <a:moveTo>
                  <a:pt x="33867" y="0"/>
                </a:moveTo>
                <a:lnTo>
                  <a:pt x="3598333" y="0"/>
                </a:lnTo>
                <a:cubicBezTo>
                  <a:pt x="3661417" y="0"/>
                  <a:pt x="3712633" y="51216"/>
                  <a:pt x="3712633" y="114300"/>
                </a:cubicBezTo>
                <a:lnTo>
                  <a:pt x="3712633" y="495300"/>
                </a:lnTo>
                <a:cubicBezTo>
                  <a:pt x="3712633" y="558384"/>
                  <a:pt x="3661417" y="609600"/>
                  <a:pt x="3598333" y="609600"/>
                </a:cubicBezTo>
                <a:lnTo>
                  <a:pt x="33867" y="609600"/>
                </a:lnTo>
                <a:cubicBezTo>
                  <a:pt x="15163" y="609600"/>
                  <a:pt x="0" y="594437"/>
                  <a:pt x="0" y="5757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4" name="Shape 22"/>
          <p:cNvSpPr/>
          <p:nvPr/>
        </p:nvSpPr>
        <p:spPr>
          <a:xfrm>
            <a:off x="397933" y="3333750"/>
            <a:ext cx="33867" cy="609600"/>
          </a:xfrm>
          <a:custGeom>
            <a:avLst/>
            <a:gdLst/>
            <a:ahLst/>
            <a:cxnLst/>
            <a:rect l="l" t="t" r="r" b="b"/>
            <a:pathLst>
              <a:path w="33867" h="609600">
                <a:moveTo>
                  <a:pt x="33867" y="0"/>
                </a:moveTo>
                <a:lnTo>
                  <a:pt x="33867" y="0"/>
                </a:lnTo>
                <a:lnTo>
                  <a:pt x="33867" y="609600"/>
                </a:lnTo>
                <a:lnTo>
                  <a:pt x="33867" y="609600"/>
                </a:lnTo>
                <a:cubicBezTo>
                  <a:pt x="15163" y="609600"/>
                  <a:pt x="0" y="594437"/>
                  <a:pt x="0" y="5757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5" name="Shape 23"/>
          <p:cNvSpPr/>
          <p:nvPr/>
        </p:nvSpPr>
        <p:spPr>
          <a:xfrm>
            <a:off x="529167" y="34480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36323" y="35528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1024467" y="3448050"/>
            <a:ext cx="146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Catálogo Base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24467" y="3676650"/>
            <a:ext cx="144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Persistencia propia aislada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46033" y="1219200"/>
            <a:ext cx="3712633" cy="609600"/>
          </a:xfrm>
          <a:custGeom>
            <a:avLst/>
            <a:gdLst/>
            <a:ahLst/>
            <a:cxnLst/>
            <a:rect l="l" t="t" r="r" b="b"/>
            <a:pathLst>
              <a:path w="3712633" h="609600">
                <a:moveTo>
                  <a:pt x="33867" y="0"/>
                </a:moveTo>
                <a:lnTo>
                  <a:pt x="3598333" y="0"/>
                </a:lnTo>
                <a:cubicBezTo>
                  <a:pt x="3661417" y="0"/>
                  <a:pt x="3712633" y="51216"/>
                  <a:pt x="3712633" y="114300"/>
                </a:cubicBezTo>
                <a:lnTo>
                  <a:pt x="3712633" y="495300"/>
                </a:lnTo>
                <a:cubicBezTo>
                  <a:pt x="3712633" y="558384"/>
                  <a:pt x="3661417" y="609600"/>
                  <a:pt x="3598333" y="609600"/>
                </a:cubicBezTo>
                <a:lnTo>
                  <a:pt x="33867" y="609600"/>
                </a:lnTo>
                <a:cubicBezTo>
                  <a:pt x="15163" y="609600"/>
                  <a:pt x="0" y="594437"/>
                  <a:pt x="0" y="5757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0" name="Shape 28"/>
          <p:cNvSpPr/>
          <p:nvPr/>
        </p:nvSpPr>
        <p:spPr>
          <a:xfrm>
            <a:off x="4246033" y="1219200"/>
            <a:ext cx="33867" cy="609600"/>
          </a:xfrm>
          <a:custGeom>
            <a:avLst/>
            <a:gdLst/>
            <a:ahLst/>
            <a:cxnLst/>
            <a:rect l="l" t="t" r="r" b="b"/>
            <a:pathLst>
              <a:path w="33867" h="609600">
                <a:moveTo>
                  <a:pt x="33867" y="0"/>
                </a:moveTo>
                <a:lnTo>
                  <a:pt x="33867" y="0"/>
                </a:lnTo>
                <a:lnTo>
                  <a:pt x="33867" y="609600"/>
                </a:lnTo>
                <a:lnTo>
                  <a:pt x="33867" y="609600"/>
                </a:lnTo>
                <a:cubicBezTo>
                  <a:pt x="15163" y="609600"/>
                  <a:pt x="0" y="594437"/>
                  <a:pt x="0" y="5757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1" name="Shape 29"/>
          <p:cNvSpPr/>
          <p:nvPr/>
        </p:nvSpPr>
        <p:spPr>
          <a:xfrm>
            <a:off x="4377267" y="1333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484423" y="14382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4872567" y="1333500"/>
            <a:ext cx="146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Panel Admin React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872567" y="1562100"/>
            <a:ext cx="144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Visualización de inventario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246033" y="1924050"/>
            <a:ext cx="3712633" cy="609600"/>
          </a:xfrm>
          <a:custGeom>
            <a:avLst/>
            <a:gdLst/>
            <a:ahLst/>
            <a:cxnLst/>
            <a:rect l="l" t="t" r="r" b="b"/>
            <a:pathLst>
              <a:path w="3712633" h="609600">
                <a:moveTo>
                  <a:pt x="33867" y="0"/>
                </a:moveTo>
                <a:lnTo>
                  <a:pt x="3598333" y="0"/>
                </a:lnTo>
                <a:cubicBezTo>
                  <a:pt x="3661417" y="0"/>
                  <a:pt x="3712633" y="51216"/>
                  <a:pt x="3712633" y="114300"/>
                </a:cubicBezTo>
                <a:lnTo>
                  <a:pt x="3712633" y="495300"/>
                </a:lnTo>
                <a:cubicBezTo>
                  <a:pt x="3712633" y="558384"/>
                  <a:pt x="3661417" y="609600"/>
                  <a:pt x="3598333" y="609600"/>
                </a:cubicBezTo>
                <a:lnTo>
                  <a:pt x="33867" y="609600"/>
                </a:lnTo>
                <a:cubicBezTo>
                  <a:pt x="15163" y="609600"/>
                  <a:pt x="0" y="594437"/>
                  <a:pt x="0" y="5757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6" name="Shape 34"/>
          <p:cNvSpPr/>
          <p:nvPr/>
        </p:nvSpPr>
        <p:spPr>
          <a:xfrm>
            <a:off x="4246033" y="1924050"/>
            <a:ext cx="33867" cy="609600"/>
          </a:xfrm>
          <a:custGeom>
            <a:avLst/>
            <a:gdLst/>
            <a:ahLst/>
            <a:cxnLst/>
            <a:rect l="l" t="t" r="r" b="b"/>
            <a:pathLst>
              <a:path w="33867" h="609600">
                <a:moveTo>
                  <a:pt x="33867" y="0"/>
                </a:moveTo>
                <a:lnTo>
                  <a:pt x="33867" y="0"/>
                </a:lnTo>
                <a:lnTo>
                  <a:pt x="33867" y="609600"/>
                </a:lnTo>
                <a:lnTo>
                  <a:pt x="33867" y="609600"/>
                </a:lnTo>
                <a:cubicBezTo>
                  <a:pt x="15163" y="609600"/>
                  <a:pt x="0" y="594437"/>
                  <a:pt x="0" y="5757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7" name="Shape 35"/>
          <p:cNvSpPr/>
          <p:nvPr/>
        </p:nvSpPr>
        <p:spPr>
          <a:xfrm>
            <a:off x="4377267" y="20383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484423" y="21431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4872567" y="203835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Catálogo Web React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872567" y="2266950"/>
            <a:ext cx="1504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Interfaz comercial funcional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246033" y="2628900"/>
            <a:ext cx="3712633" cy="609600"/>
          </a:xfrm>
          <a:custGeom>
            <a:avLst/>
            <a:gdLst/>
            <a:ahLst/>
            <a:cxnLst/>
            <a:rect l="l" t="t" r="r" b="b"/>
            <a:pathLst>
              <a:path w="3712633" h="609600">
                <a:moveTo>
                  <a:pt x="33867" y="0"/>
                </a:moveTo>
                <a:lnTo>
                  <a:pt x="3598333" y="0"/>
                </a:lnTo>
                <a:cubicBezTo>
                  <a:pt x="3661417" y="0"/>
                  <a:pt x="3712633" y="51216"/>
                  <a:pt x="3712633" y="114300"/>
                </a:cubicBezTo>
                <a:lnTo>
                  <a:pt x="3712633" y="495300"/>
                </a:lnTo>
                <a:cubicBezTo>
                  <a:pt x="3712633" y="558384"/>
                  <a:pt x="3661417" y="609600"/>
                  <a:pt x="3598333" y="609600"/>
                </a:cubicBezTo>
                <a:lnTo>
                  <a:pt x="33867" y="609600"/>
                </a:lnTo>
                <a:cubicBezTo>
                  <a:pt x="15163" y="609600"/>
                  <a:pt x="0" y="594437"/>
                  <a:pt x="0" y="5757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2" name="Shape 40"/>
          <p:cNvSpPr/>
          <p:nvPr/>
        </p:nvSpPr>
        <p:spPr>
          <a:xfrm>
            <a:off x="4246033" y="2628900"/>
            <a:ext cx="33867" cy="609600"/>
          </a:xfrm>
          <a:custGeom>
            <a:avLst/>
            <a:gdLst/>
            <a:ahLst/>
            <a:cxnLst/>
            <a:rect l="l" t="t" r="r" b="b"/>
            <a:pathLst>
              <a:path w="33867" h="609600">
                <a:moveTo>
                  <a:pt x="33867" y="0"/>
                </a:moveTo>
                <a:lnTo>
                  <a:pt x="33867" y="0"/>
                </a:lnTo>
                <a:lnTo>
                  <a:pt x="33867" y="609600"/>
                </a:lnTo>
                <a:lnTo>
                  <a:pt x="33867" y="609600"/>
                </a:lnTo>
                <a:cubicBezTo>
                  <a:pt x="15163" y="609600"/>
                  <a:pt x="0" y="594437"/>
                  <a:pt x="0" y="5757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3" name="Shape 41"/>
          <p:cNvSpPr/>
          <p:nvPr/>
        </p:nvSpPr>
        <p:spPr>
          <a:xfrm>
            <a:off x="4377267" y="2743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484423" y="28479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4872567" y="2743200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Servicio IA (Mock)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872567" y="2971800"/>
            <a:ext cx="1790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Desacoplado y listo para Sprint 2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246033" y="3333750"/>
            <a:ext cx="3712633" cy="609600"/>
          </a:xfrm>
          <a:custGeom>
            <a:avLst/>
            <a:gdLst/>
            <a:ahLst/>
            <a:cxnLst/>
            <a:rect l="l" t="t" r="r" b="b"/>
            <a:pathLst>
              <a:path w="3712633" h="609600">
                <a:moveTo>
                  <a:pt x="33867" y="0"/>
                </a:moveTo>
                <a:lnTo>
                  <a:pt x="3598333" y="0"/>
                </a:lnTo>
                <a:cubicBezTo>
                  <a:pt x="3661417" y="0"/>
                  <a:pt x="3712633" y="51216"/>
                  <a:pt x="3712633" y="114300"/>
                </a:cubicBezTo>
                <a:lnTo>
                  <a:pt x="3712633" y="495300"/>
                </a:lnTo>
                <a:cubicBezTo>
                  <a:pt x="3712633" y="558384"/>
                  <a:pt x="3661417" y="609600"/>
                  <a:pt x="3598333" y="609600"/>
                </a:cubicBezTo>
                <a:lnTo>
                  <a:pt x="33867" y="609600"/>
                </a:lnTo>
                <a:cubicBezTo>
                  <a:pt x="15163" y="609600"/>
                  <a:pt x="0" y="594437"/>
                  <a:pt x="0" y="5757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8" name="Shape 46"/>
          <p:cNvSpPr/>
          <p:nvPr/>
        </p:nvSpPr>
        <p:spPr>
          <a:xfrm>
            <a:off x="4246033" y="3333750"/>
            <a:ext cx="33867" cy="609600"/>
          </a:xfrm>
          <a:custGeom>
            <a:avLst/>
            <a:gdLst/>
            <a:ahLst/>
            <a:cxnLst/>
            <a:rect l="l" t="t" r="r" b="b"/>
            <a:pathLst>
              <a:path w="33867" h="609600">
                <a:moveTo>
                  <a:pt x="33867" y="0"/>
                </a:moveTo>
                <a:lnTo>
                  <a:pt x="33867" y="0"/>
                </a:lnTo>
                <a:lnTo>
                  <a:pt x="33867" y="609600"/>
                </a:lnTo>
                <a:lnTo>
                  <a:pt x="33867" y="609600"/>
                </a:lnTo>
                <a:cubicBezTo>
                  <a:pt x="15163" y="609600"/>
                  <a:pt x="0" y="594437"/>
                  <a:pt x="0" y="5757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9" name="Shape 47"/>
          <p:cNvSpPr/>
          <p:nvPr/>
        </p:nvSpPr>
        <p:spPr>
          <a:xfrm>
            <a:off x="4377267" y="34480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4484423" y="35528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1" name="Text 49"/>
          <p:cNvSpPr/>
          <p:nvPr/>
        </p:nvSpPr>
        <p:spPr>
          <a:xfrm>
            <a:off x="4872567" y="3448050"/>
            <a:ext cx="155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Calidad de Datos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872567" y="3676650"/>
            <a:ext cx="1533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Consulta de errores por lote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094133" y="1219200"/>
            <a:ext cx="3712633" cy="609600"/>
          </a:xfrm>
          <a:custGeom>
            <a:avLst/>
            <a:gdLst/>
            <a:ahLst/>
            <a:cxnLst/>
            <a:rect l="l" t="t" r="r" b="b"/>
            <a:pathLst>
              <a:path w="3712633" h="609600">
                <a:moveTo>
                  <a:pt x="33867" y="0"/>
                </a:moveTo>
                <a:lnTo>
                  <a:pt x="3598333" y="0"/>
                </a:lnTo>
                <a:cubicBezTo>
                  <a:pt x="3661417" y="0"/>
                  <a:pt x="3712633" y="51216"/>
                  <a:pt x="3712633" y="114300"/>
                </a:cubicBezTo>
                <a:lnTo>
                  <a:pt x="3712633" y="495300"/>
                </a:lnTo>
                <a:cubicBezTo>
                  <a:pt x="3712633" y="558384"/>
                  <a:pt x="3661417" y="609600"/>
                  <a:pt x="3598333" y="609600"/>
                </a:cubicBezTo>
                <a:lnTo>
                  <a:pt x="33867" y="609600"/>
                </a:lnTo>
                <a:cubicBezTo>
                  <a:pt x="15163" y="609600"/>
                  <a:pt x="0" y="594437"/>
                  <a:pt x="0" y="5757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4" name="Shape 52"/>
          <p:cNvSpPr/>
          <p:nvPr/>
        </p:nvSpPr>
        <p:spPr>
          <a:xfrm>
            <a:off x="8094133" y="1219200"/>
            <a:ext cx="33867" cy="609600"/>
          </a:xfrm>
          <a:custGeom>
            <a:avLst/>
            <a:gdLst/>
            <a:ahLst/>
            <a:cxnLst/>
            <a:rect l="l" t="t" r="r" b="b"/>
            <a:pathLst>
              <a:path w="33867" h="609600">
                <a:moveTo>
                  <a:pt x="33867" y="0"/>
                </a:moveTo>
                <a:lnTo>
                  <a:pt x="33867" y="0"/>
                </a:lnTo>
                <a:lnTo>
                  <a:pt x="33867" y="609600"/>
                </a:lnTo>
                <a:lnTo>
                  <a:pt x="33867" y="609600"/>
                </a:lnTo>
                <a:cubicBezTo>
                  <a:pt x="15163" y="609600"/>
                  <a:pt x="0" y="594437"/>
                  <a:pt x="0" y="5757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5" name="Shape 53"/>
          <p:cNvSpPr/>
          <p:nvPr/>
        </p:nvSpPr>
        <p:spPr>
          <a:xfrm>
            <a:off x="8225367" y="1333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332523" y="14382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7" name="Text 55"/>
          <p:cNvSpPr/>
          <p:nvPr/>
        </p:nvSpPr>
        <p:spPr>
          <a:xfrm>
            <a:off x="8720667" y="1333500"/>
            <a:ext cx="175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Configuración Dinámica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720667" y="1562100"/>
            <a:ext cx="1733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Parámetros sin tocar código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094133" y="1924050"/>
            <a:ext cx="3712633" cy="609600"/>
          </a:xfrm>
          <a:custGeom>
            <a:avLst/>
            <a:gdLst/>
            <a:ahLst/>
            <a:cxnLst/>
            <a:rect l="l" t="t" r="r" b="b"/>
            <a:pathLst>
              <a:path w="3712633" h="609600">
                <a:moveTo>
                  <a:pt x="33867" y="0"/>
                </a:moveTo>
                <a:lnTo>
                  <a:pt x="3598333" y="0"/>
                </a:lnTo>
                <a:cubicBezTo>
                  <a:pt x="3661417" y="0"/>
                  <a:pt x="3712633" y="51216"/>
                  <a:pt x="3712633" y="114300"/>
                </a:cubicBezTo>
                <a:lnTo>
                  <a:pt x="3712633" y="495300"/>
                </a:lnTo>
                <a:cubicBezTo>
                  <a:pt x="3712633" y="558384"/>
                  <a:pt x="3661417" y="609600"/>
                  <a:pt x="3598333" y="609600"/>
                </a:cubicBezTo>
                <a:lnTo>
                  <a:pt x="33867" y="609600"/>
                </a:lnTo>
                <a:cubicBezTo>
                  <a:pt x="15163" y="609600"/>
                  <a:pt x="0" y="594437"/>
                  <a:pt x="0" y="5757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60" name="Shape 58"/>
          <p:cNvSpPr/>
          <p:nvPr/>
        </p:nvSpPr>
        <p:spPr>
          <a:xfrm>
            <a:off x="8094133" y="1924050"/>
            <a:ext cx="33867" cy="609600"/>
          </a:xfrm>
          <a:custGeom>
            <a:avLst/>
            <a:gdLst/>
            <a:ahLst/>
            <a:cxnLst/>
            <a:rect l="l" t="t" r="r" b="b"/>
            <a:pathLst>
              <a:path w="33867" h="609600">
                <a:moveTo>
                  <a:pt x="33867" y="0"/>
                </a:moveTo>
                <a:lnTo>
                  <a:pt x="33867" y="0"/>
                </a:lnTo>
                <a:lnTo>
                  <a:pt x="33867" y="609600"/>
                </a:lnTo>
                <a:lnTo>
                  <a:pt x="33867" y="609600"/>
                </a:lnTo>
                <a:cubicBezTo>
                  <a:pt x="15163" y="609600"/>
                  <a:pt x="0" y="594437"/>
                  <a:pt x="0" y="5757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1" name="Shape 59"/>
          <p:cNvSpPr/>
          <p:nvPr/>
        </p:nvSpPr>
        <p:spPr>
          <a:xfrm>
            <a:off x="8225367" y="20383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332523" y="21431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3" name="Text 61"/>
          <p:cNvSpPr/>
          <p:nvPr/>
        </p:nvSpPr>
        <p:spPr>
          <a:xfrm>
            <a:off x="8720667" y="2038350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BFF/API Gateway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720667" y="2266950"/>
            <a:ext cx="1276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 seguridad por rol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094133" y="2628900"/>
            <a:ext cx="3712633" cy="609600"/>
          </a:xfrm>
          <a:custGeom>
            <a:avLst/>
            <a:gdLst/>
            <a:ahLst/>
            <a:cxnLst/>
            <a:rect l="l" t="t" r="r" b="b"/>
            <a:pathLst>
              <a:path w="3712633" h="609600">
                <a:moveTo>
                  <a:pt x="33867" y="0"/>
                </a:moveTo>
                <a:lnTo>
                  <a:pt x="3598333" y="0"/>
                </a:lnTo>
                <a:cubicBezTo>
                  <a:pt x="3661417" y="0"/>
                  <a:pt x="3712633" y="51216"/>
                  <a:pt x="3712633" y="114300"/>
                </a:cubicBezTo>
                <a:lnTo>
                  <a:pt x="3712633" y="495300"/>
                </a:lnTo>
                <a:cubicBezTo>
                  <a:pt x="3712633" y="558384"/>
                  <a:pt x="3661417" y="609600"/>
                  <a:pt x="3598333" y="609600"/>
                </a:cubicBezTo>
                <a:lnTo>
                  <a:pt x="33867" y="609600"/>
                </a:lnTo>
                <a:cubicBezTo>
                  <a:pt x="15163" y="609600"/>
                  <a:pt x="0" y="594437"/>
                  <a:pt x="0" y="5757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66" name="Shape 64"/>
          <p:cNvSpPr/>
          <p:nvPr/>
        </p:nvSpPr>
        <p:spPr>
          <a:xfrm>
            <a:off x="8094133" y="2628900"/>
            <a:ext cx="33867" cy="609600"/>
          </a:xfrm>
          <a:custGeom>
            <a:avLst/>
            <a:gdLst/>
            <a:ahLst/>
            <a:cxnLst/>
            <a:rect l="l" t="t" r="r" b="b"/>
            <a:pathLst>
              <a:path w="33867" h="609600">
                <a:moveTo>
                  <a:pt x="33867" y="0"/>
                </a:moveTo>
                <a:lnTo>
                  <a:pt x="33867" y="0"/>
                </a:lnTo>
                <a:lnTo>
                  <a:pt x="33867" y="609600"/>
                </a:lnTo>
                <a:lnTo>
                  <a:pt x="33867" y="609600"/>
                </a:lnTo>
                <a:cubicBezTo>
                  <a:pt x="15163" y="609600"/>
                  <a:pt x="0" y="594437"/>
                  <a:pt x="0" y="5757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7" name="Shape 65"/>
          <p:cNvSpPr/>
          <p:nvPr/>
        </p:nvSpPr>
        <p:spPr>
          <a:xfrm>
            <a:off x="8225367" y="2743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332523" y="28479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9" name="Text 67"/>
          <p:cNvSpPr/>
          <p:nvPr/>
        </p:nvSpPr>
        <p:spPr>
          <a:xfrm>
            <a:off x="8720667" y="2743200"/>
            <a:ext cx="150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Pruebas End-to-End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720667" y="2971800"/>
            <a:ext cx="1485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Integración verificada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094133" y="3333750"/>
            <a:ext cx="3712633" cy="609600"/>
          </a:xfrm>
          <a:custGeom>
            <a:avLst/>
            <a:gdLst/>
            <a:ahLst/>
            <a:cxnLst/>
            <a:rect l="l" t="t" r="r" b="b"/>
            <a:pathLst>
              <a:path w="3712633" h="609600">
                <a:moveTo>
                  <a:pt x="33867" y="0"/>
                </a:moveTo>
                <a:lnTo>
                  <a:pt x="3598333" y="0"/>
                </a:lnTo>
                <a:cubicBezTo>
                  <a:pt x="3661417" y="0"/>
                  <a:pt x="3712633" y="51216"/>
                  <a:pt x="3712633" y="114300"/>
                </a:cubicBezTo>
                <a:lnTo>
                  <a:pt x="3712633" y="495300"/>
                </a:lnTo>
                <a:cubicBezTo>
                  <a:pt x="3712633" y="558384"/>
                  <a:pt x="3661417" y="609600"/>
                  <a:pt x="3598333" y="609600"/>
                </a:cubicBezTo>
                <a:lnTo>
                  <a:pt x="33867" y="609600"/>
                </a:lnTo>
                <a:cubicBezTo>
                  <a:pt x="15163" y="609600"/>
                  <a:pt x="0" y="594437"/>
                  <a:pt x="0" y="5757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72" name="Shape 70"/>
          <p:cNvSpPr/>
          <p:nvPr/>
        </p:nvSpPr>
        <p:spPr>
          <a:xfrm>
            <a:off x="8094133" y="3333750"/>
            <a:ext cx="33867" cy="609600"/>
          </a:xfrm>
          <a:custGeom>
            <a:avLst/>
            <a:gdLst/>
            <a:ahLst/>
            <a:cxnLst/>
            <a:rect l="l" t="t" r="r" b="b"/>
            <a:pathLst>
              <a:path w="33867" h="609600">
                <a:moveTo>
                  <a:pt x="33867" y="0"/>
                </a:moveTo>
                <a:lnTo>
                  <a:pt x="33867" y="0"/>
                </a:lnTo>
                <a:lnTo>
                  <a:pt x="33867" y="609600"/>
                </a:lnTo>
                <a:lnTo>
                  <a:pt x="33867" y="609600"/>
                </a:lnTo>
                <a:cubicBezTo>
                  <a:pt x="15163" y="609600"/>
                  <a:pt x="0" y="594437"/>
                  <a:pt x="0" y="5757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73" name="Shape 71"/>
          <p:cNvSpPr/>
          <p:nvPr/>
        </p:nvSpPr>
        <p:spPr>
          <a:xfrm>
            <a:off x="8225367" y="34480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8332523" y="35528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75" name="Text 73"/>
          <p:cNvSpPr/>
          <p:nvPr/>
        </p:nvSpPr>
        <p:spPr>
          <a:xfrm>
            <a:off x="8720667" y="3448050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Documentación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8720667" y="3676650"/>
            <a:ext cx="1514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Cada módulo documentado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385233" y="5626099"/>
            <a:ext cx="11419417" cy="846667"/>
          </a:xfrm>
          <a:custGeom>
            <a:avLst/>
            <a:gdLst/>
            <a:ahLst/>
            <a:cxnLst/>
            <a:rect l="l" t="t" r="r" b="b"/>
            <a:pathLst>
              <a:path w="11419417" h="846667">
                <a:moveTo>
                  <a:pt x="114300" y="0"/>
                </a:moveTo>
                <a:lnTo>
                  <a:pt x="11305117" y="0"/>
                </a:lnTo>
                <a:cubicBezTo>
                  <a:pt x="11368243" y="0"/>
                  <a:pt x="11419417" y="51174"/>
                  <a:pt x="11419417" y="114300"/>
                </a:cubicBezTo>
                <a:lnTo>
                  <a:pt x="11419417" y="732367"/>
                </a:lnTo>
                <a:cubicBezTo>
                  <a:pt x="11419417" y="795493"/>
                  <a:pt x="11368243" y="846667"/>
                  <a:pt x="11305117" y="846667"/>
                </a:cubicBezTo>
                <a:lnTo>
                  <a:pt x="114300" y="846667"/>
                </a:lnTo>
                <a:cubicBezTo>
                  <a:pt x="51174" y="846667"/>
                  <a:pt x="0" y="795493"/>
                  <a:pt x="0" y="732367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20000"/>
                </a:srgbClr>
              </a:gs>
              <a:gs pos="100000">
                <a:srgbClr val="3B82F6">
                  <a:alpha val="20000"/>
                </a:srgbClr>
              </a:gs>
            </a:gsLst>
            <a:lin ang="0" scaled="1"/>
          </a:gradFill>
          <a:ln w="11289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41867" y="578273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694267" y="593513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4428" y="0"/>
                </a:moveTo>
                <a:lnTo>
                  <a:pt x="164440" y="0"/>
                </a:lnTo>
                <a:cubicBezTo>
                  <a:pt x="176272" y="0"/>
                  <a:pt x="185916" y="9733"/>
                  <a:pt x="185470" y="21521"/>
                </a:cubicBezTo>
                <a:cubicBezTo>
                  <a:pt x="185380" y="23887"/>
                  <a:pt x="185291" y="26253"/>
                  <a:pt x="185157" y="28575"/>
                </a:cubicBezTo>
                <a:lnTo>
                  <a:pt x="207303" y="28575"/>
                </a:lnTo>
                <a:cubicBezTo>
                  <a:pt x="218956" y="28575"/>
                  <a:pt x="229225" y="38219"/>
                  <a:pt x="228332" y="50810"/>
                </a:cubicBezTo>
                <a:cubicBezTo>
                  <a:pt x="224983" y="97110"/>
                  <a:pt x="201320" y="122560"/>
                  <a:pt x="175647" y="135865"/>
                </a:cubicBezTo>
                <a:cubicBezTo>
                  <a:pt x="168593" y="139526"/>
                  <a:pt x="161404" y="142250"/>
                  <a:pt x="154573" y="144259"/>
                </a:cubicBezTo>
                <a:cubicBezTo>
                  <a:pt x="145554" y="157029"/>
                  <a:pt x="136178" y="163770"/>
                  <a:pt x="128721" y="167387"/>
                </a:cubicBezTo>
                <a:lnTo>
                  <a:pt x="128721" y="200025"/>
                </a:lnTo>
                <a:lnTo>
                  <a:pt x="157296" y="200025"/>
                </a:lnTo>
                <a:cubicBezTo>
                  <a:pt x="165199" y="200025"/>
                  <a:pt x="171584" y="206410"/>
                  <a:pt x="171584" y="214313"/>
                </a:cubicBezTo>
                <a:cubicBezTo>
                  <a:pt x="171584" y="222215"/>
                  <a:pt x="165199" y="228600"/>
                  <a:pt x="157296" y="228600"/>
                </a:cubicBezTo>
                <a:lnTo>
                  <a:pt x="71571" y="228600"/>
                </a:lnTo>
                <a:cubicBezTo>
                  <a:pt x="63669" y="228600"/>
                  <a:pt x="57284" y="222215"/>
                  <a:pt x="57284" y="214313"/>
                </a:cubicBezTo>
                <a:cubicBezTo>
                  <a:pt x="57284" y="206410"/>
                  <a:pt x="63669" y="200025"/>
                  <a:pt x="71571" y="200025"/>
                </a:cubicBezTo>
                <a:lnTo>
                  <a:pt x="100146" y="200025"/>
                </a:lnTo>
                <a:lnTo>
                  <a:pt x="100146" y="167387"/>
                </a:lnTo>
                <a:cubicBezTo>
                  <a:pt x="93003" y="163949"/>
                  <a:pt x="84118" y="157564"/>
                  <a:pt x="75456" y="145822"/>
                </a:cubicBezTo>
                <a:cubicBezTo>
                  <a:pt x="67241" y="143679"/>
                  <a:pt x="58311" y="140419"/>
                  <a:pt x="49604" y="135508"/>
                </a:cubicBezTo>
                <a:cubicBezTo>
                  <a:pt x="25450" y="121980"/>
                  <a:pt x="3661" y="96485"/>
                  <a:pt x="536" y="50721"/>
                </a:cubicBezTo>
                <a:cubicBezTo>
                  <a:pt x="-313" y="38174"/>
                  <a:pt x="9912" y="28530"/>
                  <a:pt x="21565" y="28530"/>
                </a:cubicBezTo>
                <a:lnTo>
                  <a:pt x="43711" y="28530"/>
                </a:lnTo>
                <a:cubicBezTo>
                  <a:pt x="43577" y="26209"/>
                  <a:pt x="43488" y="23887"/>
                  <a:pt x="43398" y="21476"/>
                </a:cubicBezTo>
                <a:cubicBezTo>
                  <a:pt x="42952" y="9644"/>
                  <a:pt x="52596" y="-45"/>
                  <a:pt x="64428" y="-45"/>
                </a:cubicBezTo>
                <a:close/>
                <a:moveTo>
                  <a:pt x="45318" y="50006"/>
                </a:moveTo>
                <a:lnTo>
                  <a:pt x="21922" y="50006"/>
                </a:lnTo>
                <a:cubicBezTo>
                  <a:pt x="24691" y="87823"/>
                  <a:pt x="42059" y="106754"/>
                  <a:pt x="59963" y="116800"/>
                </a:cubicBezTo>
                <a:cubicBezTo>
                  <a:pt x="53533" y="100146"/>
                  <a:pt x="48220" y="78403"/>
                  <a:pt x="45318" y="50006"/>
                </a:cubicBezTo>
                <a:close/>
                <a:moveTo>
                  <a:pt x="169664" y="114657"/>
                </a:moveTo>
                <a:cubicBezTo>
                  <a:pt x="187747" y="104031"/>
                  <a:pt x="204088" y="85145"/>
                  <a:pt x="206856" y="50006"/>
                </a:cubicBezTo>
                <a:lnTo>
                  <a:pt x="183505" y="50006"/>
                </a:lnTo>
                <a:cubicBezTo>
                  <a:pt x="180737" y="77197"/>
                  <a:pt x="175736" y="98316"/>
                  <a:pt x="169664" y="11465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80" name="Text 78"/>
          <p:cNvSpPr/>
          <p:nvPr/>
        </p:nvSpPr>
        <p:spPr>
          <a:xfrm>
            <a:off x="1227667" y="5820833"/>
            <a:ext cx="2781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11 Entregables Completados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1227667" y="6087533"/>
            <a:ext cx="2752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Todos los criterios de aceptación cumplidos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10802277" y="5782733"/>
            <a:ext cx="847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10878477" y="6125633"/>
            <a:ext cx="771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Sprint 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285750"/>
                </a:lnTo>
                <a:cubicBezTo>
                  <a:pt x="38100" y="296264"/>
                  <a:pt x="29564" y="304800"/>
                  <a:pt x="19050" y="304800"/>
                </a:cubicBezTo>
                <a:lnTo>
                  <a:pt x="19050" y="304800"/>
                </a:lnTo>
                <a:cubicBezTo>
                  <a:pt x="8536" y="304800"/>
                  <a:pt x="0" y="296264"/>
                  <a:pt x="0" y="285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/>
              </a:gs>
              <a:gs pos="0">
                <a:srgbClr val="FFFFFF"/>
              </a:gs>
              <a:gs pos="100000">
                <a:srgbClr val="8B5CF6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33400" y="3810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Arquitectura General del Sistema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Microservicios independientes con BFF como punto único de entrada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233" y="1223433"/>
            <a:ext cx="11419417" cy="4694767"/>
          </a:xfrm>
          <a:custGeom>
            <a:avLst/>
            <a:gdLst/>
            <a:ahLst/>
            <a:cxnLst/>
            <a:rect l="l" t="t" r="r" b="b"/>
            <a:pathLst>
              <a:path w="11419417" h="4694767">
                <a:moveTo>
                  <a:pt x="114318" y="0"/>
                </a:moveTo>
                <a:lnTo>
                  <a:pt x="11305099" y="0"/>
                </a:lnTo>
                <a:cubicBezTo>
                  <a:pt x="11368235" y="0"/>
                  <a:pt x="11419417" y="51182"/>
                  <a:pt x="11419417" y="114318"/>
                </a:cubicBezTo>
                <a:lnTo>
                  <a:pt x="11419417" y="4580449"/>
                </a:lnTo>
                <a:cubicBezTo>
                  <a:pt x="11419417" y="4643585"/>
                  <a:pt x="11368235" y="4694767"/>
                  <a:pt x="11305099" y="4694767"/>
                </a:cubicBezTo>
                <a:lnTo>
                  <a:pt x="114318" y="4694767"/>
                </a:lnTo>
                <a:cubicBezTo>
                  <a:pt x="51182" y="4694767"/>
                  <a:pt x="0" y="4643585"/>
                  <a:pt x="0" y="4580449"/>
                </a:cubicBezTo>
                <a:lnTo>
                  <a:pt x="0" y="114318"/>
                </a:lnTo>
                <a:cubicBezTo>
                  <a:pt x="0" y="51182"/>
                  <a:pt x="51182" y="0"/>
                  <a:pt x="114318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02195" y="1568716"/>
            <a:ext cx="2007658" cy="626533"/>
          </a:xfrm>
          <a:custGeom>
            <a:avLst/>
            <a:gdLst/>
            <a:ahLst/>
            <a:cxnLst/>
            <a:rect l="l" t="t" r="r" b="b"/>
            <a:pathLst>
              <a:path w="2007658" h="626533">
                <a:moveTo>
                  <a:pt x="114298" y="0"/>
                </a:moveTo>
                <a:lnTo>
                  <a:pt x="1893360" y="0"/>
                </a:lnTo>
                <a:cubicBezTo>
                  <a:pt x="1956485" y="0"/>
                  <a:pt x="2007658" y="51173"/>
                  <a:pt x="2007658" y="114298"/>
                </a:cubicBezTo>
                <a:lnTo>
                  <a:pt x="2007658" y="512235"/>
                </a:lnTo>
                <a:cubicBezTo>
                  <a:pt x="2007658" y="575360"/>
                  <a:pt x="1956485" y="626533"/>
                  <a:pt x="1893360" y="626533"/>
                </a:cubicBezTo>
                <a:lnTo>
                  <a:pt x="114298" y="626533"/>
                </a:lnTo>
                <a:cubicBezTo>
                  <a:pt x="51173" y="626533"/>
                  <a:pt x="0" y="575360"/>
                  <a:pt x="0" y="512235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/>
              </a:gs>
              <a:gs pos="100000">
                <a:srgbClr val="0891B2"/>
              </a:gs>
            </a:gsLst>
            <a:lin ang="2700000" scaled="1"/>
          </a:gradFill>
          <a:ln w="22578">
            <a:solidFill>
              <a:srgbClr val="06B6D4">
                <a:alpha val="50196"/>
              </a:srgbClr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067837" y="17675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6720" y="79117"/>
                </a:moveTo>
                <a:cubicBezTo>
                  <a:pt x="184309" y="78313"/>
                  <a:pt x="181898" y="77554"/>
                  <a:pt x="179487" y="76840"/>
                </a:cubicBezTo>
                <a:cubicBezTo>
                  <a:pt x="179889" y="75188"/>
                  <a:pt x="180246" y="73536"/>
                  <a:pt x="180603" y="71884"/>
                </a:cubicBezTo>
                <a:cubicBezTo>
                  <a:pt x="186095" y="45274"/>
                  <a:pt x="182478" y="23887"/>
                  <a:pt x="170289" y="16832"/>
                </a:cubicBezTo>
                <a:cubicBezTo>
                  <a:pt x="158547" y="10091"/>
                  <a:pt x="139392" y="17100"/>
                  <a:pt x="120015" y="33977"/>
                </a:cubicBezTo>
                <a:cubicBezTo>
                  <a:pt x="118095" y="35629"/>
                  <a:pt x="116220" y="37371"/>
                  <a:pt x="114434" y="39112"/>
                </a:cubicBezTo>
                <a:cubicBezTo>
                  <a:pt x="113228" y="37951"/>
                  <a:pt x="111978" y="36790"/>
                  <a:pt x="110728" y="35674"/>
                </a:cubicBezTo>
                <a:cubicBezTo>
                  <a:pt x="90413" y="17636"/>
                  <a:pt x="70053" y="10046"/>
                  <a:pt x="57864" y="17145"/>
                </a:cubicBezTo>
                <a:cubicBezTo>
                  <a:pt x="46166" y="23932"/>
                  <a:pt x="42684" y="44068"/>
                  <a:pt x="47595" y="69250"/>
                </a:cubicBezTo>
                <a:cubicBezTo>
                  <a:pt x="48086" y="71750"/>
                  <a:pt x="48622" y="74206"/>
                  <a:pt x="49247" y="76706"/>
                </a:cubicBezTo>
                <a:cubicBezTo>
                  <a:pt x="46390" y="77510"/>
                  <a:pt x="43577" y="78403"/>
                  <a:pt x="40943" y="79340"/>
                </a:cubicBezTo>
                <a:cubicBezTo>
                  <a:pt x="17100" y="87600"/>
                  <a:pt x="0" y="100638"/>
                  <a:pt x="0" y="114121"/>
                </a:cubicBezTo>
                <a:cubicBezTo>
                  <a:pt x="0" y="128052"/>
                  <a:pt x="18217" y="142027"/>
                  <a:pt x="42996" y="150510"/>
                </a:cubicBezTo>
                <a:cubicBezTo>
                  <a:pt x="45006" y="151180"/>
                  <a:pt x="47015" y="151849"/>
                  <a:pt x="49069" y="152430"/>
                </a:cubicBezTo>
                <a:cubicBezTo>
                  <a:pt x="48399" y="155109"/>
                  <a:pt x="47818" y="157743"/>
                  <a:pt x="47283" y="160466"/>
                </a:cubicBezTo>
                <a:cubicBezTo>
                  <a:pt x="42595" y="185246"/>
                  <a:pt x="46256" y="204892"/>
                  <a:pt x="57954" y="211634"/>
                </a:cubicBezTo>
                <a:cubicBezTo>
                  <a:pt x="70009" y="218599"/>
                  <a:pt x="90279" y="211455"/>
                  <a:pt x="110014" y="194176"/>
                </a:cubicBezTo>
                <a:cubicBezTo>
                  <a:pt x="111576" y="192792"/>
                  <a:pt x="113139" y="191363"/>
                  <a:pt x="114702" y="189845"/>
                </a:cubicBezTo>
                <a:cubicBezTo>
                  <a:pt x="116666" y="191765"/>
                  <a:pt x="118720" y="193596"/>
                  <a:pt x="120774" y="195382"/>
                </a:cubicBezTo>
                <a:cubicBezTo>
                  <a:pt x="139884" y="211812"/>
                  <a:pt x="158770" y="218465"/>
                  <a:pt x="170423" y="211723"/>
                </a:cubicBezTo>
                <a:cubicBezTo>
                  <a:pt x="182478" y="204758"/>
                  <a:pt x="186407" y="183639"/>
                  <a:pt x="181317" y="157922"/>
                </a:cubicBezTo>
                <a:cubicBezTo>
                  <a:pt x="180915" y="155957"/>
                  <a:pt x="180469" y="153948"/>
                  <a:pt x="179978" y="151894"/>
                </a:cubicBezTo>
                <a:cubicBezTo>
                  <a:pt x="181407" y="151492"/>
                  <a:pt x="182791" y="151046"/>
                  <a:pt x="184175" y="150599"/>
                </a:cubicBezTo>
                <a:cubicBezTo>
                  <a:pt x="209937" y="142071"/>
                  <a:pt x="228600" y="128275"/>
                  <a:pt x="228600" y="114121"/>
                </a:cubicBezTo>
                <a:cubicBezTo>
                  <a:pt x="228600" y="100593"/>
                  <a:pt x="211009" y="87466"/>
                  <a:pt x="186720" y="79117"/>
                </a:cubicBezTo>
                <a:close/>
                <a:moveTo>
                  <a:pt x="126310" y="41211"/>
                </a:moveTo>
                <a:cubicBezTo>
                  <a:pt x="142920" y="26744"/>
                  <a:pt x="158413" y="21074"/>
                  <a:pt x="165467" y="25137"/>
                </a:cubicBezTo>
                <a:cubicBezTo>
                  <a:pt x="173013" y="29468"/>
                  <a:pt x="175915" y="46970"/>
                  <a:pt x="171182" y="69964"/>
                </a:cubicBezTo>
                <a:cubicBezTo>
                  <a:pt x="170870" y="71482"/>
                  <a:pt x="170557" y="72956"/>
                  <a:pt x="170155" y="74429"/>
                </a:cubicBezTo>
                <a:cubicBezTo>
                  <a:pt x="160243" y="72197"/>
                  <a:pt x="150197" y="70589"/>
                  <a:pt x="140107" y="69696"/>
                </a:cubicBezTo>
                <a:cubicBezTo>
                  <a:pt x="134302" y="61392"/>
                  <a:pt x="127962" y="53444"/>
                  <a:pt x="121087" y="45988"/>
                </a:cubicBezTo>
                <a:cubicBezTo>
                  <a:pt x="122828" y="44336"/>
                  <a:pt x="124524" y="42773"/>
                  <a:pt x="126310" y="41211"/>
                </a:cubicBezTo>
                <a:close/>
                <a:moveTo>
                  <a:pt x="74652" y="137294"/>
                </a:moveTo>
                <a:cubicBezTo>
                  <a:pt x="76929" y="141178"/>
                  <a:pt x="79251" y="145063"/>
                  <a:pt x="81707" y="148858"/>
                </a:cubicBezTo>
                <a:cubicBezTo>
                  <a:pt x="74741" y="148099"/>
                  <a:pt x="67821" y="146983"/>
                  <a:pt x="60990" y="145509"/>
                </a:cubicBezTo>
                <a:cubicBezTo>
                  <a:pt x="62954" y="139080"/>
                  <a:pt x="65410" y="132427"/>
                  <a:pt x="68267" y="125641"/>
                </a:cubicBezTo>
                <a:cubicBezTo>
                  <a:pt x="70321" y="129570"/>
                  <a:pt x="72420" y="133454"/>
                  <a:pt x="74652" y="137294"/>
                </a:cubicBezTo>
                <a:close/>
                <a:moveTo>
                  <a:pt x="61124" y="83582"/>
                </a:moveTo>
                <a:cubicBezTo>
                  <a:pt x="67553" y="82153"/>
                  <a:pt x="74384" y="80992"/>
                  <a:pt x="81483" y="80099"/>
                </a:cubicBezTo>
                <a:cubicBezTo>
                  <a:pt x="79117" y="83805"/>
                  <a:pt x="76795" y="87600"/>
                  <a:pt x="74608" y="91440"/>
                </a:cubicBezTo>
                <a:cubicBezTo>
                  <a:pt x="72420" y="95235"/>
                  <a:pt x="70277" y="99120"/>
                  <a:pt x="68267" y="103049"/>
                </a:cubicBezTo>
                <a:cubicBezTo>
                  <a:pt x="65455" y="96396"/>
                  <a:pt x="63088" y="89877"/>
                  <a:pt x="61124" y="83582"/>
                </a:cubicBezTo>
                <a:close/>
                <a:moveTo>
                  <a:pt x="73357" y="114345"/>
                </a:moveTo>
                <a:cubicBezTo>
                  <a:pt x="76304" y="108183"/>
                  <a:pt x="79519" y="102156"/>
                  <a:pt x="82912" y="96217"/>
                </a:cubicBezTo>
                <a:cubicBezTo>
                  <a:pt x="86305" y="90279"/>
                  <a:pt x="89967" y="84519"/>
                  <a:pt x="93806" y="78849"/>
                </a:cubicBezTo>
                <a:cubicBezTo>
                  <a:pt x="100504" y="78358"/>
                  <a:pt x="107335" y="78090"/>
                  <a:pt x="114300" y="78090"/>
                </a:cubicBezTo>
                <a:cubicBezTo>
                  <a:pt x="121265" y="78090"/>
                  <a:pt x="128141" y="78358"/>
                  <a:pt x="134794" y="78849"/>
                </a:cubicBezTo>
                <a:cubicBezTo>
                  <a:pt x="138589" y="84475"/>
                  <a:pt x="142205" y="90234"/>
                  <a:pt x="145643" y="96128"/>
                </a:cubicBezTo>
                <a:cubicBezTo>
                  <a:pt x="149081" y="102022"/>
                  <a:pt x="152296" y="108049"/>
                  <a:pt x="155332" y="114166"/>
                </a:cubicBezTo>
                <a:cubicBezTo>
                  <a:pt x="152340" y="120328"/>
                  <a:pt x="149126" y="126400"/>
                  <a:pt x="145688" y="132383"/>
                </a:cubicBezTo>
                <a:cubicBezTo>
                  <a:pt x="142295" y="138321"/>
                  <a:pt x="138678" y="144081"/>
                  <a:pt x="134883" y="149796"/>
                </a:cubicBezTo>
                <a:cubicBezTo>
                  <a:pt x="128230" y="150287"/>
                  <a:pt x="121310" y="150510"/>
                  <a:pt x="114300" y="150510"/>
                </a:cubicBezTo>
                <a:cubicBezTo>
                  <a:pt x="107290" y="150510"/>
                  <a:pt x="100504" y="150287"/>
                  <a:pt x="93940" y="149885"/>
                </a:cubicBezTo>
                <a:cubicBezTo>
                  <a:pt x="90056" y="144214"/>
                  <a:pt x="86395" y="138410"/>
                  <a:pt x="82957" y="132472"/>
                </a:cubicBezTo>
                <a:cubicBezTo>
                  <a:pt x="79519" y="126534"/>
                  <a:pt x="76349" y="120506"/>
                  <a:pt x="73357" y="114345"/>
                </a:cubicBezTo>
                <a:close/>
                <a:moveTo>
                  <a:pt x="153992" y="137205"/>
                </a:moveTo>
                <a:cubicBezTo>
                  <a:pt x="156270" y="133276"/>
                  <a:pt x="158413" y="129302"/>
                  <a:pt x="160511" y="125284"/>
                </a:cubicBezTo>
                <a:cubicBezTo>
                  <a:pt x="163369" y="131758"/>
                  <a:pt x="165869" y="138321"/>
                  <a:pt x="168057" y="145063"/>
                </a:cubicBezTo>
                <a:cubicBezTo>
                  <a:pt x="161136" y="146625"/>
                  <a:pt x="154126" y="147831"/>
                  <a:pt x="147072" y="148635"/>
                </a:cubicBezTo>
                <a:cubicBezTo>
                  <a:pt x="149483" y="144884"/>
                  <a:pt x="151760" y="141044"/>
                  <a:pt x="153992" y="137205"/>
                </a:cubicBezTo>
                <a:close/>
                <a:moveTo>
                  <a:pt x="160422" y="103049"/>
                </a:moveTo>
                <a:cubicBezTo>
                  <a:pt x="158323" y="99120"/>
                  <a:pt x="156180" y="95190"/>
                  <a:pt x="153948" y="91351"/>
                </a:cubicBezTo>
                <a:cubicBezTo>
                  <a:pt x="151760" y="87556"/>
                  <a:pt x="149483" y="83805"/>
                  <a:pt x="147117" y="80099"/>
                </a:cubicBezTo>
                <a:cubicBezTo>
                  <a:pt x="154305" y="80992"/>
                  <a:pt x="161181" y="82198"/>
                  <a:pt x="167610" y="83671"/>
                </a:cubicBezTo>
                <a:cubicBezTo>
                  <a:pt x="165556" y="90279"/>
                  <a:pt x="163145" y="96709"/>
                  <a:pt x="160422" y="103049"/>
                </a:cubicBezTo>
                <a:close/>
                <a:moveTo>
                  <a:pt x="114389" y="52819"/>
                </a:moveTo>
                <a:cubicBezTo>
                  <a:pt x="119077" y="57909"/>
                  <a:pt x="123498" y="63267"/>
                  <a:pt x="127605" y="68803"/>
                </a:cubicBezTo>
                <a:cubicBezTo>
                  <a:pt x="118765" y="68401"/>
                  <a:pt x="109880" y="68401"/>
                  <a:pt x="101039" y="68803"/>
                </a:cubicBezTo>
                <a:cubicBezTo>
                  <a:pt x="105415" y="63044"/>
                  <a:pt x="109924" y="57686"/>
                  <a:pt x="114389" y="52819"/>
                </a:cubicBezTo>
                <a:close/>
                <a:moveTo>
                  <a:pt x="62597" y="25450"/>
                </a:moveTo>
                <a:cubicBezTo>
                  <a:pt x="70098" y="21074"/>
                  <a:pt x="86752" y="27325"/>
                  <a:pt x="104299" y="42863"/>
                </a:cubicBezTo>
                <a:cubicBezTo>
                  <a:pt x="105415" y="43845"/>
                  <a:pt x="106531" y="44916"/>
                  <a:pt x="107692" y="45988"/>
                </a:cubicBezTo>
                <a:cubicBezTo>
                  <a:pt x="100772" y="53444"/>
                  <a:pt x="94387" y="61392"/>
                  <a:pt x="88538" y="69696"/>
                </a:cubicBezTo>
                <a:cubicBezTo>
                  <a:pt x="78447" y="70589"/>
                  <a:pt x="68446" y="72152"/>
                  <a:pt x="58534" y="74340"/>
                </a:cubicBezTo>
                <a:cubicBezTo>
                  <a:pt x="57954" y="72063"/>
                  <a:pt x="57463" y="69741"/>
                  <a:pt x="56971" y="67419"/>
                </a:cubicBezTo>
                <a:cubicBezTo>
                  <a:pt x="52774" y="45809"/>
                  <a:pt x="55543" y="29513"/>
                  <a:pt x="62597" y="25450"/>
                </a:cubicBezTo>
                <a:close/>
                <a:moveTo>
                  <a:pt x="51658" y="143143"/>
                </a:moveTo>
                <a:cubicBezTo>
                  <a:pt x="49783" y="142607"/>
                  <a:pt x="47952" y="142027"/>
                  <a:pt x="46122" y="141402"/>
                </a:cubicBezTo>
                <a:cubicBezTo>
                  <a:pt x="36612" y="138410"/>
                  <a:pt x="25807" y="133677"/>
                  <a:pt x="17993" y="127471"/>
                </a:cubicBezTo>
                <a:cubicBezTo>
                  <a:pt x="13484" y="124346"/>
                  <a:pt x="10448" y="119524"/>
                  <a:pt x="9599" y="114121"/>
                </a:cubicBezTo>
                <a:cubicBezTo>
                  <a:pt x="9599" y="105951"/>
                  <a:pt x="23708" y="95503"/>
                  <a:pt x="44068" y="88404"/>
                </a:cubicBezTo>
                <a:cubicBezTo>
                  <a:pt x="46613" y="87511"/>
                  <a:pt x="49203" y="86707"/>
                  <a:pt x="51792" y="85948"/>
                </a:cubicBezTo>
                <a:cubicBezTo>
                  <a:pt x="54828" y="95637"/>
                  <a:pt x="58489" y="105147"/>
                  <a:pt x="62731" y="114345"/>
                </a:cubicBezTo>
                <a:cubicBezTo>
                  <a:pt x="58445" y="123676"/>
                  <a:pt x="54739" y="133320"/>
                  <a:pt x="51658" y="143143"/>
                </a:cubicBezTo>
                <a:close/>
                <a:moveTo>
                  <a:pt x="103718" y="186898"/>
                </a:moveTo>
                <a:cubicBezTo>
                  <a:pt x="96351" y="193640"/>
                  <a:pt x="87823" y="198998"/>
                  <a:pt x="78537" y="202659"/>
                </a:cubicBezTo>
                <a:cubicBezTo>
                  <a:pt x="73581" y="205026"/>
                  <a:pt x="67866" y="205249"/>
                  <a:pt x="62776" y="203240"/>
                </a:cubicBezTo>
                <a:cubicBezTo>
                  <a:pt x="55677" y="199132"/>
                  <a:pt x="52730" y="183371"/>
                  <a:pt x="56748" y="162163"/>
                </a:cubicBezTo>
                <a:cubicBezTo>
                  <a:pt x="57239" y="159663"/>
                  <a:pt x="57775" y="157163"/>
                  <a:pt x="58400" y="154707"/>
                </a:cubicBezTo>
                <a:cubicBezTo>
                  <a:pt x="68401" y="156850"/>
                  <a:pt x="78492" y="158323"/>
                  <a:pt x="88716" y="159082"/>
                </a:cubicBezTo>
                <a:cubicBezTo>
                  <a:pt x="94610" y="167432"/>
                  <a:pt x="101084" y="175424"/>
                  <a:pt x="108005" y="182925"/>
                </a:cubicBezTo>
                <a:cubicBezTo>
                  <a:pt x="106576" y="184309"/>
                  <a:pt x="105147" y="185648"/>
                  <a:pt x="103718" y="186898"/>
                </a:cubicBezTo>
                <a:close/>
                <a:moveTo>
                  <a:pt x="114657" y="176049"/>
                </a:moveTo>
                <a:cubicBezTo>
                  <a:pt x="110103" y="171137"/>
                  <a:pt x="105549" y="165690"/>
                  <a:pt x="101129" y="159841"/>
                </a:cubicBezTo>
                <a:cubicBezTo>
                  <a:pt x="105415" y="160020"/>
                  <a:pt x="109835" y="160109"/>
                  <a:pt x="114300" y="160109"/>
                </a:cubicBezTo>
                <a:cubicBezTo>
                  <a:pt x="118899" y="160109"/>
                  <a:pt x="123408" y="160020"/>
                  <a:pt x="127873" y="159797"/>
                </a:cubicBezTo>
                <a:cubicBezTo>
                  <a:pt x="123765" y="165467"/>
                  <a:pt x="119345" y="170870"/>
                  <a:pt x="114657" y="176049"/>
                </a:cubicBezTo>
                <a:close/>
                <a:moveTo>
                  <a:pt x="173013" y="189443"/>
                </a:moveTo>
                <a:cubicBezTo>
                  <a:pt x="172611" y="194890"/>
                  <a:pt x="169932" y="199980"/>
                  <a:pt x="165646" y="203418"/>
                </a:cubicBezTo>
                <a:cubicBezTo>
                  <a:pt x="158547" y="207526"/>
                  <a:pt x="143411" y="202168"/>
                  <a:pt x="127069" y="188149"/>
                </a:cubicBezTo>
                <a:cubicBezTo>
                  <a:pt x="125194" y="186541"/>
                  <a:pt x="123319" y="184800"/>
                  <a:pt x="121399" y="183014"/>
                </a:cubicBezTo>
                <a:cubicBezTo>
                  <a:pt x="128230" y="175468"/>
                  <a:pt x="134526" y="167476"/>
                  <a:pt x="140241" y="159082"/>
                </a:cubicBezTo>
                <a:cubicBezTo>
                  <a:pt x="150465" y="158234"/>
                  <a:pt x="160645" y="156671"/>
                  <a:pt x="170691" y="154394"/>
                </a:cubicBezTo>
                <a:cubicBezTo>
                  <a:pt x="171137" y="156225"/>
                  <a:pt x="171539" y="158055"/>
                  <a:pt x="171896" y="159841"/>
                </a:cubicBezTo>
                <a:cubicBezTo>
                  <a:pt x="174084" y="169485"/>
                  <a:pt x="174441" y="179531"/>
                  <a:pt x="173013" y="189443"/>
                </a:cubicBezTo>
                <a:close/>
                <a:moveTo>
                  <a:pt x="181139" y="141446"/>
                </a:moveTo>
                <a:cubicBezTo>
                  <a:pt x="179889" y="141848"/>
                  <a:pt x="178638" y="142250"/>
                  <a:pt x="177344" y="142607"/>
                </a:cubicBezTo>
                <a:cubicBezTo>
                  <a:pt x="174218" y="132874"/>
                  <a:pt x="170378" y="123364"/>
                  <a:pt x="165958" y="114121"/>
                </a:cubicBezTo>
                <a:cubicBezTo>
                  <a:pt x="170244" y="105013"/>
                  <a:pt x="173861" y="95637"/>
                  <a:pt x="176897" y="86038"/>
                </a:cubicBezTo>
                <a:cubicBezTo>
                  <a:pt x="179219" y="86707"/>
                  <a:pt x="181451" y="87422"/>
                  <a:pt x="183594" y="88136"/>
                </a:cubicBezTo>
                <a:cubicBezTo>
                  <a:pt x="204401" y="95280"/>
                  <a:pt x="219001" y="105906"/>
                  <a:pt x="219001" y="114032"/>
                </a:cubicBezTo>
                <a:cubicBezTo>
                  <a:pt x="219001" y="122783"/>
                  <a:pt x="203418" y="134079"/>
                  <a:pt x="181139" y="141446"/>
                </a:cubicBezTo>
                <a:close/>
                <a:moveTo>
                  <a:pt x="114300" y="134749"/>
                </a:moveTo>
                <a:cubicBezTo>
                  <a:pt x="125586" y="134749"/>
                  <a:pt x="134749" y="125586"/>
                  <a:pt x="134749" y="114300"/>
                </a:cubicBezTo>
                <a:cubicBezTo>
                  <a:pt x="134749" y="103014"/>
                  <a:pt x="125586" y="93851"/>
                  <a:pt x="114300" y="93851"/>
                </a:cubicBezTo>
                <a:cubicBezTo>
                  <a:pt x="103014" y="93851"/>
                  <a:pt x="93851" y="103014"/>
                  <a:pt x="93851" y="114300"/>
                </a:cubicBezTo>
                <a:cubicBezTo>
                  <a:pt x="93851" y="125586"/>
                  <a:pt x="103014" y="134749"/>
                  <a:pt x="114300" y="13474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439312" y="1691480"/>
            <a:ext cx="1209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Frontend Admin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39312" y="1920080"/>
            <a:ext cx="1190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React 18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28808" y="1568716"/>
            <a:ext cx="2264833" cy="626533"/>
          </a:xfrm>
          <a:custGeom>
            <a:avLst/>
            <a:gdLst/>
            <a:ahLst/>
            <a:cxnLst/>
            <a:rect l="l" t="t" r="r" b="b"/>
            <a:pathLst>
              <a:path w="2264833" h="626533">
                <a:moveTo>
                  <a:pt x="114298" y="0"/>
                </a:moveTo>
                <a:lnTo>
                  <a:pt x="2150535" y="0"/>
                </a:lnTo>
                <a:cubicBezTo>
                  <a:pt x="2213660" y="0"/>
                  <a:pt x="2264833" y="51173"/>
                  <a:pt x="2264833" y="114298"/>
                </a:cubicBezTo>
                <a:lnTo>
                  <a:pt x="2264833" y="512235"/>
                </a:lnTo>
                <a:cubicBezTo>
                  <a:pt x="2264833" y="575360"/>
                  <a:pt x="2213660" y="626533"/>
                  <a:pt x="2150535" y="626533"/>
                </a:cubicBezTo>
                <a:lnTo>
                  <a:pt x="114298" y="626533"/>
                </a:lnTo>
                <a:cubicBezTo>
                  <a:pt x="51173" y="626533"/>
                  <a:pt x="0" y="575360"/>
                  <a:pt x="0" y="512235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/>
              </a:gs>
              <a:gs pos="100000">
                <a:srgbClr val="D97706"/>
              </a:gs>
            </a:gsLst>
            <a:lin ang="2700000" scaled="1"/>
          </a:gradFill>
          <a:ln w="22578">
            <a:solidFill>
              <a:srgbClr val="F59E0B">
                <a:alpha val="50196"/>
              </a:srgbClr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94450" y="17675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6720" y="79117"/>
                </a:moveTo>
                <a:cubicBezTo>
                  <a:pt x="184309" y="78313"/>
                  <a:pt x="181898" y="77554"/>
                  <a:pt x="179487" y="76840"/>
                </a:cubicBezTo>
                <a:cubicBezTo>
                  <a:pt x="179889" y="75188"/>
                  <a:pt x="180246" y="73536"/>
                  <a:pt x="180603" y="71884"/>
                </a:cubicBezTo>
                <a:cubicBezTo>
                  <a:pt x="186095" y="45274"/>
                  <a:pt x="182478" y="23887"/>
                  <a:pt x="170289" y="16832"/>
                </a:cubicBezTo>
                <a:cubicBezTo>
                  <a:pt x="158547" y="10091"/>
                  <a:pt x="139392" y="17100"/>
                  <a:pt x="120015" y="33977"/>
                </a:cubicBezTo>
                <a:cubicBezTo>
                  <a:pt x="118095" y="35629"/>
                  <a:pt x="116220" y="37371"/>
                  <a:pt x="114434" y="39112"/>
                </a:cubicBezTo>
                <a:cubicBezTo>
                  <a:pt x="113228" y="37951"/>
                  <a:pt x="111978" y="36790"/>
                  <a:pt x="110728" y="35674"/>
                </a:cubicBezTo>
                <a:cubicBezTo>
                  <a:pt x="90413" y="17636"/>
                  <a:pt x="70053" y="10046"/>
                  <a:pt x="57864" y="17145"/>
                </a:cubicBezTo>
                <a:cubicBezTo>
                  <a:pt x="46166" y="23932"/>
                  <a:pt x="42684" y="44068"/>
                  <a:pt x="47595" y="69250"/>
                </a:cubicBezTo>
                <a:cubicBezTo>
                  <a:pt x="48086" y="71750"/>
                  <a:pt x="48622" y="74206"/>
                  <a:pt x="49247" y="76706"/>
                </a:cubicBezTo>
                <a:cubicBezTo>
                  <a:pt x="46390" y="77510"/>
                  <a:pt x="43577" y="78403"/>
                  <a:pt x="40943" y="79340"/>
                </a:cubicBezTo>
                <a:cubicBezTo>
                  <a:pt x="17100" y="87600"/>
                  <a:pt x="0" y="100638"/>
                  <a:pt x="0" y="114121"/>
                </a:cubicBezTo>
                <a:cubicBezTo>
                  <a:pt x="0" y="128052"/>
                  <a:pt x="18217" y="142027"/>
                  <a:pt x="42996" y="150510"/>
                </a:cubicBezTo>
                <a:cubicBezTo>
                  <a:pt x="45006" y="151180"/>
                  <a:pt x="47015" y="151849"/>
                  <a:pt x="49069" y="152430"/>
                </a:cubicBezTo>
                <a:cubicBezTo>
                  <a:pt x="48399" y="155109"/>
                  <a:pt x="47818" y="157743"/>
                  <a:pt x="47283" y="160466"/>
                </a:cubicBezTo>
                <a:cubicBezTo>
                  <a:pt x="42595" y="185246"/>
                  <a:pt x="46256" y="204892"/>
                  <a:pt x="57954" y="211634"/>
                </a:cubicBezTo>
                <a:cubicBezTo>
                  <a:pt x="70009" y="218599"/>
                  <a:pt x="90279" y="211455"/>
                  <a:pt x="110014" y="194176"/>
                </a:cubicBezTo>
                <a:cubicBezTo>
                  <a:pt x="111576" y="192792"/>
                  <a:pt x="113139" y="191363"/>
                  <a:pt x="114702" y="189845"/>
                </a:cubicBezTo>
                <a:cubicBezTo>
                  <a:pt x="116666" y="191765"/>
                  <a:pt x="118720" y="193596"/>
                  <a:pt x="120774" y="195382"/>
                </a:cubicBezTo>
                <a:cubicBezTo>
                  <a:pt x="139884" y="211812"/>
                  <a:pt x="158770" y="218465"/>
                  <a:pt x="170423" y="211723"/>
                </a:cubicBezTo>
                <a:cubicBezTo>
                  <a:pt x="182478" y="204758"/>
                  <a:pt x="186407" y="183639"/>
                  <a:pt x="181317" y="157922"/>
                </a:cubicBezTo>
                <a:cubicBezTo>
                  <a:pt x="180915" y="155957"/>
                  <a:pt x="180469" y="153948"/>
                  <a:pt x="179978" y="151894"/>
                </a:cubicBezTo>
                <a:cubicBezTo>
                  <a:pt x="181407" y="151492"/>
                  <a:pt x="182791" y="151046"/>
                  <a:pt x="184175" y="150599"/>
                </a:cubicBezTo>
                <a:cubicBezTo>
                  <a:pt x="209937" y="142071"/>
                  <a:pt x="228600" y="128275"/>
                  <a:pt x="228600" y="114121"/>
                </a:cubicBezTo>
                <a:cubicBezTo>
                  <a:pt x="228600" y="100593"/>
                  <a:pt x="211009" y="87466"/>
                  <a:pt x="186720" y="79117"/>
                </a:cubicBezTo>
                <a:close/>
                <a:moveTo>
                  <a:pt x="126310" y="41211"/>
                </a:moveTo>
                <a:cubicBezTo>
                  <a:pt x="142920" y="26744"/>
                  <a:pt x="158413" y="21074"/>
                  <a:pt x="165467" y="25137"/>
                </a:cubicBezTo>
                <a:cubicBezTo>
                  <a:pt x="173013" y="29468"/>
                  <a:pt x="175915" y="46970"/>
                  <a:pt x="171182" y="69964"/>
                </a:cubicBezTo>
                <a:cubicBezTo>
                  <a:pt x="170870" y="71482"/>
                  <a:pt x="170557" y="72956"/>
                  <a:pt x="170155" y="74429"/>
                </a:cubicBezTo>
                <a:cubicBezTo>
                  <a:pt x="160243" y="72197"/>
                  <a:pt x="150197" y="70589"/>
                  <a:pt x="140107" y="69696"/>
                </a:cubicBezTo>
                <a:cubicBezTo>
                  <a:pt x="134302" y="61392"/>
                  <a:pt x="127962" y="53444"/>
                  <a:pt x="121087" y="45988"/>
                </a:cubicBezTo>
                <a:cubicBezTo>
                  <a:pt x="122828" y="44336"/>
                  <a:pt x="124524" y="42773"/>
                  <a:pt x="126310" y="41211"/>
                </a:cubicBezTo>
                <a:close/>
                <a:moveTo>
                  <a:pt x="74652" y="137294"/>
                </a:moveTo>
                <a:cubicBezTo>
                  <a:pt x="76929" y="141178"/>
                  <a:pt x="79251" y="145063"/>
                  <a:pt x="81707" y="148858"/>
                </a:cubicBezTo>
                <a:cubicBezTo>
                  <a:pt x="74741" y="148099"/>
                  <a:pt x="67821" y="146983"/>
                  <a:pt x="60990" y="145509"/>
                </a:cubicBezTo>
                <a:cubicBezTo>
                  <a:pt x="62954" y="139080"/>
                  <a:pt x="65410" y="132427"/>
                  <a:pt x="68267" y="125641"/>
                </a:cubicBezTo>
                <a:cubicBezTo>
                  <a:pt x="70321" y="129570"/>
                  <a:pt x="72420" y="133454"/>
                  <a:pt x="74652" y="137294"/>
                </a:cubicBezTo>
                <a:close/>
                <a:moveTo>
                  <a:pt x="61124" y="83582"/>
                </a:moveTo>
                <a:cubicBezTo>
                  <a:pt x="67553" y="82153"/>
                  <a:pt x="74384" y="80992"/>
                  <a:pt x="81483" y="80099"/>
                </a:cubicBezTo>
                <a:cubicBezTo>
                  <a:pt x="79117" y="83805"/>
                  <a:pt x="76795" y="87600"/>
                  <a:pt x="74608" y="91440"/>
                </a:cubicBezTo>
                <a:cubicBezTo>
                  <a:pt x="72420" y="95235"/>
                  <a:pt x="70277" y="99120"/>
                  <a:pt x="68267" y="103049"/>
                </a:cubicBezTo>
                <a:cubicBezTo>
                  <a:pt x="65455" y="96396"/>
                  <a:pt x="63088" y="89877"/>
                  <a:pt x="61124" y="83582"/>
                </a:cubicBezTo>
                <a:close/>
                <a:moveTo>
                  <a:pt x="73357" y="114345"/>
                </a:moveTo>
                <a:cubicBezTo>
                  <a:pt x="76304" y="108183"/>
                  <a:pt x="79519" y="102156"/>
                  <a:pt x="82912" y="96217"/>
                </a:cubicBezTo>
                <a:cubicBezTo>
                  <a:pt x="86305" y="90279"/>
                  <a:pt x="89967" y="84519"/>
                  <a:pt x="93806" y="78849"/>
                </a:cubicBezTo>
                <a:cubicBezTo>
                  <a:pt x="100504" y="78358"/>
                  <a:pt x="107335" y="78090"/>
                  <a:pt x="114300" y="78090"/>
                </a:cubicBezTo>
                <a:cubicBezTo>
                  <a:pt x="121265" y="78090"/>
                  <a:pt x="128141" y="78358"/>
                  <a:pt x="134794" y="78849"/>
                </a:cubicBezTo>
                <a:cubicBezTo>
                  <a:pt x="138589" y="84475"/>
                  <a:pt x="142205" y="90234"/>
                  <a:pt x="145643" y="96128"/>
                </a:cubicBezTo>
                <a:cubicBezTo>
                  <a:pt x="149081" y="102022"/>
                  <a:pt x="152296" y="108049"/>
                  <a:pt x="155332" y="114166"/>
                </a:cubicBezTo>
                <a:cubicBezTo>
                  <a:pt x="152340" y="120328"/>
                  <a:pt x="149126" y="126400"/>
                  <a:pt x="145688" y="132383"/>
                </a:cubicBezTo>
                <a:cubicBezTo>
                  <a:pt x="142295" y="138321"/>
                  <a:pt x="138678" y="144081"/>
                  <a:pt x="134883" y="149796"/>
                </a:cubicBezTo>
                <a:cubicBezTo>
                  <a:pt x="128230" y="150287"/>
                  <a:pt x="121310" y="150510"/>
                  <a:pt x="114300" y="150510"/>
                </a:cubicBezTo>
                <a:cubicBezTo>
                  <a:pt x="107290" y="150510"/>
                  <a:pt x="100504" y="150287"/>
                  <a:pt x="93940" y="149885"/>
                </a:cubicBezTo>
                <a:cubicBezTo>
                  <a:pt x="90056" y="144214"/>
                  <a:pt x="86395" y="138410"/>
                  <a:pt x="82957" y="132472"/>
                </a:cubicBezTo>
                <a:cubicBezTo>
                  <a:pt x="79519" y="126534"/>
                  <a:pt x="76349" y="120506"/>
                  <a:pt x="73357" y="114345"/>
                </a:cubicBezTo>
                <a:close/>
                <a:moveTo>
                  <a:pt x="153992" y="137205"/>
                </a:moveTo>
                <a:cubicBezTo>
                  <a:pt x="156270" y="133276"/>
                  <a:pt x="158413" y="129302"/>
                  <a:pt x="160511" y="125284"/>
                </a:cubicBezTo>
                <a:cubicBezTo>
                  <a:pt x="163369" y="131758"/>
                  <a:pt x="165869" y="138321"/>
                  <a:pt x="168057" y="145063"/>
                </a:cubicBezTo>
                <a:cubicBezTo>
                  <a:pt x="161136" y="146625"/>
                  <a:pt x="154126" y="147831"/>
                  <a:pt x="147072" y="148635"/>
                </a:cubicBezTo>
                <a:cubicBezTo>
                  <a:pt x="149483" y="144884"/>
                  <a:pt x="151760" y="141044"/>
                  <a:pt x="153992" y="137205"/>
                </a:cubicBezTo>
                <a:close/>
                <a:moveTo>
                  <a:pt x="160422" y="103049"/>
                </a:moveTo>
                <a:cubicBezTo>
                  <a:pt x="158323" y="99120"/>
                  <a:pt x="156180" y="95190"/>
                  <a:pt x="153948" y="91351"/>
                </a:cubicBezTo>
                <a:cubicBezTo>
                  <a:pt x="151760" y="87556"/>
                  <a:pt x="149483" y="83805"/>
                  <a:pt x="147117" y="80099"/>
                </a:cubicBezTo>
                <a:cubicBezTo>
                  <a:pt x="154305" y="80992"/>
                  <a:pt x="161181" y="82198"/>
                  <a:pt x="167610" y="83671"/>
                </a:cubicBezTo>
                <a:cubicBezTo>
                  <a:pt x="165556" y="90279"/>
                  <a:pt x="163145" y="96709"/>
                  <a:pt x="160422" y="103049"/>
                </a:cubicBezTo>
                <a:close/>
                <a:moveTo>
                  <a:pt x="114389" y="52819"/>
                </a:moveTo>
                <a:cubicBezTo>
                  <a:pt x="119077" y="57909"/>
                  <a:pt x="123498" y="63267"/>
                  <a:pt x="127605" y="68803"/>
                </a:cubicBezTo>
                <a:cubicBezTo>
                  <a:pt x="118765" y="68401"/>
                  <a:pt x="109880" y="68401"/>
                  <a:pt x="101039" y="68803"/>
                </a:cubicBezTo>
                <a:cubicBezTo>
                  <a:pt x="105415" y="63044"/>
                  <a:pt x="109924" y="57686"/>
                  <a:pt x="114389" y="52819"/>
                </a:cubicBezTo>
                <a:close/>
                <a:moveTo>
                  <a:pt x="62597" y="25450"/>
                </a:moveTo>
                <a:cubicBezTo>
                  <a:pt x="70098" y="21074"/>
                  <a:pt x="86752" y="27325"/>
                  <a:pt x="104299" y="42863"/>
                </a:cubicBezTo>
                <a:cubicBezTo>
                  <a:pt x="105415" y="43845"/>
                  <a:pt x="106531" y="44916"/>
                  <a:pt x="107692" y="45988"/>
                </a:cubicBezTo>
                <a:cubicBezTo>
                  <a:pt x="100772" y="53444"/>
                  <a:pt x="94387" y="61392"/>
                  <a:pt x="88538" y="69696"/>
                </a:cubicBezTo>
                <a:cubicBezTo>
                  <a:pt x="78447" y="70589"/>
                  <a:pt x="68446" y="72152"/>
                  <a:pt x="58534" y="74340"/>
                </a:cubicBezTo>
                <a:cubicBezTo>
                  <a:pt x="57954" y="72063"/>
                  <a:pt x="57463" y="69741"/>
                  <a:pt x="56971" y="67419"/>
                </a:cubicBezTo>
                <a:cubicBezTo>
                  <a:pt x="52774" y="45809"/>
                  <a:pt x="55543" y="29513"/>
                  <a:pt x="62597" y="25450"/>
                </a:cubicBezTo>
                <a:close/>
                <a:moveTo>
                  <a:pt x="51658" y="143143"/>
                </a:moveTo>
                <a:cubicBezTo>
                  <a:pt x="49783" y="142607"/>
                  <a:pt x="47952" y="142027"/>
                  <a:pt x="46122" y="141402"/>
                </a:cubicBezTo>
                <a:cubicBezTo>
                  <a:pt x="36612" y="138410"/>
                  <a:pt x="25807" y="133677"/>
                  <a:pt x="17993" y="127471"/>
                </a:cubicBezTo>
                <a:cubicBezTo>
                  <a:pt x="13484" y="124346"/>
                  <a:pt x="10448" y="119524"/>
                  <a:pt x="9599" y="114121"/>
                </a:cubicBezTo>
                <a:cubicBezTo>
                  <a:pt x="9599" y="105951"/>
                  <a:pt x="23708" y="95503"/>
                  <a:pt x="44068" y="88404"/>
                </a:cubicBezTo>
                <a:cubicBezTo>
                  <a:pt x="46613" y="87511"/>
                  <a:pt x="49203" y="86707"/>
                  <a:pt x="51792" y="85948"/>
                </a:cubicBezTo>
                <a:cubicBezTo>
                  <a:pt x="54828" y="95637"/>
                  <a:pt x="58489" y="105147"/>
                  <a:pt x="62731" y="114345"/>
                </a:cubicBezTo>
                <a:cubicBezTo>
                  <a:pt x="58445" y="123676"/>
                  <a:pt x="54739" y="133320"/>
                  <a:pt x="51658" y="143143"/>
                </a:cubicBezTo>
                <a:close/>
                <a:moveTo>
                  <a:pt x="103718" y="186898"/>
                </a:moveTo>
                <a:cubicBezTo>
                  <a:pt x="96351" y="193640"/>
                  <a:pt x="87823" y="198998"/>
                  <a:pt x="78537" y="202659"/>
                </a:cubicBezTo>
                <a:cubicBezTo>
                  <a:pt x="73581" y="205026"/>
                  <a:pt x="67866" y="205249"/>
                  <a:pt x="62776" y="203240"/>
                </a:cubicBezTo>
                <a:cubicBezTo>
                  <a:pt x="55677" y="199132"/>
                  <a:pt x="52730" y="183371"/>
                  <a:pt x="56748" y="162163"/>
                </a:cubicBezTo>
                <a:cubicBezTo>
                  <a:pt x="57239" y="159663"/>
                  <a:pt x="57775" y="157163"/>
                  <a:pt x="58400" y="154707"/>
                </a:cubicBezTo>
                <a:cubicBezTo>
                  <a:pt x="68401" y="156850"/>
                  <a:pt x="78492" y="158323"/>
                  <a:pt x="88716" y="159082"/>
                </a:cubicBezTo>
                <a:cubicBezTo>
                  <a:pt x="94610" y="167432"/>
                  <a:pt x="101084" y="175424"/>
                  <a:pt x="108005" y="182925"/>
                </a:cubicBezTo>
                <a:cubicBezTo>
                  <a:pt x="106576" y="184309"/>
                  <a:pt x="105147" y="185648"/>
                  <a:pt x="103718" y="186898"/>
                </a:cubicBezTo>
                <a:close/>
                <a:moveTo>
                  <a:pt x="114657" y="176049"/>
                </a:moveTo>
                <a:cubicBezTo>
                  <a:pt x="110103" y="171137"/>
                  <a:pt x="105549" y="165690"/>
                  <a:pt x="101129" y="159841"/>
                </a:cubicBezTo>
                <a:cubicBezTo>
                  <a:pt x="105415" y="160020"/>
                  <a:pt x="109835" y="160109"/>
                  <a:pt x="114300" y="160109"/>
                </a:cubicBezTo>
                <a:cubicBezTo>
                  <a:pt x="118899" y="160109"/>
                  <a:pt x="123408" y="160020"/>
                  <a:pt x="127873" y="159797"/>
                </a:cubicBezTo>
                <a:cubicBezTo>
                  <a:pt x="123765" y="165467"/>
                  <a:pt x="119345" y="170870"/>
                  <a:pt x="114657" y="176049"/>
                </a:cubicBezTo>
                <a:close/>
                <a:moveTo>
                  <a:pt x="173013" y="189443"/>
                </a:moveTo>
                <a:cubicBezTo>
                  <a:pt x="172611" y="194890"/>
                  <a:pt x="169932" y="199980"/>
                  <a:pt x="165646" y="203418"/>
                </a:cubicBezTo>
                <a:cubicBezTo>
                  <a:pt x="158547" y="207526"/>
                  <a:pt x="143411" y="202168"/>
                  <a:pt x="127069" y="188149"/>
                </a:cubicBezTo>
                <a:cubicBezTo>
                  <a:pt x="125194" y="186541"/>
                  <a:pt x="123319" y="184800"/>
                  <a:pt x="121399" y="183014"/>
                </a:cubicBezTo>
                <a:cubicBezTo>
                  <a:pt x="128230" y="175468"/>
                  <a:pt x="134526" y="167476"/>
                  <a:pt x="140241" y="159082"/>
                </a:cubicBezTo>
                <a:cubicBezTo>
                  <a:pt x="150465" y="158234"/>
                  <a:pt x="160645" y="156671"/>
                  <a:pt x="170691" y="154394"/>
                </a:cubicBezTo>
                <a:cubicBezTo>
                  <a:pt x="171137" y="156225"/>
                  <a:pt x="171539" y="158055"/>
                  <a:pt x="171896" y="159841"/>
                </a:cubicBezTo>
                <a:cubicBezTo>
                  <a:pt x="174084" y="169485"/>
                  <a:pt x="174441" y="179531"/>
                  <a:pt x="173013" y="189443"/>
                </a:cubicBezTo>
                <a:close/>
                <a:moveTo>
                  <a:pt x="181139" y="141446"/>
                </a:moveTo>
                <a:cubicBezTo>
                  <a:pt x="179889" y="141848"/>
                  <a:pt x="178638" y="142250"/>
                  <a:pt x="177344" y="142607"/>
                </a:cubicBezTo>
                <a:cubicBezTo>
                  <a:pt x="174218" y="132874"/>
                  <a:pt x="170378" y="123364"/>
                  <a:pt x="165958" y="114121"/>
                </a:cubicBezTo>
                <a:cubicBezTo>
                  <a:pt x="170244" y="105013"/>
                  <a:pt x="173861" y="95637"/>
                  <a:pt x="176897" y="86038"/>
                </a:cubicBezTo>
                <a:cubicBezTo>
                  <a:pt x="179219" y="86707"/>
                  <a:pt x="181451" y="87422"/>
                  <a:pt x="183594" y="88136"/>
                </a:cubicBezTo>
                <a:cubicBezTo>
                  <a:pt x="204401" y="95280"/>
                  <a:pt x="219001" y="105906"/>
                  <a:pt x="219001" y="114032"/>
                </a:cubicBezTo>
                <a:cubicBezTo>
                  <a:pt x="219001" y="122783"/>
                  <a:pt x="203418" y="134079"/>
                  <a:pt x="181139" y="141446"/>
                </a:cubicBezTo>
                <a:close/>
                <a:moveTo>
                  <a:pt x="114300" y="134749"/>
                </a:moveTo>
                <a:cubicBezTo>
                  <a:pt x="125586" y="134749"/>
                  <a:pt x="134749" y="125586"/>
                  <a:pt x="134749" y="114300"/>
                </a:cubicBezTo>
                <a:cubicBezTo>
                  <a:pt x="134749" y="103014"/>
                  <a:pt x="125586" y="93851"/>
                  <a:pt x="114300" y="93851"/>
                </a:cubicBezTo>
                <a:cubicBezTo>
                  <a:pt x="103014" y="93851"/>
                  <a:pt x="93851" y="103014"/>
                  <a:pt x="93851" y="114300"/>
                </a:cubicBezTo>
                <a:cubicBezTo>
                  <a:pt x="93851" y="125586"/>
                  <a:pt x="103014" y="134749"/>
                  <a:pt x="114300" y="13474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765925" y="1691480"/>
            <a:ext cx="146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Frontend Comercial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65925" y="1920080"/>
            <a:ext cx="144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React 18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24431" y="2355982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5796360" y="2584582"/>
            <a:ext cx="657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 REST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69065" y="2897718"/>
            <a:ext cx="3455458" cy="778933"/>
          </a:xfrm>
          <a:custGeom>
            <a:avLst/>
            <a:gdLst/>
            <a:ahLst/>
            <a:cxnLst/>
            <a:rect l="l" t="t" r="r" b="b"/>
            <a:pathLst>
              <a:path w="3455458" h="778933">
                <a:moveTo>
                  <a:pt x="114301" y="0"/>
                </a:moveTo>
                <a:lnTo>
                  <a:pt x="3341158" y="0"/>
                </a:lnTo>
                <a:cubicBezTo>
                  <a:pt x="3404284" y="0"/>
                  <a:pt x="3455458" y="51174"/>
                  <a:pt x="3455458" y="114301"/>
                </a:cubicBezTo>
                <a:lnTo>
                  <a:pt x="3455458" y="664633"/>
                </a:lnTo>
                <a:cubicBezTo>
                  <a:pt x="3455458" y="727759"/>
                  <a:pt x="3404284" y="778933"/>
                  <a:pt x="3341158" y="778933"/>
                </a:cubicBezTo>
                <a:lnTo>
                  <a:pt x="114301" y="778933"/>
                </a:lnTo>
                <a:cubicBezTo>
                  <a:pt x="51174" y="778933"/>
                  <a:pt x="0" y="727759"/>
                  <a:pt x="0" y="664633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/>
              </a:gs>
              <a:gs pos="100000">
                <a:srgbClr val="1D4ED8"/>
              </a:gs>
            </a:gsLst>
            <a:lin ang="2700000" scaled="1"/>
          </a:gradFill>
          <a:ln w="22578">
            <a:solidFill>
              <a:srgbClr val="3B82F6">
                <a:alpha val="50196"/>
              </a:srgbClr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20431" y="314431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191919" y="3058585"/>
            <a:ext cx="2409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BFF / API Gateway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91919" y="3325285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Puerto 8080 | Punto único de entrada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24431" y="3837519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5275659" y="4066119"/>
            <a:ext cx="1695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Enrutamiento + Seguridad JWT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6100" y="4375018"/>
            <a:ext cx="2684992" cy="541867"/>
          </a:xfrm>
          <a:custGeom>
            <a:avLst/>
            <a:gdLst/>
            <a:ahLst/>
            <a:cxnLst/>
            <a:rect l="l" t="t" r="r" b="b"/>
            <a:pathLst>
              <a:path w="2684992" h="541867">
                <a:moveTo>
                  <a:pt x="76197" y="0"/>
                </a:moveTo>
                <a:lnTo>
                  <a:pt x="2608794" y="0"/>
                </a:lnTo>
                <a:cubicBezTo>
                  <a:pt x="2650877" y="0"/>
                  <a:pt x="2684992" y="34115"/>
                  <a:pt x="2684992" y="76197"/>
                </a:cubicBezTo>
                <a:lnTo>
                  <a:pt x="2684992" y="465669"/>
                </a:lnTo>
                <a:cubicBezTo>
                  <a:pt x="2684992" y="507752"/>
                  <a:pt x="2650877" y="541867"/>
                  <a:pt x="2608794" y="541867"/>
                </a:cubicBezTo>
                <a:lnTo>
                  <a:pt x="76197" y="541867"/>
                </a:lnTo>
                <a:cubicBezTo>
                  <a:pt x="34143" y="541867"/>
                  <a:pt x="0" y="507724"/>
                  <a:pt x="0" y="465669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F172A"/>
          </a:solidFill>
          <a:ln w="11289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2733" y="4474504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38100" y="28575"/>
                </a:moveTo>
                <a:lnTo>
                  <a:pt x="38100" y="47625"/>
                </a:lnTo>
                <a:lnTo>
                  <a:pt x="76200" y="47625"/>
                </a:lnTo>
                <a:lnTo>
                  <a:pt x="76200" y="28575"/>
                </a:lnTo>
                <a:cubicBezTo>
                  <a:pt x="76200" y="18068"/>
                  <a:pt x="67657" y="9525"/>
                  <a:pt x="57150" y="9525"/>
                </a:cubicBezTo>
                <a:cubicBezTo>
                  <a:pt x="46643" y="9525"/>
                  <a:pt x="38100" y="18068"/>
                  <a:pt x="38100" y="28575"/>
                </a:cubicBezTo>
                <a:close/>
                <a:moveTo>
                  <a:pt x="19050" y="47625"/>
                </a:moveTo>
                <a:lnTo>
                  <a:pt x="19050" y="28575"/>
                </a:lnTo>
                <a:cubicBezTo>
                  <a:pt x="19050" y="7531"/>
                  <a:pt x="36106" y="-9525"/>
                  <a:pt x="57150" y="-9525"/>
                </a:cubicBezTo>
                <a:cubicBezTo>
                  <a:pt x="78194" y="-9525"/>
                  <a:pt x="95250" y="7531"/>
                  <a:pt x="95250" y="28575"/>
                </a:cubicBezTo>
                <a:lnTo>
                  <a:pt x="95250" y="47625"/>
                </a:lnTo>
                <a:cubicBezTo>
                  <a:pt x="105757" y="47625"/>
                  <a:pt x="114300" y="56168"/>
                  <a:pt x="114300" y="66675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66675"/>
                </a:lnTo>
                <a:cubicBezTo>
                  <a:pt x="0" y="56168"/>
                  <a:pt x="8543" y="47625"/>
                  <a:pt x="19050" y="4762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931333" y="4455454"/>
            <a:ext cx="838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Auth Service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64633" y="4684054"/>
            <a:ext cx="2505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8081 | auth_db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351742" y="4375018"/>
            <a:ext cx="2684992" cy="541867"/>
          </a:xfrm>
          <a:custGeom>
            <a:avLst/>
            <a:gdLst/>
            <a:ahLst/>
            <a:cxnLst/>
            <a:rect l="l" t="t" r="r" b="b"/>
            <a:pathLst>
              <a:path w="2684992" h="541867">
                <a:moveTo>
                  <a:pt x="76197" y="0"/>
                </a:moveTo>
                <a:lnTo>
                  <a:pt x="2608794" y="0"/>
                </a:lnTo>
                <a:cubicBezTo>
                  <a:pt x="2650877" y="0"/>
                  <a:pt x="2684992" y="34115"/>
                  <a:pt x="2684992" y="76197"/>
                </a:cubicBezTo>
                <a:lnTo>
                  <a:pt x="2684992" y="465669"/>
                </a:lnTo>
                <a:cubicBezTo>
                  <a:pt x="2684992" y="507752"/>
                  <a:pt x="2650877" y="541867"/>
                  <a:pt x="2608794" y="541867"/>
                </a:cubicBezTo>
                <a:lnTo>
                  <a:pt x="76197" y="541867"/>
                </a:lnTo>
                <a:cubicBezTo>
                  <a:pt x="34143" y="541867"/>
                  <a:pt x="0" y="507724"/>
                  <a:pt x="0" y="465669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F172A"/>
          </a:solidFill>
          <a:ln w="11289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89325" y="447450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6675" y="0"/>
                </a:moveTo>
                <a:lnTo>
                  <a:pt x="66675" y="19050"/>
                </a:lnTo>
                <a:cubicBezTo>
                  <a:pt x="66675" y="21669"/>
                  <a:pt x="68818" y="23813"/>
                  <a:pt x="71438" y="23813"/>
                </a:cubicBezTo>
                <a:lnTo>
                  <a:pt x="80962" y="23813"/>
                </a:lnTo>
                <a:cubicBezTo>
                  <a:pt x="83582" y="23813"/>
                  <a:pt x="85725" y="21669"/>
                  <a:pt x="85725" y="19050"/>
                </a:cubicBezTo>
                <a:lnTo>
                  <a:pt x="85725" y="0"/>
                </a:lnTo>
                <a:lnTo>
                  <a:pt x="95250" y="0"/>
                </a:lnTo>
                <a:cubicBezTo>
                  <a:pt x="105757" y="0"/>
                  <a:pt x="114300" y="8543"/>
                  <a:pt x="114300" y="19050"/>
                </a:cubicBezTo>
                <a:lnTo>
                  <a:pt x="114300" y="57150"/>
                </a:lnTo>
                <a:cubicBezTo>
                  <a:pt x="114300" y="58787"/>
                  <a:pt x="114092" y="60394"/>
                  <a:pt x="113705" y="61912"/>
                </a:cubicBezTo>
                <a:lnTo>
                  <a:pt x="38695" y="61912"/>
                </a:lnTo>
                <a:cubicBezTo>
                  <a:pt x="38308" y="60394"/>
                  <a:pt x="38100" y="58787"/>
                  <a:pt x="38100" y="57150"/>
                </a:cubicBezTo>
                <a:lnTo>
                  <a:pt x="38100" y="19050"/>
                </a:lnTo>
                <a:cubicBezTo>
                  <a:pt x="38100" y="8543"/>
                  <a:pt x="46643" y="0"/>
                  <a:pt x="57150" y="0"/>
                </a:cubicBezTo>
                <a:lnTo>
                  <a:pt x="66675" y="0"/>
                </a:lnTo>
                <a:close/>
                <a:moveTo>
                  <a:pt x="95250" y="152400"/>
                </a:moveTo>
                <a:cubicBezTo>
                  <a:pt x="91916" y="152400"/>
                  <a:pt x="88761" y="151537"/>
                  <a:pt x="86023" y="150019"/>
                </a:cubicBezTo>
                <a:cubicBezTo>
                  <a:pt x="88850" y="145107"/>
                  <a:pt x="90488" y="139422"/>
                  <a:pt x="90488" y="133350"/>
                </a:cubicBezTo>
                <a:lnTo>
                  <a:pt x="90488" y="95250"/>
                </a:lnTo>
                <a:cubicBezTo>
                  <a:pt x="90488" y="89178"/>
                  <a:pt x="88850" y="83493"/>
                  <a:pt x="86023" y="78581"/>
                </a:cubicBezTo>
                <a:cubicBezTo>
                  <a:pt x="88761" y="77063"/>
                  <a:pt x="91886" y="76200"/>
                  <a:pt x="95250" y="76200"/>
                </a:cubicBezTo>
                <a:lnTo>
                  <a:pt x="104775" y="76200"/>
                </a:lnTo>
                <a:lnTo>
                  <a:pt x="104775" y="95250"/>
                </a:lnTo>
                <a:cubicBezTo>
                  <a:pt x="104775" y="97869"/>
                  <a:pt x="106918" y="100013"/>
                  <a:pt x="109537" y="100013"/>
                </a:cubicBezTo>
                <a:lnTo>
                  <a:pt x="119062" y="100013"/>
                </a:lnTo>
                <a:cubicBezTo>
                  <a:pt x="121682" y="100013"/>
                  <a:pt x="123825" y="97869"/>
                  <a:pt x="123825" y="95250"/>
                </a:cubicBezTo>
                <a:lnTo>
                  <a:pt x="123825" y="76200"/>
                </a:lnTo>
                <a:lnTo>
                  <a:pt x="133350" y="76200"/>
                </a:lnTo>
                <a:cubicBezTo>
                  <a:pt x="143857" y="76200"/>
                  <a:pt x="152400" y="84743"/>
                  <a:pt x="152400" y="95250"/>
                </a:cubicBezTo>
                <a:lnTo>
                  <a:pt x="152400" y="133350"/>
                </a:lnTo>
                <a:cubicBezTo>
                  <a:pt x="152400" y="143857"/>
                  <a:pt x="143857" y="152400"/>
                  <a:pt x="133350" y="152400"/>
                </a:cubicBezTo>
                <a:lnTo>
                  <a:pt x="95250" y="152400"/>
                </a:lnTo>
                <a:close/>
                <a:moveTo>
                  <a:pt x="0" y="95250"/>
                </a:moveTo>
                <a:cubicBezTo>
                  <a:pt x="0" y="84743"/>
                  <a:pt x="8543" y="76200"/>
                  <a:pt x="19050" y="76200"/>
                </a:cubicBezTo>
                <a:lnTo>
                  <a:pt x="28575" y="76200"/>
                </a:lnTo>
                <a:lnTo>
                  <a:pt x="28575" y="95250"/>
                </a:lnTo>
                <a:cubicBezTo>
                  <a:pt x="28575" y="97869"/>
                  <a:pt x="30718" y="100013"/>
                  <a:pt x="33338" y="100013"/>
                </a:cubicBezTo>
                <a:lnTo>
                  <a:pt x="42863" y="100013"/>
                </a:lnTo>
                <a:cubicBezTo>
                  <a:pt x="45482" y="100013"/>
                  <a:pt x="47625" y="97869"/>
                  <a:pt x="47625" y="95250"/>
                </a:cubicBezTo>
                <a:lnTo>
                  <a:pt x="47625" y="76200"/>
                </a:lnTo>
                <a:lnTo>
                  <a:pt x="57150" y="76200"/>
                </a:lnTo>
                <a:cubicBezTo>
                  <a:pt x="67657" y="76200"/>
                  <a:pt x="76200" y="84743"/>
                  <a:pt x="76200" y="95250"/>
                </a:cubicBezTo>
                <a:lnTo>
                  <a:pt x="76200" y="133350"/>
                </a:lnTo>
                <a:cubicBezTo>
                  <a:pt x="76200" y="143857"/>
                  <a:pt x="67657" y="152400"/>
                  <a:pt x="571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95250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3736975" y="4455454"/>
            <a:ext cx="638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Inventory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470275" y="4684054"/>
            <a:ext cx="2505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inventory_db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57383" y="4375018"/>
            <a:ext cx="2684992" cy="541867"/>
          </a:xfrm>
          <a:custGeom>
            <a:avLst/>
            <a:gdLst/>
            <a:ahLst/>
            <a:cxnLst/>
            <a:rect l="l" t="t" r="r" b="b"/>
            <a:pathLst>
              <a:path w="2684992" h="541867">
                <a:moveTo>
                  <a:pt x="76197" y="0"/>
                </a:moveTo>
                <a:lnTo>
                  <a:pt x="2608794" y="0"/>
                </a:lnTo>
                <a:cubicBezTo>
                  <a:pt x="2650877" y="0"/>
                  <a:pt x="2684992" y="34115"/>
                  <a:pt x="2684992" y="76197"/>
                </a:cubicBezTo>
                <a:lnTo>
                  <a:pt x="2684992" y="465669"/>
                </a:lnTo>
                <a:cubicBezTo>
                  <a:pt x="2684992" y="507752"/>
                  <a:pt x="2650877" y="541867"/>
                  <a:pt x="2608794" y="541867"/>
                </a:cubicBezTo>
                <a:lnTo>
                  <a:pt x="76197" y="541867"/>
                </a:lnTo>
                <a:cubicBezTo>
                  <a:pt x="34143" y="541867"/>
                  <a:pt x="0" y="507724"/>
                  <a:pt x="0" y="465669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F172A"/>
          </a:solidFill>
          <a:ln w="11289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04492" y="447450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14300" y="152400"/>
                </a:moveTo>
                <a:lnTo>
                  <a:pt x="28575" y="152400"/>
                </a:lnTo>
                <a:cubicBezTo>
                  <a:pt x="12799" y="152400"/>
                  <a:pt x="0" y="139601"/>
                  <a:pt x="0" y="123825"/>
                </a:cubicBezTo>
                <a:lnTo>
                  <a:pt x="0" y="28575"/>
                </a:lnTo>
                <a:cubicBezTo>
                  <a:pt x="0" y="12799"/>
                  <a:pt x="12799" y="0"/>
                  <a:pt x="28575" y="0"/>
                </a:cubicBezTo>
                <a:lnTo>
                  <a:pt x="119062" y="0"/>
                </a:lnTo>
                <a:cubicBezTo>
                  <a:pt x="126950" y="0"/>
                  <a:pt x="133350" y="6400"/>
                  <a:pt x="133350" y="14288"/>
                </a:cubicBezTo>
                <a:lnTo>
                  <a:pt x="133350" y="100013"/>
                </a:lnTo>
                <a:cubicBezTo>
                  <a:pt x="133350" y="106234"/>
                  <a:pt x="129361" y="111532"/>
                  <a:pt x="123825" y="113496"/>
                </a:cubicBezTo>
                <a:lnTo>
                  <a:pt x="123825" y="133350"/>
                </a:lnTo>
                <a:cubicBezTo>
                  <a:pt x="129094" y="133350"/>
                  <a:pt x="133350" y="137606"/>
                  <a:pt x="133350" y="142875"/>
                </a:cubicBezTo>
                <a:cubicBezTo>
                  <a:pt x="133350" y="148144"/>
                  <a:pt x="129094" y="152400"/>
                  <a:pt x="123825" y="152400"/>
                </a:cubicBezTo>
                <a:lnTo>
                  <a:pt x="114300" y="152400"/>
                </a:lnTo>
                <a:close/>
                <a:moveTo>
                  <a:pt x="28575" y="114300"/>
                </a:moveTo>
                <a:cubicBezTo>
                  <a:pt x="23306" y="114300"/>
                  <a:pt x="19050" y="118556"/>
                  <a:pt x="19050" y="123825"/>
                </a:cubicBezTo>
                <a:cubicBezTo>
                  <a:pt x="19050" y="129094"/>
                  <a:pt x="23306" y="133350"/>
                  <a:pt x="28575" y="133350"/>
                </a:cubicBezTo>
                <a:lnTo>
                  <a:pt x="104775" y="133350"/>
                </a:lnTo>
                <a:lnTo>
                  <a:pt x="104775" y="114300"/>
                </a:lnTo>
                <a:lnTo>
                  <a:pt x="28575" y="114300"/>
                </a:lnTo>
                <a:close/>
                <a:moveTo>
                  <a:pt x="38100" y="45244"/>
                </a:moveTo>
                <a:cubicBezTo>
                  <a:pt x="38100" y="49203"/>
                  <a:pt x="41285" y="52388"/>
                  <a:pt x="45244" y="52388"/>
                </a:cubicBezTo>
                <a:lnTo>
                  <a:pt x="97631" y="52388"/>
                </a:lnTo>
                <a:cubicBezTo>
                  <a:pt x="101590" y="52388"/>
                  <a:pt x="104775" y="49203"/>
                  <a:pt x="104775" y="45244"/>
                </a:cubicBezTo>
                <a:cubicBezTo>
                  <a:pt x="104775" y="41285"/>
                  <a:pt x="101590" y="38100"/>
                  <a:pt x="97631" y="38100"/>
                </a:cubicBezTo>
                <a:lnTo>
                  <a:pt x="45244" y="38100"/>
                </a:lnTo>
                <a:cubicBezTo>
                  <a:pt x="41285" y="38100"/>
                  <a:pt x="38100" y="41285"/>
                  <a:pt x="38100" y="45244"/>
                </a:cubicBezTo>
                <a:close/>
                <a:moveTo>
                  <a:pt x="45244" y="66675"/>
                </a:moveTo>
                <a:cubicBezTo>
                  <a:pt x="41285" y="66675"/>
                  <a:pt x="38100" y="69860"/>
                  <a:pt x="38100" y="73819"/>
                </a:cubicBezTo>
                <a:cubicBezTo>
                  <a:pt x="38100" y="77778"/>
                  <a:pt x="41285" y="80962"/>
                  <a:pt x="45244" y="80962"/>
                </a:cubicBezTo>
                <a:lnTo>
                  <a:pt x="97631" y="80962"/>
                </a:lnTo>
                <a:cubicBezTo>
                  <a:pt x="101590" y="80962"/>
                  <a:pt x="104775" y="77778"/>
                  <a:pt x="104775" y="73819"/>
                </a:cubicBezTo>
                <a:cubicBezTo>
                  <a:pt x="104775" y="69860"/>
                  <a:pt x="101590" y="66675"/>
                  <a:pt x="97631" y="66675"/>
                </a:cubicBezTo>
                <a:lnTo>
                  <a:pt x="45244" y="66675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6542617" y="4455454"/>
            <a:ext cx="533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Catalog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275917" y="4684054"/>
            <a:ext cx="2505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8082 | catalog_db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963025" y="4375018"/>
            <a:ext cx="2684992" cy="541867"/>
          </a:xfrm>
          <a:custGeom>
            <a:avLst/>
            <a:gdLst/>
            <a:ahLst/>
            <a:cxnLst/>
            <a:rect l="l" t="t" r="r" b="b"/>
            <a:pathLst>
              <a:path w="2684992" h="541867">
                <a:moveTo>
                  <a:pt x="76197" y="0"/>
                </a:moveTo>
                <a:lnTo>
                  <a:pt x="2608794" y="0"/>
                </a:lnTo>
                <a:cubicBezTo>
                  <a:pt x="2650877" y="0"/>
                  <a:pt x="2684992" y="34115"/>
                  <a:pt x="2684992" y="76197"/>
                </a:cubicBezTo>
                <a:lnTo>
                  <a:pt x="2684992" y="465669"/>
                </a:lnTo>
                <a:cubicBezTo>
                  <a:pt x="2684992" y="507752"/>
                  <a:pt x="2650877" y="541867"/>
                  <a:pt x="2608794" y="541867"/>
                </a:cubicBezTo>
                <a:lnTo>
                  <a:pt x="76197" y="541867"/>
                </a:lnTo>
                <a:cubicBezTo>
                  <a:pt x="34143" y="541867"/>
                  <a:pt x="0" y="507724"/>
                  <a:pt x="0" y="465669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F172A"/>
          </a:solidFill>
          <a:ln w="11289">
            <a:solidFill>
              <a:srgbClr val="EC4899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81558" y="4474504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36" name="Text 34"/>
          <p:cNvSpPr/>
          <p:nvPr/>
        </p:nvSpPr>
        <p:spPr>
          <a:xfrm>
            <a:off x="9348258" y="4455454"/>
            <a:ext cx="92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Enrichment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081558" y="4684054"/>
            <a:ext cx="2505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enrichment_db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880247" y="5039521"/>
            <a:ext cx="1399117" cy="541867"/>
          </a:xfrm>
          <a:custGeom>
            <a:avLst/>
            <a:gdLst/>
            <a:ahLst/>
            <a:cxnLst/>
            <a:rect l="l" t="t" r="r" b="b"/>
            <a:pathLst>
              <a:path w="1399117" h="541867">
                <a:moveTo>
                  <a:pt x="76197" y="0"/>
                </a:moveTo>
                <a:lnTo>
                  <a:pt x="1322919" y="0"/>
                </a:lnTo>
                <a:cubicBezTo>
                  <a:pt x="1365002" y="0"/>
                  <a:pt x="1399117" y="34115"/>
                  <a:pt x="1399117" y="76197"/>
                </a:cubicBezTo>
                <a:lnTo>
                  <a:pt x="1399117" y="465669"/>
                </a:lnTo>
                <a:cubicBezTo>
                  <a:pt x="1399117" y="507752"/>
                  <a:pt x="1365002" y="541867"/>
                  <a:pt x="1322919" y="541867"/>
                </a:cubicBezTo>
                <a:lnTo>
                  <a:pt x="76197" y="541867"/>
                </a:lnTo>
                <a:cubicBezTo>
                  <a:pt x="34143" y="541867"/>
                  <a:pt x="0" y="507724"/>
                  <a:pt x="0" y="465669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F172A"/>
          </a:solidFill>
          <a:ln w="11289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17830" y="513900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40" name="Text 38"/>
          <p:cNvSpPr/>
          <p:nvPr/>
        </p:nvSpPr>
        <p:spPr>
          <a:xfrm>
            <a:off x="4265480" y="5119953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Quality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998780" y="5348553"/>
            <a:ext cx="1219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quality_db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398294" y="5039521"/>
            <a:ext cx="1399117" cy="541867"/>
          </a:xfrm>
          <a:custGeom>
            <a:avLst/>
            <a:gdLst/>
            <a:ahLst/>
            <a:cxnLst/>
            <a:rect l="l" t="t" r="r" b="b"/>
            <a:pathLst>
              <a:path w="1399117" h="541867">
                <a:moveTo>
                  <a:pt x="76197" y="0"/>
                </a:moveTo>
                <a:lnTo>
                  <a:pt x="1322919" y="0"/>
                </a:lnTo>
                <a:cubicBezTo>
                  <a:pt x="1365002" y="0"/>
                  <a:pt x="1399117" y="34115"/>
                  <a:pt x="1399117" y="76197"/>
                </a:cubicBezTo>
                <a:lnTo>
                  <a:pt x="1399117" y="465669"/>
                </a:lnTo>
                <a:cubicBezTo>
                  <a:pt x="1399117" y="507752"/>
                  <a:pt x="1365002" y="541867"/>
                  <a:pt x="1322919" y="541867"/>
                </a:cubicBezTo>
                <a:lnTo>
                  <a:pt x="76197" y="541867"/>
                </a:lnTo>
                <a:cubicBezTo>
                  <a:pt x="34143" y="541867"/>
                  <a:pt x="0" y="507724"/>
                  <a:pt x="0" y="465669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F172A"/>
          </a:solidFill>
          <a:ln w="11289">
            <a:solidFill>
              <a:srgbClr val="84CC16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516827" y="5139003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23795" y="62657"/>
                </a:moveTo>
                <a:cubicBezTo>
                  <a:pt x="127427" y="61674"/>
                  <a:pt x="131237" y="63401"/>
                  <a:pt x="132874" y="66764"/>
                </a:cubicBezTo>
                <a:lnTo>
                  <a:pt x="138410" y="77956"/>
                </a:lnTo>
                <a:cubicBezTo>
                  <a:pt x="141476" y="78373"/>
                  <a:pt x="144482" y="79206"/>
                  <a:pt x="147310" y="80367"/>
                </a:cubicBezTo>
                <a:lnTo>
                  <a:pt x="157728" y="73432"/>
                </a:lnTo>
                <a:cubicBezTo>
                  <a:pt x="160853" y="71348"/>
                  <a:pt x="164991" y="71765"/>
                  <a:pt x="167640" y="74414"/>
                </a:cubicBezTo>
                <a:lnTo>
                  <a:pt x="173355" y="80129"/>
                </a:lnTo>
                <a:cubicBezTo>
                  <a:pt x="176004" y="82778"/>
                  <a:pt x="176421" y="86945"/>
                  <a:pt x="174337" y="90041"/>
                </a:cubicBezTo>
                <a:lnTo>
                  <a:pt x="167402" y="100429"/>
                </a:lnTo>
                <a:cubicBezTo>
                  <a:pt x="167967" y="101828"/>
                  <a:pt x="168473" y="103287"/>
                  <a:pt x="168890" y="104805"/>
                </a:cubicBezTo>
                <a:cubicBezTo>
                  <a:pt x="169307" y="106323"/>
                  <a:pt x="169575" y="107811"/>
                  <a:pt x="169783" y="109329"/>
                </a:cubicBezTo>
                <a:lnTo>
                  <a:pt x="181005" y="114866"/>
                </a:lnTo>
                <a:cubicBezTo>
                  <a:pt x="184368" y="116532"/>
                  <a:pt x="186095" y="120342"/>
                  <a:pt x="185112" y="123944"/>
                </a:cubicBezTo>
                <a:lnTo>
                  <a:pt x="183029" y="131743"/>
                </a:lnTo>
                <a:cubicBezTo>
                  <a:pt x="182047" y="135344"/>
                  <a:pt x="178683" y="137785"/>
                  <a:pt x="174933" y="137547"/>
                </a:cubicBezTo>
                <a:lnTo>
                  <a:pt x="162431" y="136743"/>
                </a:lnTo>
                <a:cubicBezTo>
                  <a:pt x="160556" y="139154"/>
                  <a:pt x="158383" y="141387"/>
                  <a:pt x="155912" y="143292"/>
                </a:cubicBezTo>
                <a:lnTo>
                  <a:pt x="156716" y="155764"/>
                </a:lnTo>
                <a:cubicBezTo>
                  <a:pt x="156954" y="159514"/>
                  <a:pt x="154513" y="162907"/>
                  <a:pt x="150912" y="163860"/>
                </a:cubicBezTo>
                <a:lnTo>
                  <a:pt x="143113" y="165943"/>
                </a:lnTo>
                <a:cubicBezTo>
                  <a:pt x="139482" y="166926"/>
                  <a:pt x="135701" y="165199"/>
                  <a:pt x="134035" y="161836"/>
                </a:cubicBezTo>
                <a:lnTo>
                  <a:pt x="128498" y="150644"/>
                </a:lnTo>
                <a:cubicBezTo>
                  <a:pt x="125432" y="150227"/>
                  <a:pt x="122426" y="149394"/>
                  <a:pt x="119598" y="148233"/>
                </a:cubicBezTo>
                <a:lnTo>
                  <a:pt x="109180" y="155168"/>
                </a:lnTo>
                <a:cubicBezTo>
                  <a:pt x="106055" y="157252"/>
                  <a:pt x="101918" y="156835"/>
                  <a:pt x="99268" y="154186"/>
                </a:cubicBezTo>
                <a:lnTo>
                  <a:pt x="93553" y="148471"/>
                </a:lnTo>
                <a:cubicBezTo>
                  <a:pt x="90904" y="145822"/>
                  <a:pt x="90488" y="141684"/>
                  <a:pt x="92571" y="138559"/>
                </a:cubicBezTo>
                <a:lnTo>
                  <a:pt x="99506" y="128141"/>
                </a:lnTo>
                <a:cubicBezTo>
                  <a:pt x="98941" y="126742"/>
                  <a:pt x="98435" y="125284"/>
                  <a:pt x="98018" y="123765"/>
                </a:cubicBezTo>
                <a:cubicBezTo>
                  <a:pt x="97601" y="122247"/>
                  <a:pt x="97334" y="120729"/>
                  <a:pt x="97125" y="119241"/>
                </a:cubicBezTo>
                <a:lnTo>
                  <a:pt x="85904" y="113705"/>
                </a:lnTo>
                <a:cubicBezTo>
                  <a:pt x="82540" y="112038"/>
                  <a:pt x="80843" y="108228"/>
                  <a:pt x="81796" y="104626"/>
                </a:cubicBezTo>
                <a:lnTo>
                  <a:pt x="83880" y="96828"/>
                </a:lnTo>
                <a:cubicBezTo>
                  <a:pt x="84862" y="93226"/>
                  <a:pt x="88225" y="90785"/>
                  <a:pt x="91976" y="91023"/>
                </a:cubicBezTo>
                <a:lnTo>
                  <a:pt x="104448" y="91827"/>
                </a:lnTo>
                <a:cubicBezTo>
                  <a:pt x="106323" y="89416"/>
                  <a:pt x="108496" y="87184"/>
                  <a:pt x="110966" y="85279"/>
                </a:cubicBezTo>
                <a:lnTo>
                  <a:pt x="110163" y="72836"/>
                </a:lnTo>
                <a:cubicBezTo>
                  <a:pt x="109924" y="69086"/>
                  <a:pt x="112365" y="65693"/>
                  <a:pt x="115967" y="64740"/>
                </a:cubicBezTo>
                <a:lnTo>
                  <a:pt x="123765" y="62657"/>
                </a:lnTo>
                <a:close/>
                <a:moveTo>
                  <a:pt x="133469" y="101203"/>
                </a:moveTo>
                <a:cubicBezTo>
                  <a:pt x="126241" y="101211"/>
                  <a:pt x="120379" y="107087"/>
                  <a:pt x="120387" y="114315"/>
                </a:cubicBezTo>
                <a:cubicBezTo>
                  <a:pt x="120395" y="121543"/>
                  <a:pt x="126270" y="127405"/>
                  <a:pt x="133499" y="127397"/>
                </a:cubicBezTo>
                <a:cubicBezTo>
                  <a:pt x="140727" y="127389"/>
                  <a:pt x="146589" y="121513"/>
                  <a:pt x="146581" y="114285"/>
                </a:cubicBezTo>
                <a:cubicBezTo>
                  <a:pt x="146573" y="107057"/>
                  <a:pt x="140697" y="101195"/>
                  <a:pt x="133469" y="101203"/>
                </a:cubicBezTo>
                <a:close/>
                <a:moveTo>
                  <a:pt x="66943" y="-13543"/>
                </a:moveTo>
                <a:lnTo>
                  <a:pt x="74741" y="-11460"/>
                </a:lnTo>
                <a:cubicBezTo>
                  <a:pt x="78343" y="-10477"/>
                  <a:pt x="80784" y="-7084"/>
                  <a:pt x="80546" y="-3364"/>
                </a:cubicBezTo>
                <a:lnTo>
                  <a:pt x="79742" y="9079"/>
                </a:lnTo>
                <a:cubicBezTo>
                  <a:pt x="82213" y="10984"/>
                  <a:pt x="84386" y="13186"/>
                  <a:pt x="86261" y="15627"/>
                </a:cubicBezTo>
                <a:lnTo>
                  <a:pt x="98762" y="14823"/>
                </a:lnTo>
                <a:cubicBezTo>
                  <a:pt x="102483" y="14585"/>
                  <a:pt x="105876" y="17026"/>
                  <a:pt x="106859" y="20628"/>
                </a:cubicBezTo>
                <a:lnTo>
                  <a:pt x="108942" y="28426"/>
                </a:lnTo>
                <a:cubicBezTo>
                  <a:pt x="109895" y="32028"/>
                  <a:pt x="108198" y="35838"/>
                  <a:pt x="104835" y="37505"/>
                </a:cubicBezTo>
                <a:lnTo>
                  <a:pt x="93613" y="43041"/>
                </a:lnTo>
                <a:cubicBezTo>
                  <a:pt x="93405" y="44559"/>
                  <a:pt x="93107" y="46077"/>
                  <a:pt x="92720" y="47565"/>
                </a:cubicBezTo>
                <a:cubicBezTo>
                  <a:pt x="92333" y="49054"/>
                  <a:pt x="91797" y="50542"/>
                  <a:pt x="91232" y="51941"/>
                </a:cubicBezTo>
                <a:lnTo>
                  <a:pt x="98167" y="62359"/>
                </a:lnTo>
                <a:cubicBezTo>
                  <a:pt x="100251" y="65484"/>
                  <a:pt x="99834" y="69622"/>
                  <a:pt x="97185" y="72271"/>
                </a:cubicBezTo>
                <a:lnTo>
                  <a:pt x="91470" y="77986"/>
                </a:lnTo>
                <a:cubicBezTo>
                  <a:pt x="88821" y="80635"/>
                  <a:pt x="84683" y="81052"/>
                  <a:pt x="81558" y="78968"/>
                </a:cubicBezTo>
                <a:lnTo>
                  <a:pt x="71140" y="72033"/>
                </a:lnTo>
                <a:cubicBezTo>
                  <a:pt x="68312" y="73194"/>
                  <a:pt x="65306" y="74027"/>
                  <a:pt x="62240" y="74444"/>
                </a:cubicBezTo>
                <a:lnTo>
                  <a:pt x="56704" y="85636"/>
                </a:lnTo>
                <a:cubicBezTo>
                  <a:pt x="55037" y="88999"/>
                  <a:pt x="51227" y="90696"/>
                  <a:pt x="47625" y="89743"/>
                </a:cubicBezTo>
                <a:lnTo>
                  <a:pt x="39826" y="87660"/>
                </a:lnTo>
                <a:cubicBezTo>
                  <a:pt x="36195" y="86678"/>
                  <a:pt x="33784" y="83284"/>
                  <a:pt x="34022" y="79564"/>
                </a:cubicBezTo>
                <a:lnTo>
                  <a:pt x="34826" y="67092"/>
                </a:lnTo>
                <a:cubicBezTo>
                  <a:pt x="32355" y="65187"/>
                  <a:pt x="30182" y="62984"/>
                  <a:pt x="28307" y="60543"/>
                </a:cubicBezTo>
                <a:lnTo>
                  <a:pt x="15806" y="61347"/>
                </a:lnTo>
                <a:cubicBezTo>
                  <a:pt x="12085" y="61585"/>
                  <a:pt x="8692" y="59144"/>
                  <a:pt x="7709" y="55543"/>
                </a:cubicBezTo>
                <a:lnTo>
                  <a:pt x="5626" y="47744"/>
                </a:lnTo>
                <a:cubicBezTo>
                  <a:pt x="4673" y="44142"/>
                  <a:pt x="6370" y="40332"/>
                  <a:pt x="9733" y="38666"/>
                </a:cubicBezTo>
                <a:lnTo>
                  <a:pt x="20955" y="33129"/>
                </a:lnTo>
                <a:cubicBezTo>
                  <a:pt x="21163" y="31611"/>
                  <a:pt x="21461" y="30123"/>
                  <a:pt x="21848" y="28605"/>
                </a:cubicBezTo>
                <a:cubicBezTo>
                  <a:pt x="22265" y="27087"/>
                  <a:pt x="22741" y="25628"/>
                  <a:pt x="23336" y="24229"/>
                </a:cubicBezTo>
                <a:lnTo>
                  <a:pt x="16401" y="13841"/>
                </a:lnTo>
                <a:cubicBezTo>
                  <a:pt x="14317" y="10716"/>
                  <a:pt x="14734" y="6578"/>
                  <a:pt x="17383" y="3929"/>
                </a:cubicBezTo>
                <a:lnTo>
                  <a:pt x="23098" y="-1786"/>
                </a:lnTo>
                <a:cubicBezTo>
                  <a:pt x="25747" y="-4435"/>
                  <a:pt x="29885" y="-4852"/>
                  <a:pt x="33010" y="-2768"/>
                </a:cubicBezTo>
                <a:lnTo>
                  <a:pt x="43428" y="4167"/>
                </a:lnTo>
                <a:cubicBezTo>
                  <a:pt x="46256" y="3006"/>
                  <a:pt x="49262" y="2173"/>
                  <a:pt x="52328" y="1756"/>
                </a:cubicBezTo>
                <a:lnTo>
                  <a:pt x="57864" y="-9436"/>
                </a:lnTo>
                <a:cubicBezTo>
                  <a:pt x="59531" y="-12799"/>
                  <a:pt x="63311" y="-14496"/>
                  <a:pt x="66943" y="-13543"/>
                </a:cubicBezTo>
                <a:close/>
                <a:moveTo>
                  <a:pt x="57269" y="25003"/>
                </a:moveTo>
                <a:cubicBezTo>
                  <a:pt x="50041" y="25003"/>
                  <a:pt x="44172" y="30872"/>
                  <a:pt x="44172" y="38100"/>
                </a:cubicBezTo>
                <a:cubicBezTo>
                  <a:pt x="44172" y="45328"/>
                  <a:pt x="50041" y="51197"/>
                  <a:pt x="57269" y="51197"/>
                </a:cubicBezTo>
                <a:cubicBezTo>
                  <a:pt x="64497" y="51197"/>
                  <a:pt x="70366" y="45328"/>
                  <a:pt x="70366" y="38100"/>
                </a:cubicBezTo>
                <a:cubicBezTo>
                  <a:pt x="70366" y="30872"/>
                  <a:pt x="64497" y="25003"/>
                  <a:pt x="57269" y="25003"/>
                </a:cubicBezTo>
                <a:close/>
              </a:path>
            </a:pathLst>
          </a:custGeom>
          <a:solidFill>
            <a:srgbClr val="84CC16"/>
          </a:solidFill>
          <a:ln/>
        </p:spPr>
      </p:sp>
      <p:sp>
        <p:nvSpPr>
          <p:cNvPr id="44" name="Text 42"/>
          <p:cNvSpPr/>
          <p:nvPr/>
        </p:nvSpPr>
        <p:spPr>
          <a:xfrm>
            <a:off x="5783527" y="5119953"/>
            <a:ext cx="962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Config Service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516827" y="5348553"/>
            <a:ext cx="1219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config_db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916340" y="5039521"/>
            <a:ext cx="1399117" cy="541867"/>
          </a:xfrm>
          <a:custGeom>
            <a:avLst/>
            <a:gdLst/>
            <a:ahLst/>
            <a:cxnLst/>
            <a:rect l="l" t="t" r="r" b="b"/>
            <a:pathLst>
              <a:path w="1399117" h="541867">
                <a:moveTo>
                  <a:pt x="76197" y="0"/>
                </a:moveTo>
                <a:lnTo>
                  <a:pt x="1322919" y="0"/>
                </a:lnTo>
                <a:cubicBezTo>
                  <a:pt x="1365002" y="0"/>
                  <a:pt x="1399117" y="34115"/>
                  <a:pt x="1399117" y="76197"/>
                </a:cubicBezTo>
                <a:lnTo>
                  <a:pt x="1399117" y="465669"/>
                </a:lnTo>
                <a:cubicBezTo>
                  <a:pt x="1399117" y="507752"/>
                  <a:pt x="1365002" y="541867"/>
                  <a:pt x="1322919" y="541867"/>
                </a:cubicBezTo>
                <a:lnTo>
                  <a:pt x="76197" y="541867"/>
                </a:lnTo>
                <a:cubicBezTo>
                  <a:pt x="34143" y="541867"/>
                  <a:pt x="0" y="507724"/>
                  <a:pt x="0" y="465669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F172A"/>
          </a:solidFill>
          <a:ln w="11289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082499" y="5139003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40481" y="7144"/>
                </a:moveTo>
                <a:cubicBezTo>
                  <a:pt x="40481" y="3185"/>
                  <a:pt x="43666" y="0"/>
                  <a:pt x="47625" y="0"/>
                </a:cubicBezTo>
                <a:cubicBezTo>
                  <a:pt x="51584" y="0"/>
                  <a:pt x="54769" y="3185"/>
                  <a:pt x="54769" y="7144"/>
                </a:cubicBezTo>
                <a:lnTo>
                  <a:pt x="54769" y="19050"/>
                </a:lnTo>
                <a:lnTo>
                  <a:pt x="71438" y="19050"/>
                </a:lnTo>
                <a:cubicBezTo>
                  <a:pt x="76706" y="19050"/>
                  <a:pt x="80962" y="23306"/>
                  <a:pt x="80962" y="28575"/>
                </a:cubicBezTo>
                <a:cubicBezTo>
                  <a:pt x="80962" y="33844"/>
                  <a:pt x="76706" y="38100"/>
                  <a:pt x="71438" y="38100"/>
                </a:cubicBezTo>
                <a:lnTo>
                  <a:pt x="37237" y="38100"/>
                </a:lnTo>
                <a:cubicBezTo>
                  <a:pt x="29825" y="38100"/>
                  <a:pt x="23813" y="44113"/>
                  <a:pt x="23813" y="51524"/>
                </a:cubicBezTo>
                <a:cubicBezTo>
                  <a:pt x="23813" y="58222"/>
                  <a:pt x="28724" y="63877"/>
                  <a:pt x="35332" y="64830"/>
                </a:cubicBezTo>
                <a:lnTo>
                  <a:pt x="62597" y="68729"/>
                </a:lnTo>
                <a:cubicBezTo>
                  <a:pt x="78611" y="71021"/>
                  <a:pt x="90488" y="84713"/>
                  <a:pt x="90488" y="100876"/>
                </a:cubicBezTo>
                <a:cubicBezTo>
                  <a:pt x="90488" y="118824"/>
                  <a:pt x="75932" y="133350"/>
                  <a:pt x="58013" y="133350"/>
                </a:cubicBezTo>
                <a:lnTo>
                  <a:pt x="54769" y="133350"/>
                </a:lnTo>
                <a:lnTo>
                  <a:pt x="54769" y="145256"/>
                </a:lnTo>
                <a:cubicBezTo>
                  <a:pt x="54769" y="149215"/>
                  <a:pt x="51584" y="152400"/>
                  <a:pt x="47625" y="152400"/>
                </a:cubicBezTo>
                <a:cubicBezTo>
                  <a:pt x="43666" y="152400"/>
                  <a:pt x="40481" y="149215"/>
                  <a:pt x="40481" y="145256"/>
                </a:cubicBezTo>
                <a:lnTo>
                  <a:pt x="40481" y="133350"/>
                </a:lnTo>
                <a:lnTo>
                  <a:pt x="19050" y="133350"/>
                </a:lnTo>
                <a:cubicBezTo>
                  <a:pt x="13781" y="133350"/>
                  <a:pt x="9525" y="129094"/>
                  <a:pt x="9525" y="123825"/>
                </a:cubicBezTo>
                <a:cubicBezTo>
                  <a:pt x="9525" y="118556"/>
                  <a:pt x="13781" y="114300"/>
                  <a:pt x="19050" y="114300"/>
                </a:cubicBezTo>
                <a:lnTo>
                  <a:pt x="58013" y="114300"/>
                </a:lnTo>
                <a:cubicBezTo>
                  <a:pt x="65425" y="114300"/>
                  <a:pt x="71438" y="108287"/>
                  <a:pt x="71438" y="100876"/>
                </a:cubicBezTo>
                <a:cubicBezTo>
                  <a:pt x="71438" y="94178"/>
                  <a:pt x="66526" y="88523"/>
                  <a:pt x="59918" y="87570"/>
                </a:cubicBezTo>
                <a:lnTo>
                  <a:pt x="32653" y="83671"/>
                </a:lnTo>
                <a:cubicBezTo>
                  <a:pt x="16639" y="81409"/>
                  <a:pt x="4763" y="67687"/>
                  <a:pt x="4763" y="51524"/>
                </a:cubicBezTo>
                <a:cubicBezTo>
                  <a:pt x="4763" y="33605"/>
                  <a:pt x="19318" y="19050"/>
                  <a:pt x="37237" y="19050"/>
                </a:cubicBezTo>
                <a:lnTo>
                  <a:pt x="40481" y="19050"/>
                </a:lnTo>
                <a:lnTo>
                  <a:pt x="40481" y="7144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7301574" y="5119953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Pricing (S2)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034874" y="5348553"/>
            <a:ext cx="1219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pricing_db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85233" y="6045199"/>
            <a:ext cx="11419417" cy="427567"/>
          </a:xfrm>
          <a:custGeom>
            <a:avLst/>
            <a:gdLst/>
            <a:ahLst/>
            <a:cxnLst/>
            <a:rect l="l" t="t" r="r" b="b"/>
            <a:pathLst>
              <a:path w="11419417" h="427567">
                <a:moveTo>
                  <a:pt x="114301" y="0"/>
                </a:moveTo>
                <a:lnTo>
                  <a:pt x="11305115" y="0"/>
                </a:lnTo>
                <a:cubicBezTo>
                  <a:pt x="11368242" y="0"/>
                  <a:pt x="11419417" y="51174"/>
                  <a:pt x="11419417" y="114301"/>
                </a:cubicBezTo>
                <a:lnTo>
                  <a:pt x="11419417" y="313265"/>
                </a:lnTo>
                <a:cubicBezTo>
                  <a:pt x="11419417" y="376392"/>
                  <a:pt x="11368242" y="427567"/>
                  <a:pt x="11305115" y="427567"/>
                </a:cubicBezTo>
                <a:lnTo>
                  <a:pt x="114301" y="427567"/>
                </a:lnTo>
                <a:cubicBezTo>
                  <a:pt x="51174" y="427567"/>
                  <a:pt x="0" y="376392"/>
                  <a:pt x="0" y="313265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gradFill rotWithShape="1" flip="none">
            <a:gsLst>
              <a:gs pos="0">
                <a:srgbClr val="EF4444">
                  <a:alpha val="20000"/>
                </a:srgbClr>
              </a:gs>
              <a:gs pos="100000">
                <a:srgbClr val="F59E0B">
                  <a:alpha val="20000"/>
                </a:srgbClr>
              </a:gs>
            </a:gsLst>
            <a:lin ang="0" scaled="1"/>
          </a:gradFill>
          <a:ln w="11289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27579" y="616373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50602"/>
                </a:moveTo>
                <a:cubicBezTo>
                  <a:pt x="100199" y="50602"/>
                  <a:pt x="104180" y="54583"/>
                  <a:pt x="104180" y="59531"/>
                </a:cubicBezTo>
                <a:lnTo>
                  <a:pt x="104180" y="101203"/>
                </a:lnTo>
                <a:cubicBezTo>
                  <a:pt x="104180" y="106152"/>
                  <a:pt x="100199" y="110133"/>
                  <a:pt x="95250" y="110133"/>
                </a:cubicBezTo>
                <a:cubicBezTo>
                  <a:pt x="90301" y="110133"/>
                  <a:pt x="86320" y="106152"/>
                  <a:pt x="86320" y="101203"/>
                </a:cubicBezTo>
                <a:lnTo>
                  <a:pt x="86320" y="59531"/>
                </a:lnTo>
                <a:cubicBezTo>
                  <a:pt x="86320" y="54583"/>
                  <a:pt x="90301" y="50602"/>
                  <a:pt x="95250" y="50602"/>
                </a:cubicBezTo>
                <a:close/>
                <a:moveTo>
                  <a:pt x="85316" y="130969"/>
                </a:moveTo>
                <a:cubicBezTo>
                  <a:pt x="85090" y="127281"/>
                  <a:pt x="86929" y="123773"/>
                  <a:pt x="90090" y="121861"/>
                </a:cubicBezTo>
                <a:cubicBezTo>
                  <a:pt x="93251" y="119949"/>
                  <a:pt x="97212" y="119949"/>
                  <a:pt x="100373" y="121861"/>
                </a:cubicBezTo>
                <a:cubicBezTo>
                  <a:pt x="103534" y="123773"/>
                  <a:pt x="105373" y="127281"/>
                  <a:pt x="105147" y="130969"/>
                </a:cubicBezTo>
                <a:cubicBezTo>
                  <a:pt x="105373" y="134656"/>
                  <a:pt x="103534" y="138165"/>
                  <a:pt x="100373" y="140077"/>
                </a:cubicBezTo>
                <a:cubicBezTo>
                  <a:pt x="97212" y="141989"/>
                  <a:pt x="93251" y="141989"/>
                  <a:pt x="90090" y="140077"/>
                </a:cubicBezTo>
                <a:cubicBezTo>
                  <a:pt x="86929" y="138165"/>
                  <a:pt x="85090" y="134656"/>
                  <a:pt x="85316" y="130969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52" name="Text 50"/>
          <p:cNvSpPr/>
          <p:nvPr/>
        </p:nvSpPr>
        <p:spPr>
          <a:xfrm>
            <a:off x="856192" y="6163735"/>
            <a:ext cx="10448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Reglas Arquitectónicas: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El frontend 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NUNCA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habla directamente con microservicios. Ningún servicio lee la base de datos de otro. Comunicación únicamente por API REST.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285750"/>
                </a:lnTo>
                <a:cubicBezTo>
                  <a:pt x="38100" y="296264"/>
                  <a:pt x="29564" y="304800"/>
                  <a:pt x="19050" y="304800"/>
                </a:cubicBezTo>
                <a:lnTo>
                  <a:pt x="19050" y="304800"/>
                </a:lnTo>
                <a:cubicBezTo>
                  <a:pt x="8536" y="304800"/>
                  <a:pt x="0" y="296264"/>
                  <a:pt x="0" y="285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8B5CF6"/>
              </a:gs>
              <a:gs pos="0">
                <a:srgbClr val="FFFFFF"/>
              </a:gs>
              <a:gs pos="100000">
                <a:srgbClr val="3B82F6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33400" y="38100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Arquitectura Interna de Cada Servicio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Arquitectura hexagonal ligera: separación clara de responsabilidades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233" y="1223433"/>
            <a:ext cx="4475692" cy="5247217"/>
          </a:xfrm>
          <a:custGeom>
            <a:avLst/>
            <a:gdLst/>
            <a:ahLst/>
            <a:cxnLst/>
            <a:rect l="l" t="t" r="r" b="b"/>
            <a:pathLst>
              <a:path w="4475692" h="5247217">
                <a:moveTo>
                  <a:pt x="114309" y="0"/>
                </a:moveTo>
                <a:lnTo>
                  <a:pt x="4361383" y="0"/>
                </a:lnTo>
                <a:cubicBezTo>
                  <a:pt x="4424514" y="0"/>
                  <a:pt x="4475692" y="51178"/>
                  <a:pt x="4475692" y="114309"/>
                </a:cubicBezTo>
                <a:lnTo>
                  <a:pt x="4475692" y="5132908"/>
                </a:lnTo>
                <a:cubicBezTo>
                  <a:pt x="4475692" y="5196039"/>
                  <a:pt x="4424514" y="5247217"/>
                  <a:pt x="4361383" y="5247217"/>
                </a:cubicBezTo>
                <a:lnTo>
                  <a:pt x="114309" y="5247217"/>
                </a:lnTo>
                <a:cubicBezTo>
                  <a:pt x="51178" y="5247217"/>
                  <a:pt x="0" y="5196039"/>
                  <a:pt x="0" y="5132908"/>
                </a:cubicBezTo>
                <a:lnTo>
                  <a:pt x="0" y="114309"/>
                </a:lnTo>
                <a:cubicBezTo>
                  <a:pt x="0" y="51178"/>
                  <a:pt x="51178" y="0"/>
                  <a:pt x="114309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2342" y="1418169"/>
            <a:ext cx="4181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Estructura por Capas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88433" y="1845736"/>
            <a:ext cx="4065058" cy="626533"/>
          </a:xfrm>
          <a:custGeom>
            <a:avLst/>
            <a:gdLst/>
            <a:ahLst/>
            <a:cxnLst/>
            <a:rect l="l" t="t" r="r" b="b"/>
            <a:pathLst>
              <a:path w="4065058" h="626533">
                <a:moveTo>
                  <a:pt x="114298" y="0"/>
                </a:moveTo>
                <a:lnTo>
                  <a:pt x="3950760" y="0"/>
                </a:lnTo>
                <a:cubicBezTo>
                  <a:pt x="4013885" y="0"/>
                  <a:pt x="4065058" y="51173"/>
                  <a:pt x="4065058" y="114298"/>
                </a:cubicBezTo>
                <a:lnTo>
                  <a:pt x="4065058" y="512235"/>
                </a:lnTo>
                <a:cubicBezTo>
                  <a:pt x="4065058" y="575360"/>
                  <a:pt x="4013885" y="626533"/>
                  <a:pt x="3950760" y="626533"/>
                </a:cubicBezTo>
                <a:lnTo>
                  <a:pt x="114298" y="626533"/>
                </a:lnTo>
                <a:cubicBezTo>
                  <a:pt x="51173" y="626533"/>
                  <a:pt x="0" y="575360"/>
                  <a:pt x="0" y="512235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/>
              </a:gs>
              <a:gs pos="100000">
                <a:srgbClr val="1D4ED8"/>
              </a:gs>
            </a:gsLst>
            <a:lin ang="0" scaled="1"/>
          </a:gradFill>
          <a:ln w="22578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1200" y="196849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18356" y="207327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71450" y="32147"/>
                </a:moveTo>
                <a:cubicBezTo>
                  <a:pt x="171450" y="48957"/>
                  <a:pt x="151660" y="74038"/>
                  <a:pt x="143121" y="84051"/>
                </a:cubicBezTo>
                <a:cubicBezTo>
                  <a:pt x="141848" y="85524"/>
                  <a:pt x="139973" y="86093"/>
                  <a:pt x="138265" y="85725"/>
                </a:cubicBezTo>
                <a:lnTo>
                  <a:pt x="107156" y="85725"/>
                </a:lnTo>
                <a:cubicBezTo>
                  <a:pt x="101229" y="85725"/>
                  <a:pt x="96441" y="90514"/>
                  <a:pt x="96441" y="96441"/>
                </a:cubicBezTo>
                <a:cubicBezTo>
                  <a:pt x="96441" y="102368"/>
                  <a:pt x="101229" y="107156"/>
                  <a:pt x="107156" y="107156"/>
                </a:cubicBezTo>
                <a:lnTo>
                  <a:pt x="139303" y="107156"/>
                </a:lnTo>
                <a:cubicBezTo>
                  <a:pt x="157051" y="107156"/>
                  <a:pt x="171450" y="121555"/>
                  <a:pt x="171450" y="139303"/>
                </a:cubicBezTo>
                <a:cubicBezTo>
                  <a:pt x="171450" y="157051"/>
                  <a:pt x="157051" y="171450"/>
                  <a:pt x="139303" y="171450"/>
                </a:cubicBezTo>
                <a:lnTo>
                  <a:pt x="46747" y="171450"/>
                </a:lnTo>
                <a:cubicBezTo>
                  <a:pt x="49660" y="168135"/>
                  <a:pt x="53210" y="163882"/>
                  <a:pt x="56793" y="159127"/>
                </a:cubicBezTo>
                <a:cubicBezTo>
                  <a:pt x="58902" y="156314"/>
                  <a:pt x="61079" y="153233"/>
                  <a:pt x="63155" y="150019"/>
                </a:cubicBezTo>
                <a:lnTo>
                  <a:pt x="139303" y="150019"/>
                </a:lnTo>
                <a:cubicBezTo>
                  <a:pt x="145230" y="150019"/>
                  <a:pt x="150019" y="145230"/>
                  <a:pt x="150019" y="139303"/>
                </a:cubicBezTo>
                <a:cubicBezTo>
                  <a:pt x="150019" y="133376"/>
                  <a:pt x="145230" y="128588"/>
                  <a:pt x="139303" y="128588"/>
                </a:cubicBezTo>
                <a:lnTo>
                  <a:pt x="107156" y="128588"/>
                </a:lnTo>
                <a:cubicBezTo>
                  <a:pt x="89408" y="128588"/>
                  <a:pt x="75009" y="114188"/>
                  <a:pt x="75009" y="96441"/>
                </a:cubicBezTo>
                <a:cubicBezTo>
                  <a:pt x="75009" y="78693"/>
                  <a:pt x="89408" y="64294"/>
                  <a:pt x="107156" y="64294"/>
                </a:cubicBezTo>
                <a:lnTo>
                  <a:pt x="120484" y="64294"/>
                </a:lnTo>
                <a:cubicBezTo>
                  <a:pt x="113452" y="53746"/>
                  <a:pt x="107156" y="41624"/>
                  <a:pt x="107156" y="32147"/>
                </a:cubicBezTo>
                <a:cubicBezTo>
                  <a:pt x="107156" y="14399"/>
                  <a:pt x="121555" y="0"/>
                  <a:pt x="139303" y="0"/>
                </a:cubicBezTo>
                <a:cubicBezTo>
                  <a:pt x="157051" y="0"/>
                  <a:pt x="171450" y="14399"/>
                  <a:pt x="171450" y="32147"/>
                </a:cubicBezTo>
                <a:close/>
                <a:moveTo>
                  <a:pt x="39212" y="163782"/>
                </a:moveTo>
                <a:cubicBezTo>
                  <a:pt x="37940" y="165222"/>
                  <a:pt x="36801" y="166494"/>
                  <a:pt x="35830" y="167566"/>
                </a:cubicBezTo>
                <a:lnTo>
                  <a:pt x="35228" y="168235"/>
                </a:lnTo>
                <a:lnTo>
                  <a:pt x="35161" y="168168"/>
                </a:lnTo>
                <a:cubicBezTo>
                  <a:pt x="33151" y="169709"/>
                  <a:pt x="30272" y="169508"/>
                  <a:pt x="28463" y="167566"/>
                </a:cubicBezTo>
                <a:cubicBezTo>
                  <a:pt x="20025" y="158390"/>
                  <a:pt x="0" y="134782"/>
                  <a:pt x="0" y="117872"/>
                </a:cubicBezTo>
                <a:cubicBezTo>
                  <a:pt x="0" y="100124"/>
                  <a:pt x="14399" y="85725"/>
                  <a:pt x="32147" y="85725"/>
                </a:cubicBezTo>
                <a:cubicBezTo>
                  <a:pt x="49895" y="85725"/>
                  <a:pt x="64294" y="100124"/>
                  <a:pt x="64294" y="117872"/>
                </a:cubicBezTo>
                <a:cubicBezTo>
                  <a:pt x="64294" y="127918"/>
                  <a:pt x="57228" y="140308"/>
                  <a:pt x="49727" y="150655"/>
                </a:cubicBezTo>
                <a:cubicBezTo>
                  <a:pt x="46144" y="155577"/>
                  <a:pt x="42461" y="160031"/>
                  <a:pt x="39413" y="163547"/>
                </a:cubicBezTo>
                <a:lnTo>
                  <a:pt x="39212" y="163782"/>
                </a:lnTo>
                <a:close/>
                <a:moveTo>
                  <a:pt x="42863" y="117872"/>
                </a:moveTo>
                <a:cubicBezTo>
                  <a:pt x="42863" y="111958"/>
                  <a:pt x="38061" y="107156"/>
                  <a:pt x="32147" y="107156"/>
                </a:cubicBezTo>
                <a:cubicBezTo>
                  <a:pt x="26233" y="107156"/>
                  <a:pt x="21431" y="111958"/>
                  <a:pt x="21431" y="117872"/>
                </a:cubicBezTo>
                <a:cubicBezTo>
                  <a:pt x="21431" y="123786"/>
                  <a:pt x="26233" y="128588"/>
                  <a:pt x="32147" y="128588"/>
                </a:cubicBezTo>
                <a:cubicBezTo>
                  <a:pt x="38061" y="128588"/>
                  <a:pt x="42863" y="123786"/>
                  <a:pt x="42863" y="117872"/>
                </a:cubicBezTo>
                <a:close/>
                <a:moveTo>
                  <a:pt x="139303" y="42863"/>
                </a:moveTo>
                <a:cubicBezTo>
                  <a:pt x="145217" y="42863"/>
                  <a:pt x="150019" y="38061"/>
                  <a:pt x="150019" y="32147"/>
                </a:cubicBezTo>
                <a:cubicBezTo>
                  <a:pt x="150019" y="26233"/>
                  <a:pt x="145217" y="21431"/>
                  <a:pt x="139303" y="21431"/>
                </a:cubicBezTo>
                <a:cubicBezTo>
                  <a:pt x="133389" y="21431"/>
                  <a:pt x="128588" y="26233"/>
                  <a:pt x="128588" y="32147"/>
                </a:cubicBezTo>
                <a:cubicBezTo>
                  <a:pt x="128588" y="38061"/>
                  <a:pt x="133389" y="42863"/>
                  <a:pt x="139303" y="428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206500" y="1968498"/>
            <a:ext cx="110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ROUTERS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06500" y="2197098"/>
            <a:ext cx="1085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Capa de Exposición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59315" y="2556932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56726" y="168302"/>
                </a:moveTo>
                <a:cubicBezTo>
                  <a:pt x="60912" y="172488"/>
                  <a:pt x="67709" y="172488"/>
                  <a:pt x="71895" y="168302"/>
                </a:cubicBezTo>
                <a:lnTo>
                  <a:pt x="125473" y="114724"/>
                </a:lnTo>
                <a:cubicBezTo>
                  <a:pt x="129659" y="110538"/>
                  <a:pt x="129659" y="103741"/>
                  <a:pt x="125473" y="99555"/>
                </a:cubicBezTo>
                <a:cubicBezTo>
                  <a:pt x="121287" y="95369"/>
                  <a:pt x="114490" y="95369"/>
                  <a:pt x="110304" y="99555"/>
                </a:cubicBezTo>
                <a:lnTo>
                  <a:pt x="75009" y="134849"/>
                </a:lnTo>
                <a:lnTo>
                  <a:pt x="75009" y="10716"/>
                </a:lnTo>
                <a:cubicBezTo>
                  <a:pt x="75009" y="4789"/>
                  <a:pt x="70221" y="0"/>
                  <a:pt x="64294" y="0"/>
                </a:cubicBezTo>
                <a:cubicBezTo>
                  <a:pt x="58367" y="0"/>
                  <a:pt x="53578" y="4789"/>
                  <a:pt x="53578" y="10716"/>
                </a:cubicBezTo>
                <a:lnTo>
                  <a:pt x="53578" y="134849"/>
                </a:lnTo>
                <a:lnTo>
                  <a:pt x="18284" y="99555"/>
                </a:lnTo>
                <a:cubicBezTo>
                  <a:pt x="14098" y="95369"/>
                  <a:pt x="7300" y="95369"/>
                  <a:pt x="3114" y="99555"/>
                </a:cubicBezTo>
                <a:cubicBezTo>
                  <a:pt x="-1072" y="103741"/>
                  <a:pt x="-1072" y="110538"/>
                  <a:pt x="3114" y="114724"/>
                </a:cubicBezTo>
                <a:lnTo>
                  <a:pt x="56692" y="168302"/>
                </a:lnTo>
                <a:close/>
              </a:path>
            </a:pathLst>
          </a:custGeom>
          <a:solidFill>
            <a:srgbClr val="94A3B8"/>
          </a:solidFill>
          <a:ln/>
        </p:spPr>
      </p:sp>
      <p:sp>
        <p:nvSpPr>
          <p:cNvPr id="13" name="Shape 11"/>
          <p:cNvSpPr/>
          <p:nvPr/>
        </p:nvSpPr>
        <p:spPr>
          <a:xfrm>
            <a:off x="588433" y="2813049"/>
            <a:ext cx="4065058" cy="626533"/>
          </a:xfrm>
          <a:custGeom>
            <a:avLst/>
            <a:gdLst/>
            <a:ahLst/>
            <a:cxnLst/>
            <a:rect l="l" t="t" r="r" b="b"/>
            <a:pathLst>
              <a:path w="4065058" h="626533">
                <a:moveTo>
                  <a:pt x="114298" y="0"/>
                </a:moveTo>
                <a:lnTo>
                  <a:pt x="3950760" y="0"/>
                </a:lnTo>
                <a:cubicBezTo>
                  <a:pt x="4013885" y="0"/>
                  <a:pt x="4065058" y="51173"/>
                  <a:pt x="4065058" y="114298"/>
                </a:cubicBezTo>
                <a:lnTo>
                  <a:pt x="4065058" y="512235"/>
                </a:lnTo>
                <a:cubicBezTo>
                  <a:pt x="4065058" y="575360"/>
                  <a:pt x="4013885" y="626533"/>
                  <a:pt x="3950760" y="626533"/>
                </a:cubicBezTo>
                <a:lnTo>
                  <a:pt x="114298" y="626533"/>
                </a:lnTo>
                <a:cubicBezTo>
                  <a:pt x="51173" y="626533"/>
                  <a:pt x="0" y="575360"/>
                  <a:pt x="0" y="512235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/>
              </a:gs>
              <a:gs pos="100000">
                <a:srgbClr val="059669"/>
              </a:gs>
            </a:gsLst>
            <a:lin ang="0" scaled="1"/>
          </a:gradFill>
          <a:ln w="22578">
            <a:solidFill>
              <a:srgbClr val="10B981">
                <a:alpha val="5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1200" y="293581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96925" y="3040591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39270" y="70489"/>
                </a:moveTo>
                <a:cubicBezTo>
                  <a:pt x="143355" y="69384"/>
                  <a:pt x="147641" y="71326"/>
                  <a:pt x="149483" y="75110"/>
                </a:cubicBezTo>
                <a:lnTo>
                  <a:pt x="155711" y="87701"/>
                </a:lnTo>
                <a:cubicBezTo>
                  <a:pt x="159161" y="88170"/>
                  <a:pt x="162543" y="89107"/>
                  <a:pt x="165724" y="90413"/>
                </a:cubicBezTo>
                <a:lnTo>
                  <a:pt x="177444" y="82611"/>
                </a:lnTo>
                <a:cubicBezTo>
                  <a:pt x="180960" y="80267"/>
                  <a:pt x="185615" y="80736"/>
                  <a:pt x="188595" y="83716"/>
                </a:cubicBezTo>
                <a:lnTo>
                  <a:pt x="195024" y="90145"/>
                </a:lnTo>
                <a:cubicBezTo>
                  <a:pt x="198005" y="93125"/>
                  <a:pt x="198473" y="97814"/>
                  <a:pt x="196129" y="101296"/>
                </a:cubicBezTo>
                <a:lnTo>
                  <a:pt x="188327" y="112983"/>
                </a:lnTo>
                <a:cubicBezTo>
                  <a:pt x="188963" y="114557"/>
                  <a:pt x="189533" y="116198"/>
                  <a:pt x="190001" y="117905"/>
                </a:cubicBezTo>
                <a:cubicBezTo>
                  <a:pt x="190470" y="119613"/>
                  <a:pt x="190772" y="121287"/>
                  <a:pt x="191006" y="122995"/>
                </a:cubicBezTo>
                <a:lnTo>
                  <a:pt x="203630" y="129224"/>
                </a:lnTo>
                <a:cubicBezTo>
                  <a:pt x="207414" y="131099"/>
                  <a:pt x="209357" y="135385"/>
                  <a:pt x="208251" y="139437"/>
                </a:cubicBezTo>
                <a:lnTo>
                  <a:pt x="205907" y="148210"/>
                </a:lnTo>
                <a:cubicBezTo>
                  <a:pt x="204802" y="152262"/>
                  <a:pt x="201018" y="155008"/>
                  <a:pt x="196799" y="154740"/>
                </a:cubicBezTo>
                <a:lnTo>
                  <a:pt x="182735" y="153836"/>
                </a:lnTo>
                <a:cubicBezTo>
                  <a:pt x="180625" y="156549"/>
                  <a:pt x="178181" y="159060"/>
                  <a:pt x="175401" y="161203"/>
                </a:cubicBezTo>
                <a:lnTo>
                  <a:pt x="176306" y="175234"/>
                </a:lnTo>
                <a:cubicBezTo>
                  <a:pt x="176573" y="179453"/>
                  <a:pt x="173828" y="183271"/>
                  <a:pt x="169776" y="184342"/>
                </a:cubicBezTo>
                <a:lnTo>
                  <a:pt x="161002" y="186686"/>
                </a:lnTo>
                <a:cubicBezTo>
                  <a:pt x="156917" y="187791"/>
                  <a:pt x="152664" y="185849"/>
                  <a:pt x="150789" y="182065"/>
                </a:cubicBezTo>
                <a:lnTo>
                  <a:pt x="144560" y="169474"/>
                </a:lnTo>
                <a:cubicBezTo>
                  <a:pt x="141111" y="169005"/>
                  <a:pt x="137729" y="168068"/>
                  <a:pt x="134548" y="166762"/>
                </a:cubicBezTo>
                <a:lnTo>
                  <a:pt x="122828" y="174564"/>
                </a:lnTo>
                <a:cubicBezTo>
                  <a:pt x="119312" y="176908"/>
                  <a:pt x="114657" y="176439"/>
                  <a:pt x="111677" y="173459"/>
                </a:cubicBezTo>
                <a:lnTo>
                  <a:pt x="105248" y="167030"/>
                </a:lnTo>
                <a:cubicBezTo>
                  <a:pt x="102267" y="164050"/>
                  <a:pt x="101798" y="159395"/>
                  <a:pt x="104142" y="155879"/>
                </a:cubicBezTo>
                <a:lnTo>
                  <a:pt x="111945" y="144159"/>
                </a:lnTo>
                <a:cubicBezTo>
                  <a:pt x="111309" y="142585"/>
                  <a:pt x="110739" y="140944"/>
                  <a:pt x="110270" y="139236"/>
                </a:cubicBezTo>
                <a:cubicBezTo>
                  <a:pt x="109802" y="137528"/>
                  <a:pt x="109500" y="135821"/>
                  <a:pt x="109266" y="134146"/>
                </a:cubicBezTo>
                <a:lnTo>
                  <a:pt x="96642" y="127918"/>
                </a:lnTo>
                <a:cubicBezTo>
                  <a:pt x="92858" y="126043"/>
                  <a:pt x="90949" y="121756"/>
                  <a:pt x="92020" y="117704"/>
                </a:cubicBezTo>
                <a:lnTo>
                  <a:pt x="94364" y="108931"/>
                </a:lnTo>
                <a:cubicBezTo>
                  <a:pt x="95470" y="104879"/>
                  <a:pt x="99253" y="102133"/>
                  <a:pt x="103473" y="102401"/>
                </a:cubicBezTo>
                <a:lnTo>
                  <a:pt x="117504" y="103305"/>
                </a:lnTo>
                <a:cubicBezTo>
                  <a:pt x="119613" y="100593"/>
                  <a:pt x="122058" y="98081"/>
                  <a:pt x="124837" y="95938"/>
                </a:cubicBezTo>
                <a:lnTo>
                  <a:pt x="123933" y="81941"/>
                </a:lnTo>
                <a:cubicBezTo>
                  <a:pt x="123665" y="77722"/>
                  <a:pt x="126411" y="73904"/>
                  <a:pt x="130463" y="72833"/>
                </a:cubicBezTo>
                <a:lnTo>
                  <a:pt x="139236" y="70489"/>
                </a:lnTo>
                <a:close/>
                <a:moveTo>
                  <a:pt x="150153" y="113854"/>
                </a:moveTo>
                <a:cubicBezTo>
                  <a:pt x="142021" y="113863"/>
                  <a:pt x="135426" y="120472"/>
                  <a:pt x="135435" y="128604"/>
                </a:cubicBezTo>
                <a:cubicBezTo>
                  <a:pt x="135445" y="136736"/>
                  <a:pt x="142054" y="143331"/>
                  <a:pt x="150186" y="143321"/>
                </a:cubicBezTo>
                <a:cubicBezTo>
                  <a:pt x="158318" y="143312"/>
                  <a:pt x="164913" y="136703"/>
                  <a:pt x="164903" y="128571"/>
                </a:cubicBezTo>
                <a:cubicBezTo>
                  <a:pt x="164894" y="120439"/>
                  <a:pt x="158285" y="113844"/>
                  <a:pt x="150153" y="113854"/>
                </a:cubicBezTo>
                <a:close/>
                <a:moveTo>
                  <a:pt x="75311" y="-15236"/>
                </a:moveTo>
                <a:lnTo>
                  <a:pt x="84084" y="-12892"/>
                </a:lnTo>
                <a:cubicBezTo>
                  <a:pt x="88136" y="-11787"/>
                  <a:pt x="90882" y="-7970"/>
                  <a:pt x="90614" y="-3784"/>
                </a:cubicBezTo>
                <a:lnTo>
                  <a:pt x="89710" y="10213"/>
                </a:lnTo>
                <a:cubicBezTo>
                  <a:pt x="92489" y="12356"/>
                  <a:pt x="94934" y="14834"/>
                  <a:pt x="97043" y="17580"/>
                </a:cubicBezTo>
                <a:lnTo>
                  <a:pt x="111108" y="16676"/>
                </a:lnTo>
                <a:cubicBezTo>
                  <a:pt x="115293" y="16408"/>
                  <a:pt x="119111" y="19154"/>
                  <a:pt x="120216" y="23206"/>
                </a:cubicBezTo>
                <a:lnTo>
                  <a:pt x="122560" y="31979"/>
                </a:lnTo>
                <a:cubicBezTo>
                  <a:pt x="123632" y="36031"/>
                  <a:pt x="121723" y="40318"/>
                  <a:pt x="117939" y="42193"/>
                </a:cubicBezTo>
                <a:lnTo>
                  <a:pt x="105315" y="48421"/>
                </a:lnTo>
                <a:cubicBezTo>
                  <a:pt x="105080" y="50129"/>
                  <a:pt x="104745" y="51837"/>
                  <a:pt x="104310" y="53511"/>
                </a:cubicBezTo>
                <a:cubicBezTo>
                  <a:pt x="103875" y="55185"/>
                  <a:pt x="103272" y="56860"/>
                  <a:pt x="102636" y="58434"/>
                </a:cubicBezTo>
                <a:lnTo>
                  <a:pt x="110438" y="70154"/>
                </a:lnTo>
                <a:cubicBezTo>
                  <a:pt x="112782" y="73670"/>
                  <a:pt x="112313" y="78325"/>
                  <a:pt x="109333" y="81305"/>
                </a:cubicBezTo>
                <a:lnTo>
                  <a:pt x="102903" y="87734"/>
                </a:lnTo>
                <a:cubicBezTo>
                  <a:pt x="99923" y="90714"/>
                  <a:pt x="95269" y="91183"/>
                  <a:pt x="91753" y="88839"/>
                </a:cubicBezTo>
                <a:lnTo>
                  <a:pt x="80032" y="81037"/>
                </a:lnTo>
                <a:cubicBezTo>
                  <a:pt x="76851" y="82343"/>
                  <a:pt x="73469" y="83280"/>
                  <a:pt x="70020" y="83749"/>
                </a:cubicBezTo>
                <a:lnTo>
                  <a:pt x="63791" y="96340"/>
                </a:lnTo>
                <a:cubicBezTo>
                  <a:pt x="61916" y="100124"/>
                  <a:pt x="57630" y="102033"/>
                  <a:pt x="53578" y="100961"/>
                </a:cubicBezTo>
                <a:lnTo>
                  <a:pt x="44805" y="98617"/>
                </a:lnTo>
                <a:cubicBezTo>
                  <a:pt x="40719" y="97512"/>
                  <a:pt x="38007" y="93695"/>
                  <a:pt x="38275" y="89509"/>
                </a:cubicBezTo>
                <a:lnTo>
                  <a:pt x="39179" y="75478"/>
                </a:lnTo>
                <a:cubicBezTo>
                  <a:pt x="36400" y="73335"/>
                  <a:pt x="33955" y="70857"/>
                  <a:pt x="31845" y="68111"/>
                </a:cubicBezTo>
                <a:lnTo>
                  <a:pt x="17781" y="69015"/>
                </a:lnTo>
                <a:cubicBezTo>
                  <a:pt x="13595" y="69283"/>
                  <a:pt x="9778" y="66537"/>
                  <a:pt x="8673" y="62485"/>
                </a:cubicBezTo>
                <a:lnTo>
                  <a:pt x="6329" y="53712"/>
                </a:lnTo>
                <a:cubicBezTo>
                  <a:pt x="5257" y="49660"/>
                  <a:pt x="7166" y="45374"/>
                  <a:pt x="10950" y="43499"/>
                </a:cubicBezTo>
                <a:lnTo>
                  <a:pt x="23574" y="37270"/>
                </a:lnTo>
                <a:cubicBezTo>
                  <a:pt x="23809" y="35562"/>
                  <a:pt x="24144" y="33888"/>
                  <a:pt x="24579" y="32180"/>
                </a:cubicBezTo>
                <a:cubicBezTo>
                  <a:pt x="25048" y="30473"/>
                  <a:pt x="25584" y="28832"/>
                  <a:pt x="26253" y="27258"/>
                </a:cubicBezTo>
                <a:lnTo>
                  <a:pt x="18451" y="15571"/>
                </a:lnTo>
                <a:cubicBezTo>
                  <a:pt x="16107" y="12055"/>
                  <a:pt x="16576" y="7400"/>
                  <a:pt x="19556" y="4420"/>
                </a:cubicBezTo>
                <a:lnTo>
                  <a:pt x="25985" y="-2009"/>
                </a:lnTo>
                <a:cubicBezTo>
                  <a:pt x="28966" y="-4989"/>
                  <a:pt x="33620" y="-5458"/>
                  <a:pt x="37136" y="-3114"/>
                </a:cubicBezTo>
                <a:lnTo>
                  <a:pt x="48857" y="4688"/>
                </a:lnTo>
                <a:cubicBezTo>
                  <a:pt x="52038" y="3382"/>
                  <a:pt x="55420" y="2445"/>
                  <a:pt x="58869" y="1976"/>
                </a:cubicBezTo>
                <a:lnTo>
                  <a:pt x="65097" y="-10615"/>
                </a:lnTo>
                <a:cubicBezTo>
                  <a:pt x="66973" y="-14399"/>
                  <a:pt x="71225" y="-16308"/>
                  <a:pt x="75311" y="-15236"/>
                </a:cubicBezTo>
                <a:close/>
                <a:moveTo>
                  <a:pt x="64428" y="28129"/>
                </a:moveTo>
                <a:cubicBezTo>
                  <a:pt x="56296" y="28129"/>
                  <a:pt x="49694" y="34731"/>
                  <a:pt x="49694" y="42863"/>
                </a:cubicBezTo>
                <a:cubicBezTo>
                  <a:pt x="49694" y="50994"/>
                  <a:pt x="56296" y="57596"/>
                  <a:pt x="64428" y="57596"/>
                </a:cubicBezTo>
                <a:cubicBezTo>
                  <a:pt x="72560" y="57596"/>
                  <a:pt x="79162" y="50994"/>
                  <a:pt x="79162" y="42863"/>
                </a:cubicBezTo>
                <a:cubicBezTo>
                  <a:pt x="79162" y="34731"/>
                  <a:pt x="72560" y="28129"/>
                  <a:pt x="64428" y="2812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206500" y="2935816"/>
            <a:ext cx="104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06500" y="3164416"/>
            <a:ext cx="1028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Casos de Uso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559315" y="352425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56726" y="168302"/>
                </a:moveTo>
                <a:cubicBezTo>
                  <a:pt x="60912" y="172488"/>
                  <a:pt x="67709" y="172488"/>
                  <a:pt x="71895" y="168302"/>
                </a:cubicBezTo>
                <a:lnTo>
                  <a:pt x="125473" y="114724"/>
                </a:lnTo>
                <a:cubicBezTo>
                  <a:pt x="129659" y="110538"/>
                  <a:pt x="129659" y="103741"/>
                  <a:pt x="125473" y="99555"/>
                </a:cubicBezTo>
                <a:cubicBezTo>
                  <a:pt x="121287" y="95369"/>
                  <a:pt x="114490" y="95369"/>
                  <a:pt x="110304" y="99555"/>
                </a:cubicBezTo>
                <a:lnTo>
                  <a:pt x="75009" y="134849"/>
                </a:lnTo>
                <a:lnTo>
                  <a:pt x="75009" y="10716"/>
                </a:lnTo>
                <a:cubicBezTo>
                  <a:pt x="75009" y="4789"/>
                  <a:pt x="70221" y="0"/>
                  <a:pt x="64294" y="0"/>
                </a:cubicBezTo>
                <a:cubicBezTo>
                  <a:pt x="58367" y="0"/>
                  <a:pt x="53578" y="4789"/>
                  <a:pt x="53578" y="10716"/>
                </a:cubicBezTo>
                <a:lnTo>
                  <a:pt x="53578" y="134849"/>
                </a:lnTo>
                <a:lnTo>
                  <a:pt x="18284" y="99555"/>
                </a:lnTo>
                <a:cubicBezTo>
                  <a:pt x="14098" y="95369"/>
                  <a:pt x="7300" y="95369"/>
                  <a:pt x="3114" y="99555"/>
                </a:cubicBezTo>
                <a:cubicBezTo>
                  <a:pt x="-1072" y="103741"/>
                  <a:pt x="-1072" y="110538"/>
                  <a:pt x="3114" y="114724"/>
                </a:cubicBezTo>
                <a:lnTo>
                  <a:pt x="56692" y="168302"/>
                </a:lnTo>
                <a:close/>
              </a:path>
            </a:pathLst>
          </a:custGeom>
          <a:solidFill>
            <a:srgbClr val="94A3B8"/>
          </a:solidFill>
          <a:ln/>
        </p:spPr>
      </p:sp>
      <p:sp>
        <p:nvSpPr>
          <p:cNvPr id="19" name="Shape 17"/>
          <p:cNvSpPr/>
          <p:nvPr/>
        </p:nvSpPr>
        <p:spPr>
          <a:xfrm>
            <a:off x="588433" y="3780367"/>
            <a:ext cx="4065058" cy="626533"/>
          </a:xfrm>
          <a:custGeom>
            <a:avLst/>
            <a:gdLst/>
            <a:ahLst/>
            <a:cxnLst/>
            <a:rect l="l" t="t" r="r" b="b"/>
            <a:pathLst>
              <a:path w="4065058" h="626533">
                <a:moveTo>
                  <a:pt x="114298" y="0"/>
                </a:moveTo>
                <a:lnTo>
                  <a:pt x="3950760" y="0"/>
                </a:lnTo>
                <a:cubicBezTo>
                  <a:pt x="4013885" y="0"/>
                  <a:pt x="4065058" y="51173"/>
                  <a:pt x="4065058" y="114298"/>
                </a:cubicBezTo>
                <a:lnTo>
                  <a:pt x="4065058" y="512235"/>
                </a:lnTo>
                <a:cubicBezTo>
                  <a:pt x="4065058" y="575360"/>
                  <a:pt x="4013885" y="626533"/>
                  <a:pt x="3950760" y="626533"/>
                </a:cubicBezTo>
                <a:lnTo>
                  <a:pt x="114298" y="626533"/>
                </a:lnTo>
                <a:cubicBezTo>
                  <a:pt x="51173" y="626533"/>
                  <a:pt x="0" y="575360"/>
                  <a:pt x="0" y="512235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/>
              </a:gs>
              <a:gs pos="100000">
                <a:srgbClr val="D97706"/>
              </a:gs>
            </a:gsLst>
            <a:lin ang="0" scaled="1"/>
          </a:gradFill>
          <a:ln w="22578">
            <a:solidFill>
              <a:srgbClr val="F59E0B">
                <a:alpha val="5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1200" y="390313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18356" y="4007909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5110" y="-837"/>
                </a:moveTo>
                <a:cubicBezTo>
                  <a:pt x="81740" y="-4655"/>
                  <a:pt x="89911" y="-4655"/>
                  <a:pt x="96541" y="-837"/>
                </a:cubicBezTo>
                <a:lnTo>
                  <a:pt x="155444" y="33151"/>
                </a:lnTo>
                <a:cubicBezTo>
                  <a:pt x="162074" y="36969"/>
                  <a:pt x="166159" y="44068"/>
                  <a:pt x="166159" y="51703"/>
                </a:cubicBezTo>
                <a:lnTo>
                  <a:pt x="166159" y="119680"/>
                </a:lnTo>
                <a:cubicBezTo>
                  <a:pt x="166159" y="127349"/>
                  <a:pt x="162074" y="134414"/>
                  <a:pt x="155444" y="138232"/>
                </a:cubicBezTo>
                <a:lnTo>
                  <a:pt x="96541" y="172287"/>
                </a:lnTo>
                <a:cubicBezTo>
                  <a:pt x="89911" y="176105"/>
                  <a:pt x="81740" y="176105"/>
                  <a:pt x="75110" y="172287"/>
                </a:cubicBezTo>
                <a:lnTo>
                  <a:pt x="16241" y="138299"/>
                </a:lnTo>
                <a:cubicBezTo>
                  <a:pt x="9611" y="134481"/>
                  <a:pt x="5525" y="127382"/>
                  <a:pt x="5525" y="119747"/>
                </a:cubicBezTo>
                <a:lnTo>
                  <a:pt x="5525" y="51770"/>
                </a:lnTo>
                <a:cubicBezTo>
                  <a:pt x="5525" y="44101"/>
                  <a:pt x="9611" y="37036"/>
                  <a:pt x="16241" y="33218"/>
                </a:cubicBezTo>
                <a:lnTo>
                  <a:pt x="75110" y="-837"/>
                </a:lnTo>
                <a:close/>
                <a:moveTo>
                  <a:pt x="144694" y="119714"/>
                </a:moveTo>
                <a:lnTo>
                  <a:pt x="144694" y="64093"/>
                </a:lnTo>
                <a:lnTo>
                  <a:pt x="96541" y="91886"/>
                </a:lnTo>
                <a:lnTo>
                  <a:pt x="96541" y="147507"/>
                </a:lnTo>
                <a:lnTo>
                  <a:pt x="144694" y="11971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206500" y="3903134"/>
            <a:ext cx="1057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DOMAIN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06500" y="4131734"/>
            <a:ext cx="1038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Reglas de Negocio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559315" y="4491568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56726" y="168302"/>
                </a:moveTo>
                <a:cubicBezTo>
                  <a:pt x="60912" y="172488"/>
                  <a:pt x="67709" y="172488"/>
                  <a:pt x="71895" y="168302"/>
                </a:cubicBezTo>
                <a:lnTo>
                  <a:pt x="125473" y="114724"/>
                </a:lnTo>
                <a:cubicBezTo>
                  <a:pt x="129659" y="110538"/>
                  <a:pt x="129659" y="103741"/>
                  <a:pt x="125473" y="99555"/>
                </a:cubicBezTo>
                <a:cubicBezTo>
                  <a:pt x="121287" y="95369"/>
                  <a:pt x="114490" y="95369"/>
                  <a:pt x="110304" y="99555"/>
                </a:cubicBezTo>
                <a:lnTo>
                  <a:pt x="75009" y="134849"/>
                </a:lnTo>
                <a:lnTo>
                  <a:pt x="75009" y="10716"/>
                </a:lnTo>
                <a:cubicBezTo>
                  <a:pt x="75009" y="4789"/>
                  <a:pt x="70221" y="0"/>
                  <a:pt x="64294" y="0"/>
                </a:cubicBezTo>
                <a:cubicBezTo>
                  <a:pt x="58367" y="0"/>
                  <a:pt x="53578" y="4789"/>
                  <a:pt x="53578" y="10716"/>
                </a:cubicBezTo>
                <a:lnTo>
                  <a:pt x="53578" y="134849"/>
                </a:lnTo>
                <a:lnTo>
                  <a:pt x="18284" y="99555"/>
                </a:lnTo>
                <a:cubicBezTo>
                  <a:pt x="14098" y="95369"/>
                  <a:pt x="7300" y="95369"/>
                  <a:pt x="3114" y="99555"/>
                </a:cubicBezTo>
                <a:cubicBezTo>
                  <a:pt x="-1072" y="103741"/>
                  <a:pt x="-1072" y="110538"/>
                  <a:pt x="3114" y="114724"/>
                </a:cubicBezTo>
                <a:lnTo>
                  <a:pt x="56692" y="168302"/>
                </a:lnTo>
                <a:close/>
              </a:path>
            </a:pathLst>
          </a:custGeom>
          <a:solidFill>
            <a:srgbClr val="94A3B8"/>
          </a:solidFill>
          <a:ln/>
        </p:spPr>
      </p:sp>
      <p:sp>
        <p:nvSpPr>
          <p:cNvPr id="25" name="Shape 23"/>
          <p:cNvSpPr/>
          <p:nvPr/>
        </p:nvSpPr>
        <p:spPr>
          <a:xfrm>
            <a:off x="588433" y="4747684"/>
            <a:ext cx="4065058" cy="626533"/>
          </a:xfrm>
          <a:custGeom>
            <a:avLst/>
            <a:gdLst/>
            <a:ahLst/>
            <a:cxnLst/>
            <a:rect l="l" t="t" r="r" b="b"/>
            <a:pathLst>
              <a:path w="4065058" h="626533">
                <a:moveTo>
                  <a:pt x="114298" y="0"/>
                </a:moveTo>
                <a:lnTo>
                  <a:pt x="3950760" y="0"/>
                </a:lnTo>
                <a:cubicBezTo>
                  <a:pt x="4013885" y="0"/>
                  <a:pt x="4065058" y="51173"/>
                  <a:pt x="4065058" y="114298"/>
                </a:cubicBezTo>
                <a:lnTo>
                  <a:pt x="4065058" y="512235"/>
                </a:lnTo>
                <a:cubicBezTo>
                  <a:pt x="4065058" y="575360"/>
                  <a:pt x="4013885" y="626533"/>
                  <a:pt x="3950760" y="626533"/>
                </a:cubicBezTo>
                <a:lnTo>
                  <a:pt x="114298" y="626533"/>
                </a:lnTo>
                <a:cubicBezTo>
                  <a:pt x="51173" y="626533"/>
                  <a:pt x="0" y="575360"/>
                  <a:pt x="0" y="512235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rotWithShape="1" flip="none">
            <a:gsLst>
              <a:gs pos="0">
                <a:srgbClr val="8B5CF6"/>
              </a:gs>
              <a:gs pos="100000">
                <a:srgbClr val="7C3AED"/>
              </a:gs>
            </a:gsLst>
            <a:lin ang="0" scaled="1"/>
          </a:gradFill>
          <a:ln w="22578">
            <a:solidFill>
              <a:srgbClr val="8B5CF6">
                <a:alpha val="5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1200" y="487045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29072" y="4975227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1206500" y="4870452"/>
            <a:ext cx="1381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06500" y="5099052"/>
            <a:ext cx="136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Persistencia + APIs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018088" y="1223433"/>
            <a:ext cx="6790267" cy="980017"/>
          </a:xfrm>
          <a:custGeom>
            <a:avLst/>
            <a:gdLst/>
            <a:ahLst/>
            <a:cxnLst/>
            <a:rect l="l" t="t" r="r" b="b"/>
            <a:pathLst>
              <a:path w="6790267" h="980017">
                <a:moveTo>
                  <a:pt x="114299" y="0"/>
                </a:moveTo>
                <a:lnTo>
                  <a:pt x="6675967" y="0"/>
                </a:lnTo>
                <a:cubicBezTo>
                  <a:pt x="6739093" y="0"/>
                  <a:pt x="6790267" y="51174"/>
                  <a:pt x="6790267" y="114299"/>
                </a:cubicBezTo>
                <a:lnTo>
                  <a:pt x="6790267" y="865717"/>
                </a:lnTo>
                <a:cubicBezTo>
                  <a:pt x="6790267" y="928843"/>
                  <a:pt x="6739093" y="980017"/>
                  <a:pt x="6675967" y="980017"/>
                </a:cubicBezTo>
                <a:lnTo>
                  <a:pt x="114299" y="980017"/>
                </a:lnTo>
                <a:cubicBezTo>
                  <a:pt x="51174" y="980017"/>
                  <a:pt x="0" y="928843"/>
                  <a:pt x="0" y="865717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36621" y="134196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267987" y="1437219"/>
            <a:ext cx="28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708121" y="1341969"/>
            <a:ext cx="695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Routers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978092" y="1361019"/>
            <a:ext cx="714375" cy="228600"/>
          </a:xfrm>
          <a:custGeom>
            <a:avLst/>
            <a:gdLst/>
            <a:ahLst/>
            <a:cxnLst/>
            <a:rect l="l" t="t" r="r" b="b"/>
            <a:pathLst>
              <a:path w="714375" h="228600">
                <a:moveTo>
                  <a:pt x="38101" y="0"/>
                </a:moveTo>
                <a:lnTo>
                  <a:pt x="676274" y="0"/>
                </a:lnTo>
                <a:cubicBezTo>
                  <a:pt x="697317" y="0"/>
                  <a:pt x="714375" y="17058"/>
                  <a:pt x="714375" y="38101"/>
                </a:cubicBezTo>
                <a:lnTo>
                  <a:pt x="714375" y="190499"/>
                </a:lnTo>
                <a:cubicBezTo>
                  <a:pt x="714375" y="211542"/>
                  <a:pt x="697317" y="228600"/>
                  <a:pt x="6762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0978092" y="1361019"/>
            <a:ext cx="7715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Exposición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708121" y="1646769"/>
            <a:ext cx="60483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Recibe peticiones HTTP, valida payloads con Pydantic, mapea entradas a casos de uso. No contiene lógica de negocio compleja.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018088" y="2302405"/>
            <a:ext cx="6790267" cy="980017"/>
          </a:xfrm>
          <a:custGeom>
            <a:avLst/>
            <a:gdLst/>
            <a:ahLst/>
            <a:cxnLst/>
            <a:rect l="l" t="t" r="r" b="b"/>
            <a:pathLst>
              <a:path w="6790267" h="980017">
                <a:moveTo>
                  <a:pt x="114299" y="0"/>
                </a:moveTo>
                <a:lnTo>
                  <a:pt x="6675967" y="0"/>
                </a:lnTo>
                <a:cubicBezTo>
                  <a:pt x="6739093" y="0"/>
                  <a:pt x="6790267" y="51174"/>
                  <a:pt x="6790267" y="114299"/>
                </a:cubicBezTo>
                <a:lnTo>
                  <a:pt x="6790267" y="865717"/>
                </a:lnTo>
                <a:cubicBezTo>
                  <a:pt x="6790267" y="928843"/>
                  <a:pt x="6739093" y="980017"/>
                  <a:pt x="6675967" y="980017"/>
                </a:cubicBezTo>
                <a:lnTo>
                  <a:pt x="114299" y="980017"/>
                </a:lnTo>
                <a:cubicBezTo>
                  <a:pt x="51174" y="980017"/>
                  <a:pt x="0" y="928843"/>
                  <a:pt x="0" y="865717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36621" y="242093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251847" y="2516186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708121" y="2420936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0831381" y="2439986"/>
            <a:ext cx="857250" cy="228600"/>
          </a:xfrm>
          <a:custGeom>
            <a:avLst/>
            <a:gdLst/>
            <a:ahLst/>
            <a:cxnLst/>
            <a:rect l="l" t="t" r="r" b="b"/>
            <a:pathLst>
              <a:path w="857250" h="228600">
                <a:moveTo>
                  <a:pt x="38101" y="0"/>
                </a:moveTo>
                <a:lnTo>
                  <a:pt x="819149" y="0"/>
                </a:lnTo>
                <a:cubicBezTo>
                  <a:pt x="840192" y="0"/>
                  <a:pt x="857250" y="17058"/>
                  <a:pt x="857250" y="38101"/>
                </a:cubicBezTo>
                <a:lnTo>
                  <a:pt x="857250" y="190499"/>
                </a:lnTo>
                <a:cubicBezTo>
                  <a:pt x="857250" y="211542"/>
                  <a:pt x="840192" y="228600"/>
                  <a:pt x="8191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0831381" y="2439986"/>
            <a:ext cx="9144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Orquestación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708121" y="2725736"/>
            <a:ext cx="60483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Orquesta casos de uso, coordina reglas de dominio, invoca repositorios o adaptadores. Mantiene la lógica de proceso.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018088" y="3381376"/>
            <a:ext cx="6790267" cy="980017"/>
          </a:xfrm>
          <a:custGeom>
            <a:avLst/>
            <a:gdLst/>
            <a:ahLst/>
            <a:cxnLst/>
            <a:rect l="l" t="t" r="r" b="b"/>
            <a:pathLst>
              <a:path w="6790267" h="980017">
                <a:moveTo>
                  <a:pt x="114299" y="0"/>
                </a:moveTo>
                <a:lnTo>
                  <a:pt x="6675967" y="0"/>
                </a:lnTo>
                <a:cubicBezTo>
                  <a:pt x="6739093" y="0"/>
                  <a:pt x="6790267" y="51174"/>
                  <a:pt x="6790267" y="114299"/>
                </a:cubicBezTo>
                <a:lnTo>
                  <a:pt x="6790267" y="865717"/>
                </a:lnTo>
                <a:cubicBezTo>
                  <a:pt x="6790267" y="928843"/>
                  <a:pt x="6739093" y="980017"/>
                  <a:pt x="6675967" y="980017"/>
                </a:cubicBezTo>
                <a:lnTo>
                  <a:pt x="114299" y="980017"/>
                </a:lnTo>
                <a:cubicBezTo>
                  <a:pt x="51174" y="980017"/>
                  <a:pt x="0" y="928843"/>
                  <a:pt x="0" y="865717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36621" y="349990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5249466" y="3595157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708121" y="3499907"/>
            <a:ext cx="695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Domain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0823046" y="3518957"/>
            <a:ext cx="866775" cy="228600"/>
          </a:xfrm>
          <a:custGeom>
            <a:avLst/>
            <a:gdLst/>
            <a:ahLst/>
            <a:cxnLst/>
            <a:rect l="l" t="t" r="r" b="b"/>
            <a:pathLst>
              <a:path w="866775" h="228600">
                <a:moveTo>
                  <a:pt x="38101" y="0"/>
                </a:moveTo>
                <a:lnTo>
                  <a:pt x="828674" y="0"/>
                </a:lnTo>
                <a:cubicBezTo>
                  <a:pt x="849717" y="0"/>
                  <a:pt x="866775" y="17058"/>
                  <a:pt x="866775" y="38101"/>
                </a:cubicBezTo>
                <a:lnTo>
                  <a:pt x="866775" y="190499"/>
                </a:lnTo>
                <a:cubicBezTo>
                  <a:pt x="866775" y="211542"/>
                  <a:pt x="849717" y="228600"/>
                  <a:pt x="8286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10823046" y="3518957"/>
            <a:ext cx="9239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Negocio Puro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708121" y="3804707"/>
            <a:ext cx="60483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Entidades, value objects, reglas de negocio puras, validaciones críticas e invariantes del dominio. Aquí vive la lógica que define el comportamiento real.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018088" y="4460347"/>
            <a:ext cx="6790267" cy="980017"/>
          </a:xfrm>
          <a:custGeom>
            <a:avLst/>
            <a:gdLst/>
            <a:ahLst/>
            <a:cxnLst/>
            <a:rect l="l" t="t" r="r" b="b"/>
            <a:pathLst>
              <a:path w="6790267" h="980017">
                <a:moveTo>
                  <a:pt x="114299" y="0"/>
                </a:moveTo>
                <a:lnTo>
                  <a:pt x="6675967" y="0"/>
                </a:lnTo>
                <a:cubicBezTo>
                  <a:pt x="6739093" y="0"/>
                  <a:pt x="6790267" y="51174"/>
                  <a:pt x="6790267" y="114299"/>
                </a:cubicBezTo>
                <a:lnTo>
                  <a:pt x="6790267" y="865717"/>
                </a:lnTo>
                <a:cubicBezTo>
                  <a:pt x="6790267" y="928843"/>
                  <a:pt x="6739093" y="980017"/>
                  <a:pt x="6675967" y="980017"/>
                </a:cubicBezTo>
                <a:lnTo>
                  <a:pt x="114299" y="980017"/>
                </a:lnTo>
                <a:cubicBezTo>
                  <a:pt x="51174" y="980017"/>
                  <a:pt x="0" y="928843"/>
                  <a:pt x="0" y="865717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136621" y="457887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5249598" y="4674129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5C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708121" y="4578879"/>
            <a:ext cx="115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0963275" y="4597929"/>
            <a:ext cx="723900" cy="228600"/>
          </a:xfrm>
          <a:custGeom>
            <a:avLst/>
            <a:gdLst/>
            <a:ahLst/>
            <a:cxnLst/>
            <a:rect l="l" t="t" r="r" b="b"/>
            <a:pathLst>
              <a:path w="723900" h="228600">
                <a:moveTo>
                  <a:pt x="38101" y="0"/>
                </a:moveTo>
                <a:lnTo>
                  <a:pt x="685799" y="0"/>
                </a:lnTo>
                <a:cubicBezTo>
                  <a:pt x="706842" y="0"/>
                  <a:pt x="723900" y="17058"/>
                  <a:pt x="723900" y="38101"/>
                </a:cubicBezTo>
                <a:lnTo>
                  <a:pt x="723900" y="190499"/>
                </a:lnTo>
                <a:cubicBezTo>
                  <a:pt x="723900" y="211542"/>
                  <a:pt x="706842" y="228600"/>
                  <a:pt x="6857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10963275" y="4597929"/>
            <a:ext cx="7810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8B5C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Tecnología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708121" y="4883679"/>
            <a:ext cx="60483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Acceso a PostgreSQL, repositorios concretos, clientes HTTP, integración con APIs externas, proveedores IA, lectura de archivos.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018088" y="5539319"/>
            <a:ext cx="6790267" cy="675217"/>
          </a:xfrm>
          <a:custGeom>
            <a:avLst/>
            <a:gdLst/>
            <a:ahLst/>
            <a:cxnLst/>
            <a:rect l="l" t="t" r="r" b="b"/>
            <a:pathLst>
              <a:path w="6790267" h="675217">
                <a:moveTo>
                  <a:pt x="114301" y="0"/>
                </a:moveTo>
                <a:lnTo>
                  <a:pt x="6675966" y="0"/>
                </a:lnTo>
                <a:cubicBezTo>
                  <a:pt x="6739093" y="0"/>
                  <a:pt x="6790267" y="51174"/>
                  <a:pt x="6790267" y="114301"/>
                </a:cubicBezTo>
                <a:lnTo>
                  <a:pt x="6790267" y="560916"/>
                </a:lnTo>
                <a:cubicBezTo>
                  <a:pt x="6790267" y="624043"/>
                  <a:pt x="6739093" y="675217"/>
                  <a:pt x="6675966" y="675217"/>
                </a:cubicBezTo>
                <a:lnTo>
                  <a:pt x="114301" y="675217"/>
                </a:lnTo>
                <a:cubicBezTo>
                  <a:pt x="51174" y="675217"/>
                  <a:pt x="0" y="624043"/>
                  <a:pt x="0" y="560916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100000">
                <a:srgbClr val="10B981">
                  <a:alpha val="20000"/>
                </a:srgbClr>
              </a:gs>
            </a:gsLst>
            <a:lin ang="0" scaled="1"/>
          </a:gradFill>
          <a:ln w="11289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172340" y="5700182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0" name="Text 58"/>
          <p:cNvSpPr/>
          <p:nvPr/>
        </p:nvSpPr>
        <p:spPr>
          <a:xfrm>
            <a:off x="5365221" y="5657850"/>
            <a:ext cx="63912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Beneficio clave: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Cada capa tiene responsabilidad clara. 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negocio nunca depende de la infraestructura.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Podemos cambiar PostgreSQL por otro motor sin tocar las reglas de negocio.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285750"/>
                </a:lnTo>
                <a:cubicBezTo>
                  <a:pt x="38100" y="296264"/>
                  <a:pt x="29564" y="304800"/>
                  <a:pt x="19050" y="304800"/>
                </a:cubicBezTo>
                <a:lnTo>
                  <a:pt x="19050" y="304800"/>
                </a:lnTo>
                <a:cubicBezTo>
                  <a:pt x="8536" y="304800"/>
                  <a:pt x="0" y="296264"/>
                  <a:pt x="0" y="285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/>
              </a:gs>
              <a:gs pos="0">
                <a:srgbClr val="FFFFFF"/>
              </a:gs>
              <a:gs pos="100000">
                <a:srgbClr val="3B82F6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33400" y="381000"/>
            <a:ext cx="4429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Flujo de Datos en Sprint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Cómo fluyen los datos de punta a punta en el sistema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233" y="1223433"/>
            <a:ext cx="11419417" cy="5247217"/>
          </a:xfrm>
          <a:custGeom>
            <a:avLst/>
            <a:gdLst/>
            <a:ahLst/>
            <a:cxnLst/>
            <a:rect l="l" t="t" r="r" b="b"/>
            <a:pathLst>
              <a:path w="11419417" h="5247217">
                <a:moveTo>
                  <a:pt x="114284" y="0"/>
                </a:moveTo>
                <a:lnTo>
                  <a:pt x="11305132" y="0"/>
                </a:lnTo>
                <a:cubicBezTo>
                  <a:pt x="11368250" y="0"/>
                  <a:pt x="11419417" y="51167"/>
                  <a:pt x="11419417" y="114284"/>
                </a:cubicBezTo>
                <a:lnTo>
                  <a:pt x="11419417" y="5132932"/>
                </a:lnTo>
                <a:cubicBezTo>
                  <a:pt x="11419417" y="5196050"/>
                  <a:pt x="11368250" y="5247217"/>
                  <a:pt x="11305132" y="5247217"/>
                </a:cubicBezTo>
                <a:lnTo>
                  <a:pt x="114284" y="5247217"/>
                </a:lnTo>
                <a:cubicBezTo>
                  <a:pt x="51167" y="5247217"/>
                  <a:pt x="0" y="5196050"/>
                  <a:pt x="0" y="5132932"/>
                </a:cubicBezTo>
                <a:lnTo>
                  <a:pt x="0" y="114284"/>
                </a:lnTo>
                <a:cubicBezTo>
                  <a:pt x="0" y="51167"/>
                  <a:pt x="51167" y="0"/>
                  <a:pt x="114284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8800" y="1380069"/>
            <a:ext cx="3607858" cy="914400"/>
          </a:xfrm>
          <a:custGeom>
            <a:avLst/>
            <a:gdLst/>
            <a:ahLst/>
            <a:cxnLst/>
            <a:rect l="l" t="t" r="r" b="b"/>
            <a:pathLst>
              <a:path w="3607858" h="914400">
                <a:moveTo>
                  <a:pt x="33867" y="0"/>
                </a:moveTo>
                <a:lnTo>
                  <a:pt x="3493558" y="0"/>
                </a:lnTo>
                <a:cubicBezTo>
                  <a:pt x="3556642" y="0"/>
                  <a:pt x="3607858" y="51216"/>
                  <a:pt x="3607858" y="114300"/>
                </a:cubicBezTo>
                <a:lnTo>
                  <a:pt x="3607858" y="800100"/>
                </a:lnTo>
                <a:cubicBezTo>
                  <a:pt x="3607858" y="863184"/>
                  <a:pt x="3556642" y="914400"/>
                  <a:pt x="3493558" y="914400"/>
                </a:cubicBez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7" name="Shape 5"/>
          <p:cNvSpPr/>
          <p:nvPr/>
        </p:nvSpPr>
        <p:spPr>
          <a:xfrm>
            <a:off x="558800" y="1380069"/>
            <a:ext cx="33867" cy="914400"/>
          </a:xfrm>
          <a:custGeom>
            <a:avLst/>
            <a:gdLst/>
            <a:ahLst/>
            <a:cxnLst/>
            <a:rect l="l" t="t" r="r" b="b"/>
            <a:pathLst>
              <a:path w="33867" h="914400">
                <a:moveTo>
                  <a:pt x="33867" y="0"/>
                </a:moveTo>
                <a:lnTo>
                  <a:pt x="33867" y="0"/>
                </a:lnTo>
                <a:lnTo>
                  <a:pt x="33867" y="914400"/>
                </a:ln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690033" y="149436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816107" y="1551519"/>
            <a:ext cx="123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1033" y="1551519"/>
            <a:ext cx="847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Login &amp; JWT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0033" y="1875369"/>
            <a:ext cx="3419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Admin hace login → Auth genera JWT con claim de rol (ADMIN/CUSTOMER)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99611" y="1380069"/>
            <a:ext cx="3607858" cy="914400"/>
          </a:xfrm>
          <a:custGeom>
            <a:avLst/>
            <a:gdLst/>
            <a:ahLst/>
            <a:cxnLst/>
            <a:rect l="l" t="t" r="r" b="b"/>
            <a:pathLst>
              <a:path w="3607858" h="914400">
                <a:moveTo>
                  <a:pt x="33867" y="0"/>
                </a:moveTo>
                <a:lnTo>
                  <a:pt x="3493558" y="0"/>
                </a:lnTo>
                <a:cubicBezTo>
                  <a:pt x="3556642" y="0"/>
                  <a:pt x="3607858" y="51216"/>
                  <a:pt x="3607858" y="114300"/>
                </a:cubicBezTo>
                <a:lnTo>
                  <a:pt x="3607858" y="800100"/>
                </a:lnTo>
                <a:cubicBezTo>
                  <a:pt x="3607858" y="863184"/>
                  <a:pt x="3556642" y="914400"/>
                  <a:pt x="3493558" y="914400"/>
                </a:cubicBez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3" name="Shape 11"/>
          <p:cNvSpPr/>
          <p:nvPr/>
        </p:nvSpPr>
        <p:spPr>
          <a:xfrm>
            <a:off x="4299611" y="1380069"/>
            <a:ext cx="33867" cy="914400"/>
          </a:xfrm>
          <a:custGeom>
            <a:avLst/>
            <a:gdLst/>
            <a:ahLst/>
            <a:cxnLst/>
            <a:rect l="l" t="t" r="r" b="b"/>
            <a:pathLst>
              <a:path w="33867" h="914400">
                <a:moveTo>
                  <a:pt x="33867" y="0"/>
                </a:moveTo>
                <a:lnTo>
                  <a:pt x="33867" y="0"/>
                </a:lnTo>
                <a:lnTo>
                  <a:pt x="33867" y="914400"/>
                </a:ln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4" name="Shape 12"/>
          <p:cNvSpPr/>
          <p:nvPr/>
        </p:nvSpPr>
        <p:spPr>
          <a:xfrm>
            <a:off x="4430845" y="149436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545674" y="1551519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11845" y="1551519"/>
            <a:ext cx="112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Carga de Archivo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30845" y="1875369"/>
            <a:ext cx="3419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Admin carga archivo XLS/CSV → Inventory valida fila por fila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40423" y="1380069"/>
            <a:ext cx="3607858" cy="914400"/>
          </a:xfrm>
          <a:custGeom>
            <a:avLst/>
            <a:gdLst/>
            <a:ahLst/>
            <a:cxnLst/>
            <a:rect l="l" t="t" r="r" b="b"/>
            <a:pathLst>
              <a:path w="3607858" h="914400">
                <a:moveTo>
                  <a:pt x="33867" y="0"/>
                </a:moveTo>
                <a:lnTo>
                  <a:pt x="3493558" y="0"/>
                </a:lnTo>
                <a:cubicBezTo>
                  <a:pt x="3556642" y="0"/>
                  <a:pt x="3607858" y="51216"/>
                  <a:pt x="3607858" y="114300"/>
                </a:cubicBezTo>
                <a:lnTo>
                  <a:pt x="3607858" y="800100"/>
                </a:lnTo>
                <a:cubicBezTo>
                  <a:pt x="3607858" y="863184"/>
                  <a:pt x="3556642" y="914400"/>
                  <a:pt x="3493558" y="914400"/>
                </a:cubicBez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9" name="Shape 17"/>
          <p:cNvSpPr/>
          <p:nvPr/>
        </p:nvSpPr>
        <p:spPr>
          <a:xfrm>
            <a:off x="8040423" y="1380069"/>
            <a:ext cx="33867" cy="914400"/>
          </a:xfrm>
          <a:custGeom>
            <a:avLst/>
            <a:gdLst/>
            <a:ahLst/>
            <a:cxnLst/>
            <a:rect l="l" t="t" r="r" b="b"/>
            <a:pathLst>
              <a:path w="33867" h="914400">
                <a:moveTo>
                  <a:pt x="33867" y="0"/>
                </a:moveTo>
                <a:lnTo>
                  <a:pt x="33867" y="0"/>
                </a:lnTo>
                <a:lnTo>
                  <a:pt x="33867" y="914400"/>
                </a:ln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0" name="Shape 18"/>
          <p:cNvSpPr/>
          <p:nvPr/>
        </p:nvSpPr>
        <p:spPr>
          <a:xfrm>
            <a:off x="8171656" y="149436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8284766" y="1551519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52656" y="1551519"/>
            <a:ext cx="124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Registro de Errores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71656" y="1875369"/>
            <a:ext cx="3419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Errores se registran → Data Quality los expone consultando por batch_id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58800" y="2408504"/>
            <a:ext cx="3607858" cy="914400"/>
          </a:xfrm>
          <a:custGeom>
            <a:avLst/>
            <a:gdLst/>
            <a:ahLst/>
            <a:cxnLst/>
            <a:rect l="l" t="t" r="r" b="b"/>
            <a:pathLst>
              <a:path w="3607858" h="914400">
                <a:moveTo>
                  <a:pt x="33867" y="0"/>
                </a:moveTo>
                <a:lnTo>
                  <a:pt x="3493558" y="0"/>
                </a:lnTo>
                <a:cubicBezTo>
                  <a:pt x="3556642" y="0"/>
                  <a:pt x="3607858" y="51216"/>
                  <a:pt x="3607858" y="114300"/>
                </a:cubicBezTo>
                <a:lnTo>
                  <a:pt x="3607858" y="800100"/>
                </a:lnTo>
                <a:cubicBezTo>
                  <a:pt x="3607858" y="863184"/>
                  <a:pt x="3556642" y="914400"/>
                  <a:pt x="3493558" y="914400"/>
                </a:cubicBez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5" name="Shape 23"/>
          <p:cNvSpPr/>
          <p:nvPr/>
        </p:nvSpPr>
        <p:spPr>
          <a:xfrm>
            <a:off x="558800" y="2408504"/>
            <a:ext cx="33867" cy="914400"/>
          </a:xfrm>
          <a:custGeom>
            <a:avLst/>
            <a:gdLst/>
            <a:ahLst/>
            <a:cxnLst/>
            <a:rect l="l" t="t" r="r" b="b"/>
            <a:pathLst>
              <a:path w="33867" h="914400">
                <a:moveTo>
                  <a:pt x="33867" y="0"/>
                </a:moveTo>
                <a:lnTo>
                  <a:pt x="33867" y="0"/>
                </a:lnTo>
                <a:lnTo>
                  <a:pt x="33867" y="914400"/>
                </a:ln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6" name="Shape 24"/>
          <p:cNvSpPr/>
          <p:nvPr/>
        </p:nvSpPr>
        <p:spPr>
          <a:xfrm>
            <a:off x="690033" y="252280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803275" y="2579954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71033" y="2579954"/>
            <a:ext cx="117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Productos Válidos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0033" y="2903804"/>
            <a:ext cx="3419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Productos válidos pasan a Catalog Service con sus metadatos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299611" y="2408504"/>
            <a:ext cx="3607858" cy="914400"/>
          </a:xfrm>
          <a:custGeom>
            <a:avLst/>
            <a:gdLst/>
            <a:ahLst/>
            <a:cxnLst/>
            <a:rect l="l" t="t" r="r" b="b"/>
            <a:pathLst>
              <a:path w="3607858" h="914400">
                <a:moveTo>
                  <a:pt x="33867" y="0"/>
                </a:moveTo>
                <a:lnTo>
                  <a:pt x="3493558" y="0"/>
                </a:lnTo>
                <a:cubicBezTo>
                  <a:pt x="3556642" y="0"/>
                  <a:pt x="3607858" y="51216"/>
                  <a:pt x="3607858" y="114300"/>
                </a:cubicBezTo>
                <a:lnTo>
                  <a:pt x="3607858" y="800100"/>
                </a:lnTo>
                <a:cubicBezTo>
                  <a:pt x="3607858" y="863184"/>
                  <a:pt x="3556642" y="914400"/>
                  <a:pt x="3493558" y="914400"/>
                </a:cubicBez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1" name="Shape 29"/>
          <p:cNvSpPr/>
          <p:nvPr/>
        </p:nvSpPr>
        <p:spPr>
          <a:xfrm>
            <a:off x="4299611" y="2408504"/>
            <a:ext cx="33867" cy="914400"/>
          </a:xfrm>
          <a:custGeom>
            <a:avLst/>
            <a:gdLst/>
            <a:ahLst/>
            <a:cxnLst/>
            <a:rect l="l" t="t" r="r" b="b"/>
            <a:pathLst>
              <a:path w="33867" h="914400">
                <a:moveTo>
                  <a:pt x="33867" y="0"/>
                </a:moveTo>
                <a:lnTo>
                  <a:pt x="33867" y="0"/>
                </a:lnTo>
                <a:lnTo>
                  <a:pt x="33867" y="914400"/>
                </a:ln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32" name="Shape 30"/>
          <p:cNvSpPr/>
          <p:nvPr/>
        </p:nvSpPr>
        <p:spPr>
          <a:xfrm>
            <a:off x="4430845" y="252280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33" name="Text 31"/>
          <p:cNvSpPr/>
          <p:nvPr/>
        </p:nvSpPr>
        <p:spPr>
          <a:xfrm>
            <a:off x="4543425" y="2579954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811845" y="2579954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Enriquecimiento IA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430845" y="2903804"/>
            <a:ext cx="3419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Enrichment mock recibe libro y devuelve metadatos preparados para Sprint 2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040423" y="2408504"/>
            <a:ext cx="3607858" cy="914400"/>
          </a:xfrm>
          <a:custGeom>
            <a:avLst/>
            <a:gdLst/>
            <a:ahLst/>
            <a:cxnLst/>
            <a:rect l="l" t="t" r="r" b="b"/>
            <a:pathLst>
              <a:path w="3607858" h="914400">
                <a:moveTo>
                  <a:pt x="33867" y="0"/>
                </a:moveTo>
                <a:lnTo>
                  <a:pt x="3493558" y="0"/>
                </a:lnTo>
                <a:cubicBezTo>
                  <a:pt x="3556642" y="0"/>
                  <a:pt x="3607858" y="51216"/>
                  <a:pt x="3607858" y="114300"/>
                </a:cubicBezTo>
                <a:lnTo>
                  <a:pt x="3607858" y="800100"/>
                </a:lnTo>
                <a:cubicBezTo>
                  <a:pt x="3607858" y="863184"/>
                  <a:pt x="3556642" y="914400"/>
                  <a:pt x="3493558" y="914400"/>
                </a:cubicBez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7" name="Shape 35"/>
          <p:cNvSpPr/>
          <p:nvPr/>
        </p:nvSpPr>
        <p:spPr>
          <a:xfrm>
            <a:off x="8040423" y="2408504"/>
            <a:ext cx="33867" cy="914400"/>
          </a:xfrm>
          <a:custGeom>
            <a:avLst/>
            <a:gdLst/>
            <a:ahLst/>
            <a:cxnLst/>
            <a:rect l="l" t="t" r="r" b="b"/>
            <a:pathLst>
              <a:path w="33867" h="914400">
                <a:moveTo>
                  <a:pt x="33867" y="0"/>
                </a:moveTo>
                <a:lnTo>
                  <a:pt x="33867" y="0"/>
                </a:lnTo>
                <a:lnTo>
                  <a:pt x="33867" y="914400"/>
                </a:ln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84CC16"/>
          </a:solidFill>
          <a:ln/>
        </p:spPr>
      </p:sp>
      <p:sp>
        <p:nvSpPr>
          <p:cNvPr id="38" name="Shape 36"/>
          <p:cNvSpPr/>
          <p:nvPr/>
        </p:nvSpPr>
        <p:spPr>
          <a:xfrm>
            <a:off x="8171656" y="252280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4CC16"/>
          </a:solidFill>
          <a:ln/>
        </p:spPr>
      </p:sp>
      <p:sp>
        <p:nvSpPr>
          <p:cNvPr id="39" name="Text 37"/>
          <p:cNvSpPr/>
          <p:nvPr/>
        </p:nvSpPr>
        <p:spPr>
          <a:xfrm>
            <a:off x="8283972" y="2579954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552656" y="2579954"/>
            <a:ext cx="92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Configuración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171656" y="2903804"/>
            <a:ext cx="3419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Config Service provee parámetros al sistema sin tocar código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58800" y="3436939"/>
            <a:ext cx="3607858" cy="914400"/>
          </a:xfrm>
          <a:custGeom>
            <a:avLst/>
            <a:gdLst/>
            <a:ahLst/>
            <a:cxnLst/>
            <a:rect l="l" t="t" r="r" b="b"/>
            <a:pathLst>
              <a:path w="3607858" h="914400">
                <a:moveTo>
                  <a:pt x="33867" y="0"/>
                </a:moveTo>
                <a:lnTo>
                  <a:pt x="3493558" y="0"/>
                </a:lnTo>
                <a:cubicBezTo>
                  <a:pt x="3556642" y="0"/>
                  <a:pt x="3607858" y="51216"/>
                  <a:pt x="3607858" y="114300"/>
                </a:cubicBezTo>
                <a:lnTo>
                  <a:pt x="3607858" y="800100"/>
                </a:lnTo>
                <a:cubicBezTo>
                  <a:pt x="3607858" y="863184"/>
                  <a:pt x="3556642" y="914400"/>
                  <a:pt x="3493558" y="914400"/>
                </a:cubicBez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3" name="Shape 41"/>
          <p:cNvSpPr/>
          <p:nvPr/>
        </p:nvSpPr>
        <p:spPr>
          <a:xfrm>
            <a:off x="558800" y="3436939"/>
            <a:ext cx="33867" cy="914400"/>
          </a:xfrm>
          <a:custGeom>
            <a:avLst/>
            <a:gdLst/>
            <a:ahLst/>
            <a:cxnLst/>
            <a:rect l="l" t="t" r="r" b="b"/>
            <a:pathLst>
              <a:path w="33867" h="914400">
                <a:moveTo>
                  <a:pt x="33867" y="0"/>
                </a:moveTo>
                <a:lnTo>
                  <a:pt x="33867" y="0"/>
                </a:lnTo>
                <a:lnTo>
                  <a:pt x="33867" y="914400"/>
                </a:ln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44" name="Shape 42"/>
          <p:cNvSpPr/>
          <p:nvPr/>
        </p:nvSpPr>
        <p:spPr>
          <a:xfrm>
            <a:off x="690033" y="355123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45" name="Text 43"/>
          <p:cNvSpPr/>
          <p:nvPr/>
        </p:nvSpPr>
        <p:spPr>
          <a:xfrm>
            <a:off x="807773" y="3608389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71033" y="3608389"/>
            <a:ext cx="838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Panel Admin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90033" y="3932239"/>
            <a:ext cx="3419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Frontend Admin visualiza lotes vía BFF con estados y contadores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299611" y="3436939"/>
            <a:ext cx="3607858" cy="914400"/>
          </a:xfrm>
          <a:custGeom>
            <a:avLst/>
            <a:gdLst/>
            <a:ahLst/>
            <a:cxnLst/>
            <a:rect l="l" t="t" r="r" b="b"/>
            <a:pathLst>
              <a:path w="3607858" h="914400">
                <a:moveTo>
                  <a:pt x="33867" y="0"/>
                </a:moveTo>
                <a:lnTo>
                  <a:pt x="3493558" y="0"/>
                </a:lnTo>
                <a:cubicBezTo>
                  <a:pt x="3556642" y="0"/>
                  <a:pt x="3607858" y="51216"/>
                  <a:pt x="3607858" y="114300"/>
                </a:cubicBezTo>
                <a:lnTo>
                  <a:pt x="3607858" y="800100"/>
                </a:lnTo>
                <a:cubicBezTo>
                  <a:pt x="3607858" y="863184"/>
                  <a:pt x="3556642" y="914400"/>
                  <a:pt x="3493558" y="914400"/>
                </a:cubicBez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9" name="Shape 47"/>
          <p:cNvSpPr/>
          <p:nvPr/>
        </p:nvSpPr>
        <p:spPr>
          <a:xfrm>
            <a:off x="4299611" y="3436939"/>
            <a:ext cx="33867" cy="914400"/>
          </a:xfrm>
          <a:custGeom>
            <a:avLst/>
            <a:gdLst/>
            <a:ahLst/>
            <a:cxnLst/>
            <a:rect l="l" t="t" r="r" b="b"/>
            <a:pathLst>
              <a:path w="33867" h="914400">
                <a:moveTo>
                  <a:pt x="33867" y="0"/>
                </a:moveTo>
                <a:lnTo>
                  <a:pt x="33867" y="0"/>
                </a:lnTo>
                <a:lnTo>
                  <a:pt x="33867" y="914400"/>
                </a:ln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0" name="Shape 48"/>
          <p:cNvSpPr/>
          <p:nvPr/>
        </p:nvSpPr>
        <p:spPr>
          <a:xfrm>
            <a:off x="4430845" y="355123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1" name="Text 49"/>
          <p:cNvSpPr/>
          <p:nvPr/>
        </p:nvSpPr>
        <p:spPr>
          <a:xfrm>
            <a:off x="4541705" y="3608389"/>
            <a:ext cx="15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811845" y="3608389"/>
            <a:ext cx="93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Catálogo Web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430845" y="3932239"/>
            <a:ext cx="3419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Frontend Comercial visualiza catálogo navegable vía BFF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040423" y="3436939"/>
            <a:ext cx="3607858" cy="914400"/>
          </a:xfrm>
          <a:custGeom>
            <a:avLst/>
            <a:gdLst/>
            <a:ahLst/>
            <a:cxnLst/>
            <a:rect l="l" t="t" r="r" b="b"/>
            <a:pathLst>
              <a:path w="3607858" h="914400">
                <a:moveTo>
                  <a:pt x="33867" y="0"/>
                </a:moveTo>
                <a:lnTo>
                  <a:pt x="3493558" y="0"/>
                </a:lnTo>
                <a:cubicBezTo>
                  <a:pt x="3556642" y="0"/>
                  <a:pt x="3607858" y="51216"/>
                  <a:pt x="3607858" y="114300"/>
                </a:cubicBezTo>
                <a:lnTo>
                  <a:pt x="3607858" y="800100"/>
                </a:lnTo>
                <a:cubicBezTo>
                  <a:pt x="3607858" y="863184"/>
                  <a:pt x="3556642" y="914400"/>
                  <a:pt x="3493558" y="914400"/>
                </a:cubicBez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5" name="Shape 53"/>
          <p:cNvSpPr/>
          <p:nvPr/>
        </p:nvSpPr>
        <p:spPr>
          <a:xfrm>
            <a:off x="8040423" y="3436939"/>
            <a:ext cx="33867" cy="914400"/>
          </a:xfrm>
          <a:custGeom>
            <a:avLst/>
            <a:gdLst/>
            <a:ahLst/>
            <a:cxnLst/>
            <a:rect l="l" t="t" r="r" b="b"/>
            <a:pathLst>
              <a:path w="33867" h="914400">
                <a:moveTo>
                  <a:pt x="33867" y="0"/>
                </a:moveTo>
                <a:lnTo>
                  <a:pt x="33867" y="0"/>
                </a:lnTo>
                <a:lnTo>
                  <a:pt x="33867" y="914400"/>
                </a:ln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6" name="Shape 54"/>
          <p:cNvSpPr/>
          <p:nvPr/>
        </p:nvSpPr>
        <p:spPr>
          <a:xfrm>
            <a:off x="8171656" y="355123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7" name="Text 55"/>
          <p:cNvSpPr/>
          <p:nvPr/>
        </p:nvSpPr>
        <p:spPr>
          <a:xfrm>
            <a:off x="8284369" y="3608389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552656" y="3608389"/>
            <a:ext cx="136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Validación Seguridad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171656" y="3932239"/>
            <a:ext cx="3419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Gateway valida JWT y rol en cada petición protegida (401/403/200)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546100" y="4469607"/>
            <a:ext cx="11095567" cy="427567"/>
          </a:xfrm>
          <a:custGeom>
            <a:avLst/>
            <a:gdLst/>
            <a:ahLst/>
            <a:cxnLst/>
            <a:rect l="l" t="t" r="r" b="b"/>
            <a:pathLst>
              <a:path w="11095567" h="427567">
                <a:moveTo>
                  <a:pt x="114301" y="0"/>
                </a:moveTo>
                <a:lnTo>
                  <a:pt x="10981265" y="0"/>
                </a:lnTo>
                <a:cubicBezTo>
                  <a:pt x="11044392" y="0"/>
                  <a:pt x="11095567" y="51174"/>
                  <a:pt x="11095567" y="114301"/>
                </a:cubicBezTo>
                <a:lnTo>
                  <a:pt x="11095567" y="313265"/>
                </a:lnTo>
                <a:cubicBezTo>
                  <a:pt x="11095567" y="376392"/>
                  <a:pt x="11044392" y="427567"/>
                  <a:pt x="10981265" y="427567"/>
                </a:cubicBezTo>
                <a:lnTo>
                  <a:pt x="114301" y="427567"/>
                </a:lnTo>
                <a:cubicBezTo>
                  <a:pt x="51174" y="427567"/>
                  <a:pt x="0" y="376392"/>
                  <a:pt x="0" y="313265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100000">
                <a:srgbClr val="10B981">
                  <a:alpha val="20000"/>
                </a:srgbClr>
              </a:gs>
            </a:gsLst>
            <a:lin ang="0" scaled="1"/>
          </a:gradFill>
          <a:ln w="11289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88446" y="458813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2" name="Text 60"/>
          <p:cNvSpPr/>
          <p:nvPr/>
        </p:nvSpPr>
        <p:spPr>
          <a:xfrm>
            <a:off x="1017058" y="4588139"/>
            <a:ext cx="998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Flujo completo verificado: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Cada paso ha sido probado de punta a punta. El JWT generado en el paso 1 se utiliza en todos los pasos subsiguientes a través del BFF.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9813" y="417794"/>
            <a:ext cx="455776" cy="455776"/>
          </a:xfrm>
          <a:custGeom>
            <a:avLst/>
            <a:gdLst/>
            <a:ahLst/>
            <a:cxnLst/>
            <a:rect l="l" t="t" r="r" b="b"/>
            <a:pathLst>
              <a:path w="455776" h="455776">
                <a:moveTo>
                  <a:pt x="113944" y="0"/>
                </a:moveTo>
                <a:lnTo>
                  <a:pt x="341832" y="0"/>
                </a:lnTo>
                <a:cubicBezTo>
                  <a:pt x="404761" y="0"/>
                  <a:pt x="455776" y="51014"/>
                  <a:pt x="455776" y="113944"/>
                </a:cubicBezTo>
                <a:lnTo>
                  <a:pt x="455776" y="341832"/>
                </a:lnTo>
                <a:cubicBezTo>
                  <a:pt x="455776" y="404761"/>
                  <a:pt x="404761" y="455776"/>
                  <a:pt x="341832" y="455776"/>
                </a:cubicBezTo>
                <a:lnTo>
                  <a:pt x="113944" y="455776"/>
                </a:lnTo>
                <a:cubicBezTo>
                  <a:pt x="51014" y="455776"/>
                  <a:pt x="0" y="404761"/>
                  <a:pt x="0" y="341832"/>
                </a:cubicBezTo>
                <a:lnTo>
                  <a:pt x="0" y="113944"/>
                </a:lnTo>
                <a:cubicBezTo>
                  <a:pt x="0" y="51057"/>
                  <a:pt x="51057" y="0"/>
                  <a:pt x="113944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/>
              </a:gs>
              <a:gs pos="100000">
                <a:srgbClr val="1D4ED8"/>
              </a:gs>
            </a:gsLst>
            <a:lin ang="27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499955" y="512748"/>
            <a:ext cx="313346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49533" y="379813"/>
            <a:ext cx="2193421" cy="3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43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Auth Service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9533" y="721645"/>
            <a:ext cx="560224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auth_db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15428" y="721645"/>
            <a:ext cx="94953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|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20668" y="721645"/>
            <a:ext cx="522243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FastAPI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53725" y="721645"/>
            <a:ext cx="94953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|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58965" y="721645"/>
            <a:ext cx="807103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Puerto 8081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403185" y="451558"/>
            <a:ext cx="1404253" cy="388253"/>
          </a:xfrm>
          <a:custGeom>
            <a:avLst/>
            <a:gdLst/>
            <a:ahLst/>
            <a:cxnLst/>
            <a:rect l="l" t="t" r="r" b="b"/>
            <a:pathLst>
              <a:path w="1404253" h="388253">
                <a:moveTo>
                  <a:pt x="75962" y="0"/>
                </a:moveTo>
                <a:lnTo>
                  <a:pt x="1328292" y="0"/>
                </a:lnTo>
                <a:cubicBezTo>
                  <a:pt x="1370244" y="0"/>
                  <a:pt x="1404253" y="34009"/>
                  <a:pt x="1404253" y="75962"/>
                </a:cubicBezTo>
                <a:lnTo>
                  <a:pt x="1404253" y="312292"/>
                </a:lnTo>
                <a:cubicBezTo>
                  <a:pt x="1404253" y="354244"/>
                  <a:pt x="1370244" y="388253"/>
                  <a:pt x="1328292" y="388253"/>
                </a:cubicBezTo>
                <a:lnTo>
                  <a:pt x="75962" y="388253"/>
                </a:lnTo>
                <a:cubicBezTo>
                  <a:pt x="34037" y="388253"/>
                  <a:pt x="0" y="354216"/>
                  <a:pt x="0" y="312292"/>
                </a:cubicBezTo>
                <a:lnTo>
                  <a:pt x="0" y="75962"/>
                </a:lnTo>
                <a:cubicBezTo>
                  <a:pt x="0" y="34037"/>
                  <a:pt x="34037" y="0"/>
                  <a:pt x="75962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11289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59331" y="565501"/>
            <a:ext cx="1154737" cy="168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COMPLETADO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4033" y="1029715"/>
            <a:ext cx="5629674" cy="919992"/>
          </a:xfrm>
          <a:custGeom>
            <a:avLst/>
            <a:gdLst/>
            <a:ahLst/>
            <a:cxnLst/>
            <a:rect l="l" t="t" r="r" b="b"/>
            <a:pathLst>
              <a:path w="5629674" h="919992">
                <a:moveTo>
                  <a:pt x="113941" y="0"/>
                </a:moveTo>
                <a:lnTo>
                  <a:pt x="5515733" y="0"/>
                </a:lnTo>
                <a:cubicBezTo>
                  <a:pt x="5578661" y="0"/>
                  <a:pt x="5629674" y="51013"/>
                  <a:pt x="5629674" y="113941"/>
                </a:cubicBezTo>
                <a:lnTo>
                  <a:pt x="5629674" y="806051"/>
                </a:lnTo>
                <a:cubicBezTo>
                  <a:pt x="5629674" y="868979"/>
                  <a:pt x="5578661" y="919992"/>
                  <a:pt x="5515733" y="919992"/>
                </a:cubicBezTo>
                <a:lnTo>
                  <a:pt x="113941" y="919992"/>
                </a:lnTo>
                <a:cubicBezTo>
                  <a:pt x="51013" y="919992"/>
                  <a:pt x="0" y="868979"/>
                  <a:pt x="0" y="806051"/>
                </a:cubicBezTo>
                <a:lnTo>
                  <a:pt x="0" y="113941"/>
                </a:lnTo>
                <a:cubicBezTo>
                  <a:pt x="0" y="51055"/>
                  <a:pt x="51055" y="0"/>
                  <a:pt x="113941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1188" y="1185863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118395" y="114003"/>
                </a:moveTo>
                <a:cubicBezTo>
                  <a:pt x="111837" y="102609"/>
                  <a:pt x="99523" y="94953"/>
                  <a:pt x="85458" y="94953"/>
                </a:cubicBezTo>
                <a:lnTo>
                  <a:pt x="66467" y="94953"/>
                </a:lnTo>
                <a:cubicBezTo>
                  <a:pt x="52402" y="94953"/>
                  <a:pt x="40088" y="102609"/>
                  <a:pt x="33530" y="114003"/>
                </a:cubicBezTo>
                <a:cubicBezTo>
                  <a:pt x="43975" y="125635"/>
                  <a:pt x="59108" y="132935"/>
                  <a:pt x="75963" y="132935"/>
                </a:cubicBezTo>
                <a:cubicBezTo>
                  <a:pt x="92817" y="132935"/>
                  <a:pt x="107950" y="125605"/>
                  <a:pt x="118395" y="114003"/>
                </a:cubicBezTo>
                <a:close/>
                <a:moveTo>
                  <a:pt x="0" y="75963"/>
                </a:moveTo>
                <a:cubicBezTo>
                  <a:pt x="0" y="34038"/>
                  <a:pt x="34038" y="0"/>
                  <a:pt x="75963" y="0"/>
                </a:cubicBezTo>
                <a:cubicBezTo>
                  <a:pt x="117888" y="0"/>
                  <a:pt x="151925" y="34038"/>
                  <a:pt x="151925" y="75963"/>
                </a:cubicBezTo>
                <a:cubicBezTo>
                  <a:pt x="151925" y="117888"/>
                  <a:pt x="117888" y="151925"/>
                  <a:pt x="75963" y="151925"/>
                </a:cubicBezTo>
                <a:cubicBezTo>
                  <a:pt x="34038" y="151925"/>
                  <a:pt x="0" y="117888"/>
                  <a:pt x="0" y="75963"/>
                </a:cubicBezTo>
                <a:close/>
                <a:moveTo>
                  <a:pt x="75963" y="80710"/>
                </a:moveTo>
                <a:cubicBezTo>
                  <a:pt x="87754" y="80710"/>
                  <a:pt x="97327" y="71137"/>
                  <a:pt x="97327" y="59346"/>
                </a:cubicBezTo>
                <a:cubicBezTo>
                  <a:pt x="97327" y="47554"/>
                  <a:pt x="87754" y="37981"/>
                  <a:pt x="75963" y="37981"/>
                </a:cubicBezTo>
                <a:cubicBezTo>
                  <a:pt x="64171" y="37981"/>
                  <a:pt x="54598" y="47554"/>
                  <a:pt x="54598" y="59346"/>
                </a:cubicBezTo>
                <a:cubicBezTo>
                  <a:pt x="54598" y="71137"/>
                  <a:pt x="64171" y="80710"/>
                  <a:pt x="75963" y="8071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66" y="1147882"/>
            <a:ext cx="1395813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Historia de Usuario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197" y="1451733"/>
            <a:ext cx="5459813" cy="379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"Como usuario del sistema, quiero autenticarme de forma segura y acceder según mi rol."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4033" y="2072092"/>
            <a:ext cx="5629674" cy="3645151"/>
          </a:xfrm>
          <a:custGeom>
            <a:avLst/>
            <a:gdLst/>
            <a:ahLst/>
            <a:cxnLst/>
            <a:rect l="l" t="t" r="r" b="b"/>
            <a:pathLst>
              <a:path w="5629674" h="3645151">
                <a:moveTo>
                  <a:pt x="113947" y="0"/>
                </a:moveTo>
                <a:lnTo>
                  <a:pt x="5515727" y="0"/>
                </a:lnTo>
                <a:cubicBezTo>
                  <a:pt x="5578658" y="0"/>
                  <a:pt x="5629674" y="51016"/>
                  <a:pt x="5629674" y="113947"/>
                </a:cubicBezTo>
                <a:lnTo>
                  <a:pt x="5629674" y="3531203"/>
                </a:lnTo>
                <a:cubicBezTo>
                  <a:pt x="5629674" y="3594135"/>
                  <a:pt x="5578658" y="3645151"/>
                  <a:pt x="5515727" y="3645151"/>
                </a:cubicBezTo>
                <a:lnTo>
                  <a:pt x="113947" y="3645151"/>
                </a:lnTo>
                <a:cubicBezTo>
                  <a:pt x="51016" y="3645151"/>
                  <a:pt x="0" y="3594135"/>
                  <a:pt x="0" y="3531203"/>
                </a:cubicBezTo>
                <a:lnTo>
                  <a:pt x="0" y="113947"/>
                </a:lnTo>
                <a:cubicBezTo>
                  <a:pt x="0" y="51058"/>
                  <a:pt x="51058" y="0"/>
                  <a:pt x="113947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1693" y="2228235"/>
            <a:ext cx="170916" cy="151925"/>
          </a:xfrm>
          <a:custGeom>
            <a:avLst/>
            <a:gdLst/>
            <a:ahLst/>
            <a:cxnLst/>
            <a:rect l="l" t="t" r="r" b="b"/>
            <a:pathLst>
              <a:path w="170916" h="151925">
                <a:moveTo>
                  <a:pt x="107060" y="356"/>
                </a:moveTo>
                <a:cubicBezTo>
                  <a:pt x="102015" y="-1098"/>
                  <a:pt x="96763" y="1840"/>
                  <a:pt x="95309" y="6884"/>
                </a:cubicBezTo>
                <a:lnTo>
                  <a:pt x="57328" y="139819"/>
                </a:lnTo>
                <a:cubicBezTo>
                  <a:pt x="55874" y="144863"/>
                  <a:pt x="58812" y="150115"/>
                  <a:pt x="63856" y="151569"/>
                </a:cubicBezTo>
                <a:cubicBezTo>
                  <a:pt x="68900" y="153023"/>
                  <a:pt x="74153" y="150086"/>
                  <a:pt x="75607" y="145041"/>
                </a:cubicBezTo>
                <a:lnTo>
                  <a:pt x="113588" y="12107"/>
                </a:lnTo>
                <a:cubicBezTo>
                  <a:pt x="115042" y="7062"/>
                  <a:pt x="112104" y="1810"/>
                  <a:pt x="107060" y="356"/>
                </a:cubicBezTo>
                <a:close/>
                <a:moveTo>
                  <a:pt x="126229" y="40741"/>
                </a:moveTo>
                <a:cubicBezTo>
                  <a:pt x="122519" y="44450"/>
                  <a:pt x="122519" y="50474"/>
                  <a:pt x="126229" y="54183"/>
                </a:cubicBezTo>
                <a:lnTo>
                  <a:pt x="148008" y="75963"/>
                </a:lnTo>
                <a:lnTo>
                  <a:pt x="126229" y="97743"/>
                </a:lnTo>
                <a:cubicBezTo>
                  <a:pt x="122519" y="101452"/>
                  <a:pt x="122519" y="107475"/>
                  <a:pt x="126229" y="111184"/>
                </a:cubicBezTo>
                <a:cubicBezTo>
                  <a:pt x="129938" y="114893"/>
                  <a:pt x="135961" y="114893"/>
                  <a:pt x="139670" y="111184"/>
                </a:cubicBezTo>
                <a:lnTo>
                  <a:pt x="168156" y="82698"/>
                </a:lnTo>
                <a:cubicBezTo>
                  <a:pt x="171865" y="78989"/>
                  <a:pt x="171865" y="72966"/>
                  <a:pt x="168156" y="69257"/>
                </a:cubicBezTo>
                <a:lnTo>
                  <a:pt x="139670" y="40771"/>
                </a:lnTo>
                <a:cubicBezTo>
                  <a:pt x="135961" y="37061"/>
                  <a:pt x="129938" y="37061"/>
                  <a:pt x="126229" y="40771"/>
                </a:cubicBezTo>
                <a:close/>
                <a:moveTo>
                  <a:pt x="44717" y="40741"/>
                </a:moveTo>
                <a:cubicBezTo>
                  <a:pt x="41008" y="37032"/>
                  <a:pt x="34984" y="37032"/>
                  <a:pt x="31275" y="40741"/>
                </a:cubicBezTo>
                <a:lnTo>
                  <a:pt x="2789" y="69227"/>
                </a:lnTo>
                <a:cubicBezTo>
                  <a:pt x="-920" y="72936"/>
                  <a:pt x="-920" y="78960"/>
                  <a:pt x="2789" y="82669"/>
                </a:cubicBezTo>
                <a:lnTo>
                  <a:pt x="31275" y="111155"/>
                </a:lnTo>
                <a:cubicBezTo>
                  <a:pt x="34984" y="114864"/>
                  <a:pt x="41008" y="114864"/>
                  <a:pt x="44717" y="111155"/>
                </a:cubicBezTo>
                <a:cubicBezTo>
                  <a:pt x="48426" y="107446"/>
                  <a:pt x="48426" y="101422"/>
                  <a:pt x="44717" y="97713"/>
                </a:cubicBezTo>
                <a:lnTo>
                  <a:pt x="22937" y="75963"/>
                </a:lnTo>
                <a:lnTo>
                  <a:pt x="44687" y="54183"/>
                </a:lnTo>
                <a:cubicBezTo>
                  <a:pt x="48396" y="50474"/>
                  <a:pt x="48396" y="44450"/>
                  <a:pt x="44687" y="407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66" y="2190254"/>
            <a:ext cx="1072972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Implementado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6440" y="2532086"/>
            <a:ext cx="113944" cy="113944"/>
          </a:xfrm>
          <a:custGeom>
            <a:avLst/>
            <a:gdLst/>
            <a:ahLst/>
            <a:cxnLst/>
            <a:rect l="l" t="t" r="r" b="b"/>
            <a:pathLst>
              <a:path w="113944" h="113944">
                <a:moveTo>
                  <a:pt x="56972" y="113944"/>
                </a:moveTo>
                <a:cubicBezTo>
                  <a:pt x="88416" y="113944"/>
                  <a:pt x="113944" y="88416"/>
                  <a:pt x="113944" y="56972"/>
                </a:cubicBezTo>
                <a:cubicBezTo>
                  <a:pt x="113944" y="25528"/>
                  <a:pt x="88416" y="0"/>
                  <a:pt x="56972" y="0"/>
                </a:cubicBezTo>
                <a:cubicBezTo>
                  <a:pt x="25528" y="0"/>
                  <a:pt x="0" y="25528"/>
                  <a:pt x="0" y="56972"/>
                </a:cubicBezTo>
                <a:cubicBezTo>
                  <a:pt x="0" y="88416"/>
                  <a:pt x="25528" y="113944"/>
                  <a:pt x="56972" y="113944"/>
                </a:cubicBezTo>
                <a:close/>
                <a:moveTo>
                  <a:pt x="75755" y="47336"/>
                </a:moveTo>
                <a:lnTo>
                  <a:pt x="57951" y="75822"/>
                </a:lnTo>
                <a:cubicBezTo>
                  <a:pt x="57016" y="77313"/>
                  <a:pt x="55414" y="78247"/>
                  <a:pt x="53656" y="78336"/>
                </a:cubicBezTo>
                <a:cubicBezTo>
                  <a:pt x="51898" y="78425"/>
                  <a:pt x="50207" y="77624"/>
                  <a:pt x="49161" y="76200"/>
                </a:cubicBezTo>
                <a:lnTo>
                  <a:pt x="38478" y="61957"/>
                </a:lnTo>
                <a:cubicBezTo>
                  <a:pt x="36698" y="59598"/>
                  <a:pt x="37188" y="56260"/>
                  <a:pt x="39547" y="54479"/>
                </a:cubicBezTo>
                <a:cubicBezTo>
                  <a:pt x="41906" y="52699"/>
                  <a:pt x="45244" y="53189"/>
                  <a:pt x="47024" y="55548"/>
                </a:cubicBezTo>
                <a:lnTo>
                  <a:pt x="53033" y="63559"/>
                </a:lnTo>
                <a:lnTo>
                  <a:pt x="66697" y="41683"/>
                </a:lnTo>
                <a:cubicBezTo>
                  <a:pt x="68255" y="39190"/>
                  <a:pt x="71549" y="38412"/>
                  <a:pt x="74064" y="39992"/>
                </a:cubicBezTo>
                <a:cubicBezTo>
                  <a:pt x="76578" y="41572"/>
                  <a:pt x="77335" y="44843"/>
                  <a:pt x="75755" y="4735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720590" y="2494104"/>
            <a:ext cx="3114467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Registro con BCrypt y rol por defecto CUSTOMER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6440" y="2778964"/>
            <a:ext cx="113944" cy="113944"/>
          </a:xfrm>
          <a:custGeom>
            <a:avLst/>
            <a:gdLst/>
            <a:ahLst/>
            <a:cxnLst/>
            <a:rect l="l" t="t" r="r" b="b"/>
            <a:pathLst>
              <a:path w="113944" h="113944">
                <a:moveTo>
                  <a:pt x="56972" y="113944"/>
                </a:moveTo>
                <a:cubicBezTo>
                  <a:pt x="88416" y="113944"/>
                  <a:pt x="113944" y="88416"/>
                  <a:pt x="113944" y="56972"/>
                </a:cubicBezTo>
                <a:cubicBezTo>
                  <a:pt x="113944" y="25528"/>
                  <a:pt x="88416" y="0"/>
                  <a:pt x="56972" y="0"/>
                </a:cubicBezTo>
                <a:cubicBezTo>
                  <a:pt x="25528" y="0"/>
                  <a:pt x="0" y="25528"/>
                  <a:pt x="0" y="56972"/>
                </a:cubicBezTo>
                <a:cubicBezTo>
                  <a:pt x="0" y="88416"/>
                  <a:pt x="25528" y="113944"/>
                  <a:pt x="56972" y="113944"/>
                </a:cubicBezTo>
                <a:close/>
                <a:moveTo>
                  <a:pt x="75755" y="47336"/>
                </a:moveTo>
                <a:lnTo>
                  <a:pt x="57951" y="75822"/>
                </a:lnTo>
                <a:cubicBezTo>
                  <a:pt x="57016" y="77313"/>
                  <a:pt x="55414" y="78247"/>
                  <a:pt x="53656" y="78336"/>
                </a:cubicBezTo>
                <a:cubicBezTo>
                  <a:pt x="51898" y="78425"/>
                  <a:pt x="50207" y="77624"/>
                  <a:pt x="49161" y="76200"/>
                </a:cubicBezTo>
                <a:lnTo>
                  <a:pt x="38478" y="61957"/>
                </a:lnTo>
                <a:cubicBezTo>
                  <a:pt x="36698" y="59598"/>
                  <a:pt x="37188" y="56260"/>
                  <a:pt x="39547" y="54479"/>
                </a:cubicBezTo>
                <a:cubicBezTo>
                  <a:pt x="41906" y="52699"/>
                  <a:pt x="45244" y="53189"/>
                  <a:pt x="47024" y="55548"/>
                </a:cubicBezTo>
                <a:lnTo>
                  <a:pt x="53033" y="63559"/>
                </a:lnTo>
                <a:lnTo>
                  <a:pt x="66697" y="41683"/>
                </a:lnTo>
                <a:cubicBezTo>
                  <a:pt x="68255" y="39190"/>
                  <a:pt x="71549" y="38412"/>
                  <a:pt x="74064" y="39992"/>
                </a:cubicBezTo>
                <a:cubicBezTo>
                  <a:pt x="76578" y="41572"/>
                  <a:pt x="77335" y="44843"/>
                  <a:pt x="75755" y="4735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720590" y="2740983"/>
            <a:ext cx="3114467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Login → JWT con claim de rol + 15 min expiración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6440" y="3025843"/>
            <a:ext cx="113944" cy="113944"/>
          </a:xfrm>
          <a:custGeom>
            <a:avLst/>
            <a:gdLst/>
            <a:ahLst/>
            <a:cxnLst/>
            <a:rect l="l" t="t" r="r" b="b"/>
            <a:pathLst>
              <a:path w="113944" h="113944">
                <a:moveTo>
                  <a:pt x="56972" y="113944"/>
                </a:moveTo>
                <a:cubicBezTo>
                  <a:pt x="88416" y="113944"/>
                  <a:pt x="113944" y="88416"/>
                  <a:pt x="113944" y="56972"/>
                </a:cubicBezTo>
                <a:cubicBezTo>
                  <a:pt x="113944" y="25528"/>
                  <a:pt x="88416" y="0"/>
                  <a:pt x="56972" y="0"/>
                </a:cubicBezTo>
                <a:cubicBezTo>
                  <a:pt x="25528" y="0"/>
                  <a:pt x="0" y="25528"/>
                  <a:pt x="0" y="56972"/>
                </a:cubicBezTo>
                <a:cubicBezTo>
                  <a:pt x="0" y="88416"/>
                  <a:pt x="25528" y="113944"/>
                  <a:pt x="56972" y="113944"/>
                </a:cubicBezTo>
                <a:close/>
                <a:moveTo>
                  <a:pt x="75755" y="47336"/>
                </a:moveTo>
                <a:lnTo>
                  <a:pt x="57951" y="75822"/>
                </a:lnTo>
                <a:cubicBezTo>
                  <a:pt x="57016" y="77313"/>
                  <a:pt x="55414" y="78247"/>
                  <a:pt x="53656" y="78336"/>
                </a:cubicBezTo>
                <a:cubicBezTo>
                  <a:pt x="51898" y="78425"/>
                  <a:pt x="50207" y="77624"/>
                  <a:pt x="49161" y="76200"/>
                </a:cubicBezTo>
                <a:lnTo>
                  <a:pt x="38478" y="61957"/>
                </a:lnTo>
                <a:cubicBezTo>
                  <a:pt x="36698" y="59598"/>
                  <a:pt x="37188" y="56260"/>
                  <a:pt x="39547" y="54479"/>
                </a:cubicBezTo>
                <a:cubicBezTo>
                  <a:pt x="41906" y="52699"/>
                  <a:pt x="45244" y="53189"/>
                  <a:pt x="47024" y="55548"/>
                </a:cubicBezTo>
                <a:lnTo>
                  <a:pt x="53033" y="63559"/>
                </a:lnTo>
                <a:lnTo>
                  <a:pt x="66697" y="41683"/>
                </a:lnTo>
                <a:cubicBezTo>
                  <a:pt x="68255" y="39190"/>
                  <a:pt x="71549" y="38412"/>
                  <a:pt x="74064" y="39992"/>
                </a:cubicBezTo>
                <a:cubicBezTo>
                  <a:pt x="76578" y="41572"/>
                  <a:pt x="77335" y="44843"/>
                  <a:pt x="75755" y="4735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720590" y="2987861"/>
            <a:ext cx="2525757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Validación JWT en endpoints protegidos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16440" y="3272721"/>
            <a:ext cx="113944" cy="113944"/>
          </a:xfrm>
          <a:custGeom>
            <a:avLst/>
            <a:gdLst/>
            <a:ahLst/>
            <a:cxnLst/>
            <a:rect l="l" t="t" r="r" b="b"/>
            <a:pathLst>
              <a:path w="113944" h="113944">
                <a:moveTo>
                  <a:pt x="56972" y="113944"/>
                </a:moveTo>
                <a:cubicBezTo>
                  <a:pt x="88416" y="113944"/>
                  <a:pt x="113944" y="88416"/>
                  <a:pt x="113944" y="56972"/>
                </a:cubicBezTo>
                <a:cubicBezTo>
                  <a:pt x="113944" y="25528"/>
                  <a:pt x="88416" y="0"/>
                  <a:pt x="56972" y="0"/>
                </a:cubicBezTo>
                <a:cubicBezTo>
                  <a:pt x="25528" y="0"/>
                  <a:pt x="0" y="25528"/>
                  <a:pt x="0" y="56972"/>
                </a:cubicBezTo>
                <a:cubicBezTo>
                  <a:pt x="0" y="88416"/>
                  <a:pt x="25528" y="113944"/>
                  <a:pt x="56972" y="113944"/>
                </a:cubicBezTo>
                <a:close/>
                <a:moveTo>
                  <a:pt x="75755" y="47336"/>
                </a:moveTo>
                <a:lnTo>
                  <a:pt x="57951" y="75822"/>
                </a:lnTo>
                <a:cubicBezTo>
                  <a:pt x="57016" y="77313"/>
                  <a:pt x="55414" y="78247"/>
                  <a:pt x="53656" y="78336"/>
                </a:cubicBezTo>
                <a:cubicBezTo>
                  <a:pt x="51898" y="78425"/>
                  <a:pt x="50207" y="77624"/>
                  <a:pt x="49161" y="76200"/>
                </a:cubicBezTo>
                <a:lnTo>
                  <a:pt x="38478" y="61957"/>
                </a:lnTo>
                <a:cubicBezTo>
                  <a:pt x="36698" y="59598"/>
                  <a:pt x="37188" y="56260"/>
                  <a:pt x="39547" y="54479"/>
                </a:cubicBezTo>
                <a:cubicBezTo>
                  <a:pt x="41906" y="52699"/>
                  <a:pt x="45244" y="53189"/>
                  <a:pt x="47024" y="55548"/>
                </a:cubicBezTo>
                <a:lnTo>
                  <a:pt x="53033" y="63559"/>
                </a:lnTo>
                <a:lnTo>
                  <a:pt x="66697" y="41683"/>
                </a:lnTo>
                <a:cubicBezTo>
                  <a:pt x="68255" y="39190"/>
                  <a:pt x="71549" y="38412"/>
                  <a:pt x="74064" y="39992"/>
                </a:cubicBezTo>
                <a:cubicBezTo>
                  <a:pt x="76578" y="41572"/>
                  <a:pt x="77335" y="44843"/>
                  <a:pt x="75755" y="4735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720590" y="3234740"/>
            <a:ext cx="3874093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 token → 401 | Token inválido → 401 | Rol incorrecto → 403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16440" y="3519600"/>
            <a:ext cx="113944" cy="113944"/>
          </a:xfrm>
          <a:custGeom>
            <a:avLst/>
            <a:gdLst/>
            <a:ahLst/>
            <a:cxnLst/>
            <a:rect l="l" t="t" r="r" b="b"/>
            <a:pathLst>
              <a:path w="113944" h="113944">
                <a:moveTo>
                  <a:pt x="56972" y="113944"/>
                </a:moveTo>
                <a:cubicBezTo>
                  <a:pt x="88416" y="113944"/>
                  <a:pt x="113944" y="88416"/>
                  <a:pt x="113944" y="56972"/>
                </a:cubicBezTo>
                <a:cubicBezTo>
                  <a:pt x="113944" y="25528"/>
                  <a:pt x="88416" y="0"/>
                  <a:pt x="56972" y="0"/>
                </a:cubicBezTo>
                <a:cubicBezTo>
                  <a:pt x="25528" y="0"/>
                  <a:pt x="0" y="25528"/>
                  <a:pt x="0" y="56972"/>
                </a:cubicBezTo>
                <a:cubicBezTo>
                  <a:pt x="0" y="88416"/>
                  <a:pt x="25528" y="113944"/>
                  <a:pt x="56972" y="113944"/>
                </a:cubicBezTo>
                <a:close/>
                <a:moveTo>
                  <a:pt x="75755" y="47336"/>
                </a:moveTo>
                <a:lnTo>
                  <a:pt x="57951" y="75822"/>
                </a:lnTo>
                <a:cubicBezTo>
                  <a:pt x="57016" y="77313"/>
                  <a:pt x="55414" y="78247"/>
                  <a:pt x="53656" y="78336"/>
                </a:cubicBezTo>
                <a:cubicBezTo>
                  <a:pt x="51898" y="78425"/>
                  <a:pt x="50207" y="77624"/>
                  <a:pt x="49161" y="76200"/>
                </a:cubicBezTo>
                <a:lnTo>
                  <a:pt x="38478" y="61957"/>
                </a:lnTo>
                <a:cubicBezTo>
                  <a:pt x="36698" y="59598"/>
                  <a:pt x="37188" y="56260"/>
                  <a:pt x="39547" y="54479"/>
                </a:cubicBezTo>
                <a:cubicBezTo>
                  <a:pt x="41906" y="52699"/>
                  <a:pt x="45244" y="53189"/>
                  <a:pt x="47024" y="55548"/>
                </a:cubicBezTo>
                <a:lnTo>
                  <a:pt x="53033" y="63559"/>
                </a:lnTo>
                <a:lnTo>
                  <a:pt x="66697" y="41683"/>
                </a:lnTo>
                <a:cubicBezTo>
                  <a:pt x="68255" y="39190"/>
                  <a:pt x="71549" y="38412"/>
                  <a:pt x="74064" y="39992"/>
                </a:cubicBezTo>
                <a:cubicBezTo>
                  <a:pt x="76578" y="41572"/>
                  <a:pt x="77335" y="44843"/>
                  <a:pt x="75755" y="4735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720590" y="3481618"/>
            <a:ext cx="3465794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GlobalExceptionHandler con errores JSON estructurado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16440" y="3766478"/>
            <a:ext cx="113944" cy="113944"/>
          </a:xfrm>
          <a:custGeom>
            <a:avLst/>
            <a:gdLst/>
            <a:ahLst/>
            <a:cxnLst/>
            <a:rect l="l" t="t" r="r" b="b"/>
            <a:pathLst>
              <a:path w="113944" h="113944">
                <a:moveTo>
                  <a:pt x="56972" y="113944"/>
                </a:moveTo>
                <a:cubicBezTo>
                  <a:pt x="88416" y="113944"/>
                  <a:pt x="113944" y="88416"/>
                  <a:pt x="113944" y="56972"/>
                </a:cubicBezTo>
                <a:cubicBezTo>
                  <a:pt x="113944" y="25528"/>
                  <a:pt x="88416" y="0"/>
                  <a:pt x="56972" y="0"/>
                </a:cubicBezTo>
                <a:cubicBezTo>
                  <a:pt x="25528" y="0"/>
                  <a:pt x="0" y="25528"/>
                  <a:pt x="0" y="56972"/>
                </a:cubicBezTo>
                <a:cubicBezTo>
                  <a:pt x="0" y="88416"/>
                  <a:pt x="25528" y="113944"/>
                  <a:pt x="56972" y="113944"/>
                </a:cubicBezTo>
                <a:close/>
                <a:moveTo>
                  <a:pt x="75755" y="47336"/>
                </a:moveTo>
                <a:lnTo>
                  <a:pt x="57951" y="75822"/>
                </a:lnTo>
                <a:cubicBezTo>
                  <a:pt x="57016" y="77313"/>
                  <a:pt x="55414" y="78247"/>
                  <a:pt x="53656" y="78336"/>
                </a:cubicBezTo>
                <a:cubicBezTo>
                  <a:pt x="51898" y="78425"/>
                  <a:pt x="50207" y="77624"/>
                  <a:pt x="49161" y="76200"/>
                </a:cubicBezTo>
                <a:lnTo>
                  <a:pt x="38478" y="61957"/>
                </a:lnTo>
                <a:cubicBezTo>
                  <a:pt x="36698" y="59598"/>
                  <a:pt x="37188" y="56260"/>
                  <a:pt x="39547" y="54479"/>
                </a:cubicBezTo>
                <a:cubicBezTo>
                  <a:pt x="41906" y="52699"/>
                  <a:pt x="45244" y="53189"/>
                  <a:pt x="47024" y="55548"/>
                </a:cubicBezTo>
                <a:lnTo>
                  <a:pt x="53033" y="63559"/>
                </a:lnTo>
                <a:lnTo>
                  <a:pt x="66697" y="41683"/>
                </a:lnTo>
                <a:cubicBezTo>
                  <a:pt x="68255" y="39190"/>
                  <a:pt x="71549" y="38412"/>
                  <a:pt x="74064" y="39992"/>
                </a:cubicBezTo>
                <a:cubicBezTo>
                  <a:pt x="76578" y="41572"/>
                  <a:pt x="77335" y="44843"/>
                  <a:pt x="75755" y="4735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720590" y="3728497"/>
            <a:ext cx="2088972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Role enum: ADMIN y CUSTOMER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16440" y="4013357"/>
            <a:ext cx="113944" cy="113944"/>
          </a:xfrm>
          <a:custGeom>
            <a:avLst/>
            <a:gdLst/>
            <a:ahLst/>
            <a:cxnLst/>
            <a:rect l="l" t="t" r="r" b="b"/>
            <a:pathLst>
              <a:path w="113944" h="113944">
                <a:moveTo>
                  <a:pt x="56972" y="113944"/>
                </a:moveTo>
                <a:cubicBezTo>
                  <a:pt x="88416" y="113944"/>
                  <a:pt x="113944" y="88416"/>
                  <a:pt x="113944" y="56972"/>
                </a:cubicBezTo>
                <a:cubicBezTo>
                  <a:pt x="113944" y="25528"/>
                  <a:pt x="88416" y="0"/>
                  <a:pt x="56972" y="0"/>
                </a:cubicBezTo>
                <a:cubicBezTo>
                  <a:pt x="25528" y="0"/>
                  <a:pt x="0" y="25528"/>
                  <a:pt x="0" y="56972"/>
                </a:cubicBezTo>
                <a:cubicBezTo>
                  <a:pt x="0" y="88416"/>
                  <a:pt x="25528" y="113944"/>
                  <a:pt x="56972" y="113944"/>
                </a:cubicBezTo>
                <a:close/>
                <a:moveTo>
                  <a:pt x="75755" y="47336"/>
                </a:moveTo>
                <a:lnTo>
                  <a:pt x="57951" y="75822"/>
                </a:lnTo>
                <a:cubicBezTo>
                  <a:pt x="57016" y="77313"/>
                  <a:pt x="55414" y="78247"/>
                  <a:pt x="53656" y="78336"/>
                </a:cubicBezTo>
                <a:cubicBezTo>
                  <a:pt x="51898" y="78425"/>
                  <a:pt x="50207" y="77624"/>
                  <a:pt x="49161" y="76200"/>
                </a:cubicBezTo>
                <a:lnTo>
                  <a:pt x="38478" y="61957"/>
                </a:lnTo>
                <a:cubicBezTo>
                  <a:pt x="36698" y="59598"/>
                  <a:pt x="37188" y="56260"/>
                  <a:pt x="39547" y="54479"/>
                </a:cubicBezTo>
                <a:cubicBezTo>
                  <a:pt x="41906" y="52699"/>
                  <a:pt x="45244" y="53189"/>
                  <a:pt x="47024" y="55548"/>
                </a:cubicBezTo>
                <a:lnTo>
                  <a:pt x="53033" y="63559"/>
                </a:lnTo>
                <a:lnTo>
                  <a:pt x="66697" y="41683"/>
                </a:lnTo>
                <a:cubicBezTo>
                  <a:pt x="68255" y="39190"/>
                  <a:pt x="71549" y="38412"/>
                  <a:pt x="74064" y="39992"/>
                </a:cubicBezTo>
                <a:cubicBezTo>
                  <a:pt x="76578" y="41572"/>
                  <a:pt x="77335" y="44843"/>
                  <a:pt x="75755" y="4735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720590" y="3975375"/>
            <a:ext cx="2744150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UserEntity: email, password encriptado, role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4033" y="5842001"/>
            <a:ext cx="5629674" cy="1014945"/>
          </a:xfrm>
          <a:custGeom>
            <a:avLst/>
            <a:gdLst/>
            <a:ahLst/>
            <a:cxnLst/>
            <a:rect l="l" t="t" r="r" b="b"/>
            <a:pathLst>
              <a:path w="5629674" h="1014945">
                <a:moveTo>
                  <a:pt x="113948" y="0"/>
                </a:moveTo>
                <a:lnTo>
                  <a:pt x="5515726" y="0"/>
                </a:lnTo>
                <a:cubicBezTo>
                  <a:pt x="5578658" y="0"/>
                  <a:pt x="5629674" y="51016"/>
                  <a:pt x="5629674" y="113948"/>
                </a:cubicBezTo>
                <a:lnTo>
                  <a:pt x="5629674" y="900997"/>
                </a:lnTo>
                <a:cubicBezTo>
                  <a:pt x="5629674" y="963929"/>
                  <a:pt x="5578658" y="1014945"/>
                  <a:pt x="5515726" y="1014945"/>
                </a:cubicBezTo>
                <a:lnTo>
                  <a:pt x="113948" y="1014945"/>
                </a:lnTo>
                <a:cubicBezTo>
                  <a:pt x="51016" y="1014945"/>
                  <a:pt x="0" y="963929"/>
                  <a:pt x="0" y="900997"/>
                </a:cubicBezTo>
                <a:lnTo>
                  <a:pt x="0" y="113948"/>
                </a:lnTo>
                <a:cubicBezTo>
                  <a:pt x="0" y="51058"/>
                  <a:pt x="51058" y="0"/>
                  <a:pt x="113948" y="0"/>
                </a:cubicBezTo>
                <a:close/>
              </a:path>
            </a:pathLst>
          </a:custGeom>
          <a:solidFill>
            <a:srgbClr val="0F172A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197" y="5960163"/>
            <a:ext cx="5459813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Endpoints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02197" y="6226032"/>
            <a:ext cx="446280" cy="227888"/>
          </a:xfrm>
          <a:custGeom>
            <a:avLst/>
            <a:gdLst/>
            <a:ahLst/>
            <a:cxnLst/>
            <a:rect l="l" t="t" r="r" b="b"/>
            <a:pathLst>
              <a:path w="446280" h="227888">
                <a:moveTo>
                  <a:pt x="37982" y="0"/>
                </a:moveTo>
                <a:lnTo>
                  <a:pt x="408298" y="0"/>
                </a:lnTo>
                <a:cubicBezTo>
                  <a:pt x="429275" y="0"/>
                  <a:pt x="446280" y="17005"/>
                  <a:pt x="446280" y="37982"/>
                </a:cubicBezTo>
                <a:lnTo>
                  <a:pt x="446280" y="189906"/>
                </a:lnTo>
                <a:cubicBezTo>
                  <a:pt x="446280" y="210883"/>
                  <a:pt x="429275" y="227888"/>
                  <a:pt x="408298" y="227888"/>
                </a:cubicBezTo>
                <a:lnTo>
                  <a:pt x="37982" y="227888"/>
                </a:lnTo>
                <a:cubicBezTo>
                  <a:pt x="17019" y="227888"/>
                  <a:pt x="0" y="210869"/>
                  <a:pt x="0" y="189906"/>
                </a:cubicBezTo>
                <a:lnTo>
                  <a:pt x="0" y="37982"/>
                </a:lnTo>
                <a:cubicBezTo>
                  <a:pt x="0" y="17019"/>
                  <a:pt x="17019" y="0"/>
                  <a:pt x="37982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502197" y="6226032"/>
            <a:ext cx="503252" cy="227888"/>
          </a:xfrm>
          <a:prstGeom prst="rect">
            <a:avLst/>
          </a:prstGeom>
          <a:noFill/>
          <a:ln/>
        </p:spPr>
        <p:txBody>
          <a:bodyPr wrap="square" lIns="75963" tIns="37981" rIns="75963" bIns="37981" rtlCol="0" anchor="ctr"/>
          <a:lstStyle/>
          <a:p>
            <a:pPr>
              <a:lnSpc>
                <a:spcPct val="110000"/>
              </a:lnSpc>
            </a:pPr>
            <a:r>
              <a:rPr lang="en-US" sz="89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26418" y="6244893"/>
            <a:ext cx="911551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/auth/register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02197" y="6510762"/>
            <a:ext cx="446280" cy="227888"/>
          </a:xfrm>
          <a:custGeom>
            <a:avLst/>
            <a:gdLst/>
            <a:ahLst/>
            <a:cxnLst/>
            <a:rect l="l" t="t" r="r" b="b"/>
            <a:pathLst>
              <a:path w="446280" h="227888">
                <a:moveTo>
                  <a:pt x="37982" y="0"/>
                </a:moveTo>
                <a:lnTo>
                  <a:pt x="408298" y="0"/>
                </a:lnTo>
                <a:cubicBezTo>
                  <a:pt x="429275" y="0"/>
                  <a:pt x="446280" y="17005"/>
                  <a:pt x="446280" y="37982"/>
                </a:cubicBezTo>
                <a:lnTo>
                  <a:pt x="446280" y="189906"/>
                </a:lnTo>
                <a:cubicBezTo>
                  <a:pt x="446280" y="210883"/>
                  <a:pt x="429275" y="227888"/>
                  <a:pt x="408298" y="227888"/>
                </a:cubicBezTo>
                <a:lnTo>
                  <a:pt x="37982" y="227888"/>
                </a:lnTo>
                <a:cubicBezTo>
                  <a:pt x="17019" y="227888"/>
                  <a:pt x="0" y="210869"/>
                  <a:pt x="0" y="189906"/>
                </a:cubicBezTo>
                <a:lnTo>
                  <a:pt x="0" y="37982"/>
                </a:lnTo>
                <a:cubicBezTo>
                  <a:pt x="0" y="17019"/>
                  <a:pt x="17019" y="0"/>
                  <a:pt x="37982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502197" y="6510762"/>
            <a:ext cx="503252" cy="227888"/>
          </a:xfrm>
          <a:prstGeom prst="rect">
            <a:avLst/>
          </a:prstGeom>
          <a:noFill/>
          <a:ln/>
        </p:spPr>
        <p:txBody>
          <a:bodyPr wrap="square" lIns="75963" tIns="37981" rIns="75963" bIns="37981" rtlCol="0" anchor="ctr"/>
          <a:lstStyle/>
          <a:p>
            <a:pPr>
              <a:lnSpc>
                <a:spcPct val="110000"/>
              </a:lnSpc>
            </a:pPr>
            <a:r>
              <a:rPr lang="en-US" sz="89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26418" y="6529618"/>
            <a:ext cx="740636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/auth/login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74073" y="1029715"/>
            <a:ext cx="5629674" cy="2097412"/>
          </a:xfrm>
          <a:custGeom>
            <a:avLst/>
            <a:gdLst/>
            <a:ahLst/>
            <a:cxnLst/>
            <a:rect l="l" t="t" r="r" b="b"/>
            <a:pathLst>
              <a:path w="5629674" h="2097412">
                <a:moveTo>
                  <a:pt x="113952" y="0"/>
                </a:moveTo>
                <a:lnTo>
                  <a:pt x="5515722" y="0"/>
                </a:lnTo>
                <a:cubicBezTo>
                  <a:pt x="5578656" y="0"/>
                  <a:pt x="5629674" y="51018"/>
                  <a:pt x="5629674" y="113952"/>
                </a:cubicBezTo>
                <a:lnTo>
                  <a:pt x="5629674" y="1983460"/>
                </a:lnTo>
                <a:cubicBezTo>
                  <a:pt x="5629674" y="2046394"/>
                  <a:pt x="5578656" y="2097412"/>
                  <a:pt x="5515722" y="2097412"/>
                </a:cubicBezTo>
                <a:lnTo>
                  <a:pt x="113952" y="2097412"/>
                </a:lnTo>
                <a:cubicBezTo>
                  <a:pt x="51018" y="2097412"/>
                  <a:pt x="0" y="2046394"/>
                  <a:pt x="0" y="1983460"/>
                </a:cubicBezTo>
                <a:lnTo>
                  <a:pt x="0" y="113952"/>
                </a:lnTo>
                <a:cubicBezTo>
                  <a:pt x="0" y="51018"/>
                  <a:pt x="51018" y="0"/>
                  <a:pt x="113952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11228" y="1185863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39702" y="10771"/>
                </a:moveTo>
                <a:cubicBezTo>
                  <a:pt x="42937" y="13026"/>
                  <a:pt x="43708" y="17477"/>
                  <a:pt x="41453" y="20682"/>
                </a:cubicBezTo>
                <a:lnTo>
                  <a:pt x="24836" y="44420"/>
                </a:lnTo>
                <a:cubicBezTo>
                  <a:pt x="23620" y="46141"/>
                  <a:pt x="21721" y="47239"/>
                  <a:pt x="19614" y="47417"/>
                </a:cubicBezTo>
                <a:cubicBezTo>
                  <a:pt x="17507" y="47595"/>
                  <a:pt x="15430" y="46883"/>
                  <a:pt x="13946" y="45400"/>
                </a:cubicBezTo>
                <a:lnTo>
                  <a:pt x="2077" y="33530"/>
                </a:lnTo>
                <a:cubicBezTo>
                  <a:pt x="-682" y="30741"/>
                  <a:pt x="-682" y="26231"/>
                  <a:pt x="2077" y="23442"/>
                </a:cubicBezTo>
                <a:cubicBezTo>
                  <a:pt x="4837" y="20652"/>
                  <a:pt x="9377" y="20682"/>
                  <a:pt x="12166" y="23442"/>
                </a:cubicBezTo>
                <a:lnTo>
                  <a:pt x="18041" y="29317"/>
                </a:lnTo>
                <a:lnTo>
                  <a:pt x="29792" y="12522"/>
                </a:lnTo>
                <a:cubicBezTo>
                  <a:pt x="32047" y="9288"/>
                  <a:pt x="36498" y="8516"/>
                  <a:pt x="39702" y="10771"/>
                </a:cubicBezTo>
                <a:close/>
                <a:moveTo>
                  <a:pt x="39702" y="58248"/>
                </a:moveTo>
                <a:cubicBezTo>
                  <a:pt x="42937" y="60503"/>
                  <a:pt x="43708" y="64954"/>
                  <a:pt x="41453" y="68159"/>
                </a:cubicBezTo>
                <a:lnTo>
                  <a:pt x="24836" y="91897"/>
                </a:lnTo>
                <a:cubicBezTo>
                  <a:pt x="23620" y="93618"/>
                  <a:pt x="21721" y="94716"/>
                  <a:pt x="19614" y="94894"/>
                </a:cubicBezTo>
                <a:cubicBezTo>
                  <a:pt x="17507" y="95072"/>
                  <a:pt x="15430" y="94360"/>
                  <a:pt x="13946" y="92876"/>
                </a:cubicBezTo>
                <a:lnTo>
                  <a:pt x="2077" y="81007"/>
                </a:lnTo>
                <a:cubicBezTo>
                  <a:pt x="-712" y="78218"/>
                  <a:pt x="-712" y="73707"/>
                  <a:pt x="2077" y="70948"/>
                </a:cubicBezTo>
                <a:cubicBezTo>
                  <a:pt x="4866" y="68188"/>
                  <a:pt x="9377" y="68159"/>
                  <a:pt x="12136" y="70948"/>
                </a:cubicBezTo>
                <a:lnTo>
                  <a:pt x="18011" y="76823"/>
                </a:lnTo>
                <a:lnTo>
                  <a:pt x="29762" y="60028"/>
                </a:lnTo>
                <a:cubicBezTo>
                  <a:pt x="32017" y="56794"/>
                  <a:pt x="36468" y="56022"/>
                  <a:pt x="39673" y="58278"/>
                </a:cubicBezTo>
                <a:close/>
                <a:moveTo>
                  <a:pt x="66467" y="28486"/>
                </a:moveTo>
                <a:cubicBezTo>
                  <a:pt x="66467" y="23234"/>
                  <a:pt x="70711" y="18991"/>
                  <a:pt x="75963" y="18991"/>
                </a:cubicBezTo>
                <a:lnTo>
                  <a:pt x="142430" y="18991"/>
                </a:lnTo>
                <a:cubicBezTo>
                  <a:pt x="147682" y="18991"/>
                  <a:pt x="151925" y="23234"/>
                  <a:pt x="151925" y="28486"/>
                </a:cubicBezTo>
                <a:cubicBezTo>
                  <a:pt x="151925" y="33738"/>
                  <a:pt x="147682" y="37981"/>
                  <a:pt x="142430" y="37981"/>
                </a:cubicBezTo>
                <a:lnTo>
                  <a:pt x="75963" y="37981"/>
                </a:lnTo>
                <a:cubicBezTo>
                  <a:pt x="70711" y="37981"/>
                  <a:pt x="66467" y="33738"/>
                  <a:pt x="66467" y="28486"/>
                </a:cubicBezTo>
                <a:close/>
                <a:moveTo>
                  <a:pt x="66467" y="75963"/>
                </a:moveTo>
                <a:cubicBezTo>
                  <a:pt x="66467" y="70711"/>
                  <a:pt x="70711" y="66467"/>
                  <a:pt x="75963" y="66467"/>
                </a:cubicBezTo>
                <a:lnTo>
                  <a:pt x="142430" y="66467"/>
                </a:lnTo>
                <a:cubicBezTo>
                  <a:pt x="147682" y="66467"/>
                  <a:pt x="151925" y="70711"/>
                  <a:pt x="151925" y="75963"/>
                </a:cubicBezTo>
                <a:cubicBezTo>
                  <a:pt x="151925" y="81215"/>
                  <a:pt x="147682" y="85458"/>
                  <a:pt x="142430" y="85458"/>
                </a:cubicBezTo>
                <a:lnTo>
                  <a:pt x="75963" y="85458"/>
                </a:lnTo>
                <a:cubicBezTo>
                  <a:pt x="70711" y="85458"/>
                  <a:pt x="66467" y="81215"/>
                  <a:pt x="66467" y="75963"/>
                </a:cubicBezTo>
                <a:close/>
                <a:moveTo>
                  <a:pt x="47477" y="123439"/>
                </a:moveTo>
                <a:cubicBezTo>
                  <a:pt x="47477" y="118187"/>
                  <a:pt x="51720" y="113944"/>
                  <a:pt x="56972" y="113944"/>
                </a:cubicBezTo>
                <a:lnTo>
                  <a:pt x="142430" y="113944"/>
                </a:lnTo>
                <a:cubicBezTo>
                  <a:pt x="147682" y="113944"/>
                  <a:pt x="151925" y="118187"/>
                  <a:pt x="151925" y="123439"/>
                </a:cubicBezTo>
                <a:cubicBezTo>
                  <a:pt x="151925" y="128691"/>
                  <a:pt x="147682" y="132935"/>
                  <a:pt x="142430" y="132935"/>
                </a:cubicBezTo>
                <a:lnTo>
                  <a:pt x="56972" y="132935"/>
                </a:lnTo>
                <a:cubicBezTo>
                  <a:pt x="51720" y="132935"/>
                  <a:pt x="47477" y="128691"/>
                  <a:pt x="47477" y="123439"/>
                </a:cubicBezTo>
                <a:close/>
                <a:moveTo>
                  <a:pt x="18991" y="111570"/>
                </a:moveTo>
                <a:cubicBezTo>
                  <a:pt x="25541" y="111570"/>
                  <a:pt x="30860" y="116888"/>
                  <a:pt x="30860" y="123439"/>
                </a:cubicBezTo>
                <a:cubicBezTo>
                  <a:pt x="30860" y="129990"/>
                  <a:pt x="25541" y="135308"/>
                  <a:pt x="18991" y="135308"/>
                </a:cubicBezTo>
                <a:cubicBezTo>
                  <a:pt x="12440" y="135308"/>
                  <a:pt x="7121" y="129990"/>
                  <a:pt x="7121" y="123439"/>
                </a:cubicBezTo>
                <a:cubicBezTo>
                  <a:pt x="7121" y="116888"/>
                  <a:pt x="12440" y="111570"/>
                  <a:pt x="18991" y="11157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6558106" y="1147882"/>
            <a:ext cx="1452785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Criterios Cumplidos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13601" y="1489714"/>
            <a:ext cx="99701" cy="113944"/>
          </a:xfrm>
          <a:custGeom>
            <a:avLst/>
            <a:gdLst/>
            <a:ahLst/>
            <a:cxnLst/>
            <a:rect l="l" t="t" r="r" b="b"/>
            <a:pathLst>
              <a:path w="99701" h="113944">
                <a:moveTo>
                  <a:pt x="96763" y="15601"/>
                </a:moveTo>
                <a:cubicBezTo>
                  <a:pt x="99946" y="17915"/>
                  <a:pt x="100658" y="22366"/>
                  <a:pt x="98343" y="25548"/>
                </a:cubicBezTo>
                <a:lnTo>
                  <a:pt x="41371" y="103885"/>
                </a:lnTo>
                <a:cubicBezTo>
                  <a:pt x="40147" y="105576"/>
                  <a:pt x="38256" y="106622"/>
                  <a:pt x="36164" y="106800"/>
                </a:cubicBezTo>
                <a:cubicBezTo>
                  <a:pt x="34072" y="106978"/>
                  <a:pt x="32047" y="106199"/>
                  <a:pt x="30578" y="104730"/>
                </a:cubicBezTo>
                <a:lnTo>
                  <a:pt x="2092" y="76245"/>
                </a:lnTo>
                <a:cubicBezTo>
                  <a:pt x="-690" y="73463"/>
                  <a:pt x="-690" y="68945"/>
                  <a:pt x="2092" y="66163"/>
                </a:cubicBezTo>
                <a:cubicBezTo>
                  <a:pt x="4874" y="63381"/>
                  <a:pt x="9391" y="63381"/>
                  <a:pt x="12173" y="66163"/>
                </a:cubicBezTo>
                <a:lnTo>
                  <a:pt x="34762" y="88752"/>
                </a:lnTo>
                <a:lnTo>
                  <a:pt x="86838" y="17158"/>
                </a:lnTo>
                <a:cubicBezTo>
                  <a:pt x="89152" y="13976"/>
                  <a:pt x="93603" y="13264"/>
                  <a:pt x="96786" y="1557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6510629" y="1451733"/>
            <a:ext cx="1889570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Register con BCrypt funcional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13601" y="1717602"/>
            <a:ext cx="99701" cy="113944"/>
          </a:xfrm>
          <a:custGeom>
            <a:avLst/>
            <a:gdLst/>
            <a:ahLst/>
            <a:cxnLst/>
            <a:rect l="l" t="t" r="r" b="b"/>
            <a:pathLst>
              <a:path w="99701" h="113944">
                <a:moveTo>
                  <a:pt x="96763" y="15601"/>
                </a:moveTo>
                <a:cubicBezTo>
                  <a:pt x="99946" y="17915"/>
                  <a:pt x="100658" y="22366"/>
                  <a:pt x="98343" y="25548"/>
                </a:cubicBezTo>
                <a:lnTo>
                  <a:pt x="41371" y="103885"/>
                </a:lnTo>
                <a:cubicBezTo>
                  <a:pt x="40147" y="105576"/>
                  <a:pt x="38256" y="106622"/>
                  <a:pt x="36164" y="106800"/>
                </a:cubicBezTo>
                <a:cubicBezTo>
                  <a:pt x="34072" y="106978"/>
                  <a:pt x="32047" y="106199"/>
                  <a:pt x="30578" y="104730"/>
                </a:cubicBezTo>
                <a:lnTo>
                  <a:pt x="2092" y="76245"/>
                </a:lnTo>
                <a:cubicBezTo>
                  <a:pt x="-690" y="73463"/>
                  <a:pt x="-690" y="68945"/>
                  <a:pt x="2092" y="66163"/>
                </a:cubicBezTo>
                <a:cubicBezTo>
                  <a:pt x="4874" y="63381"/>
                  <a:pt x="9391" y="63381"/>
                  <a:pt x="12173" y="66163"/>
                </a:cubicBezTo>
                <a:lnTo>
                  <a:pt x="34762" y="88752"/>
                </a:lnTo>
                <a:lnTo>
                  <a:pt x="86838" y="17158"/>
                </a:lnTo>
                <a:cubicBezTo>
                  <a:pt x="89152" y="13976"/>
                  <a:pt x="93603" y="13264"/>
                  <a:pt x="96786" y="1557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7" name="Text 45"/>
          <p:cNvSpPr/>
          <p:nvPr/>
        </p:nvSpPr>
        <p:spPr>
          <a:xfrm>
            <a:off x="6510629" y="1679620"/>
            <a:ext cx="1889570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Login correcto → JWT con rol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13601" y="1945490"/>
            <a:ext cx="99701" cy="113944"/>
          </a:xfrm>
          <a:custGeom>
            <a:avLst/>
            <a:gdLst/>
            <a:ahLst/>
            <a:cxnLst/>
            <a:rect l="l" t="t" r="r" b="b"/>
            <a:pathLst>
              <a:path w="99701" h="113944">
                <a:moveTo>
                  <a:pt x="96763" y="15601"/>
                </a:moveTo>
                <a:cubicBezTo>
                  <a:pt x="99946" y="17915"/>
                  <a:pt x="100658" y="22366"/>
                  <a:pt x="98343" y="25548"/>
                </a:cubicBezTo>
                <a:lnTo>
                  <a:pt x="41371" y="103885"/>
                </a:lnTo>
                <a:cubicBezTo>
                  <a:pt x="40147" y="105576"/>
                  <a:pt x="38256" y="106622"/>
                  <a:pt x="36164" y="106800"/>
                </a:cubicBezTo>
                <a:cubicBezTo>
                  <a:pt x="34072" y="106978"/>
                  <a:pt x="32047" y="106199"/>
                  <a:pt x="30578" y="104730"/>
                </a:cubicBezTo>
                <a:lnTo>
                  <a:pt x="2092" y="76245"/>
                </a:lnTo>
                <a:cubicBezTo>
                  <a:pt x="-690" y="73463"/>
                  <a:pt x="-690" y="68945"/>
                  <a:pt x="2092" y="66163"/>
                </a:cubicBezTo>
                <a:cubicBezTo>
                  <a:pt x="4874" y="63381"/>
                  <a:pt x="9391" y="63381"/>
                  <a:pt x="12173" y="66163"/>
                </a:cubicBezTo>
                <a:lnTo>
                  <a:pt x="34762" y="88752"/>
                </a:lnTo>
                <a:lnTo>
                  <a:pt x="86838" y="17158"/>
                </a:lnTo>
                <a:cubicBezTo>
                  <a:pt x="89152" y="13976"/>
                  <a:pt x="93603" y="13264"/>
                  <a:pt x="96786" y="1557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9" name="Text 47"/>
          <p:cNvSpPr/>
          <p:nvPr/>
        </p:nvSpPr>
        <p:spPr>
          <a:xfrm>
            <a:off x="6510629" y="1907508"/>
            <a:ext cx="1956037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Login incorrecto → error JSON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13601" y="2173377"/>
            <a:ext cx="99701" cy="113944"/>
          </a:xfrm>
          <a:custGeom>
            <a:avLst/>
            <a:gdLst/>
            <a:ahLst/>
            <a:cxnLst/>
            <a:rect l="l" t="t" r="r" b="b"/>
            <a:pathLst>
              <a:path w="99701" h="113944">
                <a:moveTo>
                  <a:pt x="96763" y="15601"/>
                </a:moveTo>
                <a:cubicBezTo>
                  <a:pt x="99946" y="17915"/>
                  <a:pt x="100658" y="22366"/>
                  <a:pt x="98343" y="25548"/>
                </a:cubicBezTo>
                <a:lnTo>
                  <a:pt x="41371" y="103885"/>
                </a:lnTo>
                <a:cubicBezTo>
                  <a:pt x="40147" y="105576"/>
                  <a:pt x="38256" y="106622"/>
                  <a:pt x="36164" y="106800"/>
                </a:cubicBezTo>
                <a:cubicBezTo>
                  <a:pt x="34072" y="106978"/>
                  <a:pt x="32047" y="106199"/>
                  <a:pt x="30578" y="104730"/>
                </a:cubicBezTo>
                <a:lnTo>
                  <a:pt x="2092" y="76245"/>
                </a:lnTo>
                <a:cubicBezTo>
                  <a:pt x="-690" y="73463"/>
                  <a:pt x="-690" y="68945"/>
                  <a:pt x="2092" y="66163"/>
                </a:cubicBezTo>
                <a:cubicBezTo>
                  <a:pt x="4874" y="63381"/>
                  <a:pt x="9391" y="63381"/>
                  <a:pt x="12173" y="66163"/>
                </a:cubicBezTo>
                <a:lnTo>
                  <a:pt x="34762" y="88752"/>
                </a:lnTo>
                <a:lnTo>
                  <a:pt x="86838" y="17158"/>
                </a:lnTo>
                <a:cubicBezTo>
                  <a:pt x="89152" y="13976"/>
                  <a:pt x="93603" y="13264"/>
                  <a:pt x="96786" y="1557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1" name="Text 49"/>
          <p:cNvSpPr/>
          <p:nvPr/>
        </p:nvSpPr>
        <p:spPr>
          <a:xfrm>
            <a:off x="6510629" y="2135396"/>
            <a:ext cx="1053981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 token → 401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13601" y="2401265"/>
            <a:ext cx="99701" cy="113944"/>
          </a:xfrm>
          <a:custGeom>
            <a:avLst/>
            <a:gdLst/>
            <a:ahLst/>
            <a:cxnLst/>
            <a:rect l="l" t="t" r="r" b="b"/>
            <a:pathLst>
              <a:path w="99701" h="113944">
                <a:moveTo>
                  <a:pt x="96763" y="15601"/>
                </a:moveTo>
                <a:cubicBezTo>
                  <a:pt x="99946" y="17915"/>
                  <a:pt x="100658" y="22366"/>
                  <a:pt x="98343" y="25548"/>
                </a:cubicBezTo>
                <a:lnTo>
                  <a:pt x="41371" y="103885"/>
                </a:lnTo>
                <a:cubicBezTo>
                  <a:pt x="40147" y="105576"/>
                  <a:pt x="38256" y="106622"/>
                  <a:pt x="36164" y="106800"/>
                </a:cubicBezTo>
                <a:cubicBezTo>
                  <a:pt x="34072" y="106978"/>
                  <a:pt x="32047" y="106199"/>
                  <a:pt x="30578" y="104730"/>
                </a:cubicBezTo>
                <a:lnTo>
                  <a:pt x="2092" y="76245"/>
                </a:lnTo>
                <a:cubicBezTo>
                  <a:pt x="-690" y="73463"/>
                  <a:pt x="-690" y="68945"/>
                  <a:pt x="2092" y="66163"/>
                </a:cubicBezTo>
                <a:cubicBezTo>
                  <a:pt x="4874" y="63381"/>
                  <a:pt x="9391" y="63381"/>
                  <a:pt x="12173" y="66163"/>
                </a:cubicBezTo>
                <a:lnTo>
                  <a:pt x="34762" y="88752"/>
                </a:lnTo>
                <a:lnTo>
                  <a:pt x="86838" y="17158"/>
                </a:lnTo>
                <a:cubicBezTo>
                  <a:pt x="89152" y="13976"/>
                  <a:pt x="93603" y="13264"/>
                  <a:pt x="96786" y="1557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3" name="Text 51"/>
          <p:cNvSpPr/>
          <p:nvPr/>
        </p:nvSpPr>
        <p:spPr>
          <a:xfrm>
            <a:off x="6510629" y="2363284"/>
            <a:ext cx="1367327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Token inválido → 401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13601" y="2629153"/>
            <a:ext cx="99701" cy="113944"/>
          </a:xfrm>
          <a:custGeom>
            <a:avLst/>
            <a:gdLst/>
            <a:ahLst/>
            <a:cxnLst/>
            <a:rect l="l" t="t" r="r" b="b"/>
            <a:pathLst>
              <a:path w="99701" h="113944">
                <a:moveTo>
                  <a:pt x="96763" y="15601"/>
                </a:moveTo>
                <a:cubicBezTo>
                  <a:pt x="99946" y="17915"/>
                  <a:pt x="100658" y="22366"/>
                  <a:pt x="98343" y="25548"/>
                </a:cubicBezTo>
                <a:lnTo>
                  <a:pt x="41371" y="103885"/>
                </a:lnTo>
                <a:cubicBezTo>
                  <a:pt x="40147" y="105576"/>
                  <a:pt x="38256" y="106622"/>
                  <a:pt x="36164" y="106800"/>
                </a:cubicBezTo>
                <a:cubicBezTo>
                  <a:pt x="34072" y="106978"/>
                  <a:pt x="32047" y="106199"/>
                  <a:pt x="30578" y="104730"/>
                </a:cubicBezTo>
                <a:lnTo>
                  <a:pt x="2092" y="76245"/>
                </a:lnTo>
                <a:cubicBezTo>
                  <a:pt x="-690" y="73463"/>
                  <a:pt x="-690" y="68945"/>
                  <a:pt x="2092" y="66163"/>
                </a:cubicBezTo>
                <a:cubicBezTo>
                  <a:pt x="4874" y="63381"/>
                  <a:pt x="9391" y="63381"/>
                  <a:pt x="12173" y="66163"/>
                </a:cubicBezTo>
                <a:lnTo>
                  <a:pt x="34762" y="88752"/>
                </a:lnTo>
                <a:lnTo>
                  <a:pt x="86838" y="17158"/>
                </a:lnTo>
                <a:cubicBezTo>
                  <a:pt x="89152" y="13976"/>
                  <a:pt x="93603" y="13264"/>
                  <a:pt x="96786" y="1557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5" name="Text 53"/>
          <p:cNvSpPr/>
          <p:nvPr/>
        </p:nvSpPr>
        <p:spPr>
          <a:xfrm>
            <a:off x="6510629" y="2591172"/>
            <a:ext cx="1367327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Rol incorrecto → 403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13601" y="2857041"/>
            <a:ext cx="99701" cy="113944"/>
          </a:xfrm>
          <a:custGeom>
            <a:avLst/>
            <a:gdLst/>
            <a:ahLst/>
            <a:cxnLst/>
            <a:rect l="l" t="t" r="r" b="b"/>
            <a:pathLst>
              <a:path w="99701" h="113944">
                <a:moveTo>
                  <a:pt x="96763" y="15601"/>
                </a:moveTo>
                <a:cubicBezTo>
                  <a:pt x="99946" y="17915"/>
                  <a:pt x="100658" y="22366"/>
                  <a:pt x="98343" y="25548"/>
                </a:cubicBezTo>
                <a:lnTo>
                  <a:pt x="41371" y="103885"/>
                </a:lnTo>
                <a:cubicBezTo>
                  <a:pt x="40147" y="105576"/>
                  <a:pt x="38256" y="106622"/>
                  <a:pt x="36164" y="106800"/>
                </a:cubicBezTo>
                <a:cubicBezTo>
                  <a:pt x="34072" y="106978"/>
                  <a:pt x="32047" y="106199"/>
                  <a:pt x="30578" y="104730"/>
                </a:cubicBezTo>
                <a:lnTo>
                  <a:pt x="2092" y="76245"/>
                </a:lnTo>
                <a:cubicBezTo>
                  <a:pt x="-690" y="73463"/>
                  <a:pt x="-690" y="68945"/>
                  <a:pt x="2092" y="66163"/>
                </a:cubicBezTo>
                <a:cubicBezTo>
                  <a:pt x="4874" y="63381"/>
                  <a:pt x="9391" y="63381"/>
                  <a:pt x="12173" y="66163"/>
                </a:cubicBezTo>
                <a:lnTo>
                  <a:pt x="34762" y="88752"/>
                </a:lnTo>
                <a:lnTo>
                  <a:pt x="86838" y="17158"/>
                </a:lnTo>
                <a:cubicBezTo>
                  <a:pt x="89152" y="13976"/>
                  <a:pt x="93603" y="13264"/>
                  <a:pt x="96786" y="1557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7" name="Text 55"/>
          <p:cNvSpPr/>
          <p:nvPr/>
        </p:nvSpPr>
        <p:spPr>
          <a:xfrm>
            <a:off x="6510629" y="2819060"/>
            <a:ext cx="2449794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Servicio independiente y documentado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174073" y="3249512"/>
            <a:ext cx="5629674" cy="3607169"/>
          </a:xfrm>
          <a:custGeom>
            <a:avLst/>
            <a:gdLst/>
            <a:ahLst/>
            <a:cxnLst/>
            <a:rect l="l" t="t" r="r" b="b"/>
            <a:pathLst>
              <a:path w="5629674" h="3607169">
                <a:moveTo>
                  <a:pt x="113950" y="0"/>
                </a:moveTo>
                <a:lnTo>
                  <a:pt x="5515723" y="0"/>
                </a:lnTo>
                <a:cubicBezTo>
                  <a:pt x="5578657" y="0"/>
                  <a:pt x="5629674" y="51017"/>
                  <a:pt x="5629674" y="113950"/>
                </a:cubicBezTo>
                <a:lnTo>
                  <a:pt x="5629674" y="3493219"/>
                </a:lnTo>
                <a:cubicBezTo>
                  <a:pt x="5629674" y="3556152"/>
                  <a:pt x="5578657" y="3607169"/>
                  <a:pt x="5515723" y="3607169"/>
                </a:cubicBezTo>
                <a:lnTo>
                  <a:pt x="113950" y="3607169"/>
                </a:lnTo>
                <a:cubicBezTo>
                  <a:pt x="51017" y="3607169"/>
                  <a:pt x="0" y="3556152"/>
                  <a:pt x="0" y="3493219"/>
                </a:cubicBezTo>
                <a:lnTo>
                  <a:pt x="0" y="113950"/>
                </a:lnTo>
                <a:cubicBezTo>
                  <a:pt x="0" y="51059"/>
                  <a:pt x="51059" y="0"/>
                  <a:pt x="113950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311228" y="3405656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44242" y="19228"/>
                </a:moveTo>
                <a:lnTo>
                  <a:pt x="41156" y="28486"/>
                </a:lnTo>
                <a:lnTo>
                  <a:pt x="18991" y="28486"/>
                </a:lnTo>
                <a:cubicBezTo>
                  <a:pt x="8516" y="28486"/>
                  <a:pt x="0" y="37002"/>
                  <a:pt x="0" y="47477"/>
                </a:cubicBezTo>
                <a:lnTo>
                  <a:pt x="0" y="123439"/>
                </a:lnTo>
                <a:cubicBezTo>
                  <a:pt x="0" y="133914"/>
                  <a:pt x="8516" y="142430"/>
                  <a:pt x="18991" y="142430"/>
                </a:cubicBezTo>
                <a:lnTo>
                  <a:pt x="132935" y="142430"/>
                </a:lnTo>
                <a:cubicBezTo>
                  <a:pt x="143409" y="142430"/>
                  <a:pt x="151925" y="133914"/>
                  <a:pt x="151925" y="123439"/>
                </a:cubicBezTo>
                <a:lnTo>
                  <a:pt x="151925" y="47477"/>
                </a:lnTo>
                <a:cubicBezTo>
                  <a:pt x="151925" y="37002"/>
                  <a:pt x="143409" y="28486"/>
                  <a:pt x="132935" y="28486"/>
                </a:cubicBezTo>
                <a:lnTo>
                  <a:pt x="110769" y="28486"/>
                </a:lnTo>
                <a:lnTo>
                  <a:pt x="107683" y="19228"/>
                </a:lnTo>
                <a:cubicBezTo>
                  <a:pt x="105754" y="13412"/>
                  <a:pt x="100324" y="9495"/>
                  <a:pt x="94182" y="9495"/>
                </a:cubicBezTo>
                <a:lnTo>
                  <a:pt x="57743" y="9495"/>
                </a:lnTo>
                <a:cubicBezTo>
                  <a:pt x="51601" y="9495"/>
                  <a:pt x="46171" y="13412"/>
                  <a:pt x="44242" y="19228"/>
                </a:cubicBezTo>
                <a:close/>
                <a:moveTo>
                  <a:pt x="75963" y="56972"/>
                </a:moveTo>
                <a:cubicBezTo>
                  <a:pt x="91684" y="56972"/>
                  <a:pt x="104449" y="69736"/>
                  <a:pt x="104449" y="85458"/>
                </a:cubicBezTo>
                <a:cubicBezTo>
                  <a:pt x="104449" y="101180"/>
                  <a:pt x="91684" y="113944"/>
                  <a:pt x="75963" y="113944"/>
                </a:cubicBezTo>
                <a:cubicBezTo>
                  <a:pt x="60241" y="113944"/>
                  <a:pt x="47477" y="101180"/>
                  <a:pt x="47477" y="85458"/>
                </a:cubicBezTo>
                <a:cubicBezTo>
                  <a:pt x="47477" y="69736"/>
                  <a:pt x="60241" y="56972"/>
                  <a:pt x="75963" y="56972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60" name="Text 58"/>
          <p:cNvSpPr/>
          <p:nvPr/>
        </p:nvSpPr>
        <p:spPr>
          <a:xfrm>
            <a:off x="6558106" y="3367674"/>
            <a:ext cx="740636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Evidencia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300677" y="3679965"/>
            <a:ext cx="2637591" cy="1479161"/>
          </a:xfrm>
          <a:custGeom>
            <a:avLst/>
            <a:gdLst/>
            <a:ahLst/>
            <a:cxnLst/>
            <a:rect l="l" t="t" r="r" b="b"/>
            <a:pathLst>
              <a:path w="2637591" h="1479161">
                <a:moveTo>
                  <a:pt x="75970" y="0"/>
                </a:moveTo>
                <a:lnTo>
                  <a:pt x="2561621" y="0"/>
                </a:lnTo>
                <a:cubicBezTo>
                  <a:pt x="2603578" y="0"/>
                  <a:pt x="2637591" y="34013"/>
                  <a:pt x="2637591" y="75970"/>
                </a:cubicBezTo>
                <a:lnTo>
                  <a:pt x="2637591" y="1403191"/>
                </a:lnTo>
                <a:cubicBezTo>
                  <a:pt x="2637591" y="1445148"/>
                  <a:pt x="2603578" y="1479161"/>
                  <a:pt x="2561621" y="1479161"/>
                </a:cubicBezTo>
                <a:lnTo>
                  <a:pt x="75970" y="1479161"/>
                </a:lnTo>
                <a:cubicBezTo>
                  <a:pt x="34013" y="1479161"/>
                  <a:pt x="0" y="1445148"/>
                  <a:pt x="0" y="1403191"/>
                </a:cubicBezTo>
                <a:lnTo>
                  <a:pt x="0" y="75970"/>
                </a:lnTo>
                <a:cubicBezTo>
                  <a:pt x="0" y="34041"/>
                  <a:pt x="34041" y="0"/>
                  <a:pt x="75970" y="0"/>
                </a:cubicBezTo>
                <a:close/>
              </a:path>
            </a:pathLst>
          </a:custGeom>
          <a:solidFill>
            <a:srgbClr val="0F172A"/>
          </a:solidFill>
          <a:ln w="22578">
            <a:solidFill>
              <a:srgbClr val="475569"/>
            </a:solidFill>
            <a:prstDash val="dash"/>
          </a:ln>
        </p:spPr>
      </p:sp>
      <p:sp>
        <p:nvSpPr>
          <p:cNvPr id="62" name="Shape 60"/>
          <p:cNvSpPr/>
          <p:nvPr/>
        </p:nvSpPr>
        <p:spPr>
          <a:xfrm>
            <a:off x="7521882" y="4134557"/>
            <a:ext cx="199402" cy="227888"/>
          </a:xfrm>
          <a:custGeom>
            <a:avLst/>
            <a:gdLst/>
            <a:ahLst/>
            <a:cxnLst/>
            <a:rect l="l" t="t" r="r" b="b"/>
            <a:pathLst>
              <a:path w="199402" h="227888">
                <a:moveTo>
                  <a:pt x="28486" y="14243"/>
                </a:moveTo>
                <a:cubicBezTo>
                  <a:pt x="12774" y="14243"/>
                  <a:pt x="0" y="27017"/>
                  <a:pt x="0" y="42729"/>
                </a:cubicBezTo>
                <a:lnTo>
                  <a:pt x="0" y="185159"/>
                </a:lnTo>
                <a:cubicBezTo>
                  <a:pt x="0" y="200871"/>
                  <a:pt x="12774" y="213645"/>
                  <a:pt x="28486" y="213645"/>
                </a:cubicBezTo>
                <a:lnTo>
                  <a:pt x="170916" y="213645"/>
                </a:lnTo>
                <a:cubicBezTo>
                  <a:pt x="186628" y="213645"/>
                  <a:pt x="199402" y="200871"/>
                  <a:pt x="199402" y="185159"/>
                </a:cubicBezTo>
                <a:lnTo>
                  <a:pt x="199402" y="42729"/>
                </a:lnTo>
                <a:cubicBezTo>
                  <a:pt x="199402" y="27017"/>
                  <a:pt x="186628" y="14243"/>
                  <a:pt x="170916" y="14243"/>
                </a:cubicBezTo>
                <a:lnTo>
                  <a:pt x="28486" y="14243"/>
                </a:lnTo>
                <a:close/>
                <a:moveTo>
                  <a:pt x="56972" y="49850"/>
                </a:moveTo>
                <a:cubicBezTo>
                  <a:pt x="68763" y="49850"/>
                  <a:pt x="78336" y="59424"/>
                  <a:pt x="78336" y="71215"/>
                </a:cubicBezTo>
                <a:cubicBezTo>
                  <a:pt x="78336" y="83006"/>
                  <a:pt x="68763" y="92579"/>
                  <a:pt x="56972" y="92579"/>
                </a:cubicBezTo>
                <a:cubicBezTo>
                  <a:pt x="45181" y="92579"/>
                  <a:pt x="35607" y="83006"/>
                  <a:pt x="35607" y="71215"/>
                </a:cubicBezTo>
                <a:cubicBezTo>
                  <a:pt x="35607" y="59424"/>
                  <a:pt x="45181" y="49850"/>
                  <a:pt x="56972" y="49850"/>
                </a:cubicBezTo>
                <a:close/>
                <a:moveTo>
                  <a:pt x="121065" y="99701"/>
                </a:moveTo>
                <a:cubicBezTo>
                  <a:pt x="124804" y="99701"/>
                  <a:pt x="128231" y="101659"/>
                  <a:pt x="130190" y="104820"/>
                </a:cubicBezTo>
                <a:lnTo>
                  <a:pt x="169358" y="168913"/>
                </a:lnTo>
                <a:cubicBezTo>
                  <a:pt x="171361" y="172207"/>
                  <a:pt x="171450" y="176346"/>
                  <a:pt x="169581" y="179729"/>
                </a:cubicBezTo>
                <a:cubicBezTo>
                  <a:pt x="167711" y="183111"/>
                  <a:pt x="164106" y="185159"/>
                  <a:pt x="160234" y="185159"/>
                </a:cubicBezTo>
                <a:lnTo>
                  <a:pt x="39168" y="185159"/>
                </a:lnTo>
                <a:cubicBezTo>
                  <a:pt x="35207" y="185159"/>
                  <a:pt x="31513" y="182933"/>
                  <a:pt x="29688" y="179417"/>
                </a:cubicBezTo>
                <a:cubicBezTo>
                  <a:pt x="27863" y="175901"/>
                  <a:pt x="28130" y="171628"/>
                  <a:pt x="30400" y="168379"/>
                </a:cubicBezTo>
                <a:lnTo>
                  <a:pt x="55325" y="132771"/>
                </a:lnTo>
                <a:cubicBezTo>
                  <a:pt x="57328" y="129923"/>
                  <a:pt x="60577" y="128231"/>
                  <a:pt x="64093" y="128231"/>
                </a:cubicBezTo>
                <a:cubicBezTo>
                  <a:pt x="67610" y="128231"/>
                  <a:pt x="70859" y="129923"/>
                  <a:pt x="72862" y="132771"/>
                </a:cubicBezTo>
                <a:lnTo>
                  <a:pt x="84612" y="149596"/>
                </a:lnTo>
                <a:lnTo>
                  <a:pt x="111941" y="104864"/>
                </a:lnTo>
                <a:cubicBezTo>
                  <a:pt x="113899" y="101704"/>
                  <a:pt x="117327" y="99745"/>
                  <a:pt x="121065" y="99745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63" name="Text 61"/>
          <p:cNvSpPr/>
          <p:nvPr/>
        </p:nvSpPr>
        <p:spPr>
          <a:xfrm>
            <a:off x="7181237" y="4400426"/>
            <a:ext cx="883065" cy="15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[SCREENSHOT]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994759" y="4552217"/>
            <a:ext cx="1253383" cy="15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POSTMAN - REGISTER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9035331" y="3679965"/>
            <a:ext cx="2637591" cy="1479161"/>
          </a:xfrm>
          <a:custGeom>
            <a:avLst/>
            <a:gdLst/>
            <a:ahLst/>
            <a:cxnLst/>
            <a:rect l="l" t="t" r="r" b="b"/>
            <a:pathLst>
              <a:path w="2637591" h="1479161">
                <a:moveTo>
                  <a:pt x="75970" y="0"/>
                </a:moveTo>
                <a:lnTo>
                  <a:pt x="2561621" y="0"/>
                </a:lnTo>
                <a:cubicBezTo>
                  <a:pt x="2603578" y="0"/>
                  <a:pt x="2637591" y="34013"/>
                  <a:pt x="2637591" y="75970"/>
                </a:cubicBezTo>
                <a:lnTo>
                  <a:pt x="2637591" y="1403191"/>
                </a:lnTo>
                <a:cubicBezTo>
                  <a:pt x="2637591" y="1445148"/>
                  <a:pt x="2603578" y="1479161"/>
                  <a:pt x="2561621" y="1479161"/>
                </a:cubicBezTo>
                <a:lnTo>
                  <a:pt x="75970" y="1479161"/>
                </a:lnTo>
                <a:cubicBezTo>
                  <a:pt x="34013" y="1479161"/>
                  <a:pt x="0" y="1445148"/>
                  <a:pt x="0" y="1403191"/>
                </a:cubicBezTo>
                <a:lnTo>
                  <a:pt x="0" y="75970"/>
                </a:lnTo>
                <a:cubicBezTo>
                  <a:pt x="0" y="34041"/>
                  <a:pt x="34041" y="0"/>
                  <a:pt x="75970" y="0"/>
                </a:cubicBezTo>
                <a:close/>
              </a:path>
            </a:pathLst>
          </a:custGeom>
          <a:solidFill>
            <a:srgbClr val="0F172A"/>
          </a:solidFill>
          <a:ln w="22578">
            <a:solidFill>
              <a:srgbClr val="475569"/>
            </a:solidFill>
            <a:prstDash val="dash"/>
          </a:ln>
        </p:spPr>
      </p:sp>
      <p:sp>
        <p:nvSpPr>
          <p:cNvPr id="66" name="Shape 64"/>
          <p:cNvSpPr/>
          <p:nvPr/>
        </p:nvSpPr>
        <p:spPr>
          <a:xfrm>
            <a:off x="10256535" y="4134557"/>
            <a:ext cx="199402" cy="227888"/>
          </a:xfrm>
          <a:custGeom>
            <a:avLst/>
            <a:gdLst/>
            <a:ahLst/>
            <a:cxnLst/>
            <a:rect l="l" t="t" r="r" b="b"/>
            <a:pathLst>
              <a:path w="199402" h="227888">
                <a:moveTo>
                  <a:pt x="28486" y="14243"/>
                </a:moveTo>
                <a:cubicBezTo>
                  <a:pt x="12774" y="14243"/>
                  <a:pt x="0" y="27017"/>
                  <a:pt x="0" y="42729"/>
                </a:cubicBezTo>
                <a:lnTo>
                  <a:pt x="0" y="185159"/>
                </a:lnTo>
                <a:cubicBezTo>
                  <a:pt x="0" y="200871"/>
                  <a:pt x="12774" y="213645"/>
                  <a:pt x="28486" y="213645"/>
                </a:cubicBezTo>
                <a:lnTo>
                  <a:pt x="170916" y="213645"/>
                </a:lnTo>
                <a:cubicBezTo>
                  <a:pt x="186628" y="213645"/>
                  <a:pt x="199402" y="200871"/>
                  <a:pt x="199402" y="185159"/>
                </a:cubicBezTo>
                <a:lnTo>
                  <a:pt x="199402" y="42729"/>
                </a:lnTo>
                <a:cubicBezTo>
                  <a:pt x="199402" y="27017"/>
                  <a:pt x="186628" y="14243"/>
                  <a:pt x="170916" y="14243"/>
                </a:cubicBezTo>
                <a:lnTo>
                  <a:pt x="28486" y="14243"/>
                </a:lnTo>
                <a:close/>
                <a:moveTo>
                  <a:pt x="56972" y="49850"/>
                </a:moveTo>
                <a:cubicBezTo>
                  <a:pt x="68763" y="49850"/>
                  <a:pt x="78336" y="59424"/>
                  <a:pt x="78336" y="71215"/>
                </a:cubicBezTo>
                <a:cubicBezTo>
                  <a:pt x="78336" y="83006"/>
                  <a:pt x="68763" y="92579"/>
                  <a:pt x="56972" y="92579"/>
                </a:cubicBezTo>
                <a:cubicBezTo>
                  <a:pt x="45181" y="92579"/>
                  <a:pt x="35607" y="83006"/>
                  <a:pt x="35607" y="71215"/>
                </a:cubicBezTo>
                <a:cubicBezTo>
                  <a:pt x="35607" y="59424"/>
                  <a:pt x="45181" y="49850"/>
                  <a:pt x="56972" y="49850"/>
                </a:cubicBezTo>
                <a:close/>
                <a:moveTo>
                  <a:pt x="121065" y="99701"/>
                </a:moveTo>
                <a:cubicBezTo>
                  <a:pt x="124804" y="99701"/>
                  <a:pt x="128231" y="101659"/>
                  <a:pt x="130190" y="104820"/>
                </a:cubicBezTo>
                <a:lnTo>
                  <a:pt x="169358" y="168913"/>
                </a:lnTo>
                <a:cubicBezTo>
                  <a:pt x="171361" y="172207"/>
                  <a:pt x="171450" y="176346"/>
                  <a:pt x="169581" y="179729"/>
                </a:cubicBezTo>
                <a:cubicBezTo>
                  <a:pt x="167711" y="183111"/>
                  <a:pt x="164106" y="185159"/>
                  <a:pt x="160234" y="185159"/>
                </a:cubicBezTo>
                <a:lnTo>
                  <a:pt x="39168" y="185159"/>
                </a:lnTo>
                <a:cubicBezTo>
                  <a:pt x="35207" y="185159"/>
                  <a:pt x="31513" y="182933"/>
                  <a:pt x="29688" y="179417"/>
                </a:cubicBezTo>
                <a:cubicBezTo>
                  <a:pt x="27863" y="175901"/>
                  <a:pt x="28130" y="171628"/>
                  <a:pt x="30400" y="168379"/>
                </a:cubicBezTo>
                <a:lnTo>
                  <a:pt x="55325" y="132771"/>
                </a:lnTo>
                <a:cubicBezTo>
                  <a:pt x="57328" y="129923"/>
                  <a:pt x="60577" y="128231"/>
                  <a:pt x="64093" y="128231"/>
                </a:cubicBezTo>
                <a:cubicBezTo>
                  <a:pt x="67610" y="128231"/>
                  <a:pt x="70859" y="129923"/>
                  <a:pt x="72862" y="132771"/>
                </a:cubicBezTo>
                <a:lnTo>
                  <a:pt x="84612" y="149596"/>
                </a:lnTo>
                <a:lnTo>
                  <a:pt x="111941" y="104864"/>
                </a:lnTo>
                <a:cubicBezTo>
                  <a:pt x="113899" y="101704"/>
                  <a:pt x="117327" y="99745"/>
                  <a:pt x="121065" y="99745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67" name="Text 65"/>
          <p:cNvSpPr/>
          <p:nvPr/>
        </p:nvSpPr>
        <p:spPr>
          <a:xfrm>
            <a:off x="9915891" y="4400426"/>
            <a:ext cx="883065" cy="15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[SCREENSHOT]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9561531" y="4552217"/>
            <a:ext cx="1585720" cy="15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POSTMAN - LOGIN + TOKEN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300677" y="5251442"/>
            <a:ext cx="2637591" cy="1479161"/>
          </a:xfrm>
          <a:custGeom>
            <a:avLst/>
            <a:gdLst/>
            <a:ahLst/>
            <a:cxnLst/>
            <a:rect l="l" t="t" r="r" b="b"/>
            <a:pathLst>
              <a:path w="2637591" h="1479161">
                <a:moveTo>
                  <a:pt x="75970" y="0"/>
                </a:moveTo>
                <a:lnTo>
                  <a:pt x="2561621" y="0"/>
                </a:lnTo>
                <a:cubicBezTo>
                  <a:pt x="2603578" y="0"/>
                  <a:pt x="2637591" y="34013"/>
                  <a:pt x="2637591" y="75970"/>
                </a:cubicBezTo>
                <a:lnTo>
                  <a:pt x="2637591" y="1403191"/>
                </a:lnTo>
                <a:cubicBezTo>
                  <a:pt x="2637591" y="1445148"/>
                  <a:pt x="2603578" y="1479161"/>
                  <a:pt x="2561621" y="1479161"/>
                </a:cubicBezTo>
                <a:lnTo>
                  <a:pt x="75970" y="1479161"/>
                </a:lnTo>
                <a:cubicBezTo>
                  <a:pt x="34013" y="1479161"/>
                  <a:pt x="0" y="1445148"/>
                  <a:pt x="0" y="1403191"/>
                </a:cubicBezTo>
                <a:lnTo>
                  <a:pt x="0" y="75970"/>
                </a:lnTo>
                <a:cubicBezTo>
                  <a:pt x="0" y="34041"/>
                  <a:pt x="34041" y="0"/>
                  <a:pt x="75970" y="0"/>
                </a:cubicBezTo>
                <a:close/>
              </a:path>
            </a:pathLst>
          </a:custGeom>
          <a:solidFill>
            <a:srgbClr val="0F172A"/>
          </a:solidFill>
          <a:ln w="22578">
            <a:solidFill>
              <a:srgbClr val="475569"/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>
            <a:off x="7521882" y="5706033"/>
            <a:ext cx="199402" cy="227888"/>
          </a:xfrm>
          <a:custGeom>
            <a:avLst/>
            <a:gdLst/>
            <a:ahLst/>
            <a:cxnLst/>
            <a:rect l="l" t="t" r="r" b="b"/>
            <a:pathLst>
              <a:path w="199402" h="227888">
                <a:moveTo>
                  <a:pt x="28486" y="14243"/>
                </a:moveTo>
                <a:cubicBezTo>
                  <a:pt x="12774" y="14243"/>
                  <a:pt x="0" y="27017"/>
                  <a:pt x="0" y="42729"/>
                </a:cubicBezTo>
                <a:lnTo>
                  <a:pt x="0" y="185159"/>
                </a:lnTo>
                <a:cubicBezTo>
                  <a:pt x="0" y="200871"/>
                  <a:pt x="12774" y="213645"/>
                  <a:pt x="28486" y="213645"/>
                </a:cubicBezTo>
                <a:lnTo>
                  <a:pt x="170916" y="213645"/>
                </a:lnTo>
                <a:cubicBezTo>
                  <a:pt x="186628" y="213645"/>
                  <a:pt x="199402" y="200871"/>
                  <a:pt x="199402" y="185159"/>
                </a:cubicBezTo>
                <a:lnTo>
                  <a:pt x="199402" y="42729"/>
                </a:lnTo>
                <a:cubicBezTo>
                  <a:pt x="199402" y="27017"/>
                  <a:pt x="186628" y="14243"/>
                  <a:pt x="170916" y="14243"/>
                </a:cubicBezTo>
                <a:lnTo>
                  <a:pt x="28486" y="14243"/>
                </a:lnTo>
                <a:close/>
                <a:moveTo>
                  <a:pt x="56972" y="49850"/>
                </a:moveTo>
                <a:cubicBezTo>
                  <a:pt x="68763" y="49850"/>
                  <a:pt x="78336" y="59424"/>
                  <a:pt x="78336" y="71215"/>
                </a:cubicBezTo>
                <a:cubicBezTo>
                  <a:pt x="78336" y="83006"/>
                  <a:pt x="68763" y="92579"/>
                  <a:pt x="56972" y="92579"/>
                </a:cubicBezTo>
                <a:cubicBezTo>
                  <a:pt x="45181" y="92579"/>
                  <a:pt x="35607" y="83006"/>
                  <a:pt x="35607" y="71215"/>
                </a:cubicBezTo>
                <a:cubicBezTo>
                  <a:pt x="35607" y="59424"/>
                  <a:pt x="45181" y="49850"/>
                  <a:pt x="56972" y="49850"/>
                </a:cubicBezTo>
                <a:close/>
                <a:moveTo>
                  <a:pt x="121065" y="99701"/>
                </a:moveTo>
                <a:cubicBezTo>
                  <a:pt x="124804" y="99701"/>
                  <a:pt x="128231" y="101659"/>
                  <a:pt x="130190" y="104820"/>
                </a:cubicBezTo>
                <a:lnTo>
                  <a:pt x="169358" y="168913"/>
                </a:lnTo>
                <a:cubicBezTo>
                  <a:pt x="171361" y="172207"/>
                  <a:pt x="171450" y="176346"/>
                  <a:pt x="169581" y="179729"/>
                </a:cubicBezTo>
                <a:cubicBezTo>
                  <a:pt x="167711" y="183111"/>
                  <a:pt x="164106" y="185159"/>
                  <a:pt x="160234" y="185159"/>
                </a:cubicBezTo>
                <a:lnTo>
                  <a:pt x="39168" y="185159"/>
                </a:lnTo>
                <a:cubicBezTo>
                  <a:pt x="35207" y="185159"/>
                  <a:pt x="31513" y="182933"/>
                  <a:pt x="29688" y="179417"/>
                </a:cubicBezTo>
                <a:cubicBezTo>
                  <a:pt x="27863" y="175901"/>
                  <a:pt x="28130" y="171628"/>
                  <a:pt x="30400" y="168379"/>
                </a:cubicBezTo>
                <a:lnTo>
                  <a:pt x="55325" y="132771"/>
                </a:lnTo>
                <a:cubicBezTo>
                  <a:pt x="57328" y="129923"/>
                  <a:pt x="60577" y="128231"/>
                  <a:pt x="64093" y="128231"/>
                </a:cubicBezTo>
                <a:cubicBezTo>
                  <a:pt x="67610" y="128231"/>
                  <a:pt x="70859" y="129923"/>
                  <a:pt x="72862" y="132771"/>
                </a:cubicBezTo>
                <a:lnTo>
                  <a:pt x="84612" y="149596"/>
                </a:lnTo>
                <a:lnTo>
                  <a:pt x="111941" y="104864"/>
                </a:lnTo>
                <a:cubicBezTo>
                  <a:pt x="113899" y="101704"/>
                  <a:pt x="117327" y="99745"/>
                  <a:pt x="121065" y="99745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71" name="Text 69"/>
          <p:cNvSpPr/>
          <p:nvPr/>
        </p:nvSpPr>
        <p:spPr>
          <a:xfrm>
            <a:off x="7181237" y="5971902"/>
            <a:ext cx="883065" cy="15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[SCREENSHOT]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6853516" y="6123693"/>
            <a:ext cx="1538243" cy="15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POSTMAN - 401 SIN TOKEN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9035331" y="5251442"/>
            <a:ext cx="2637591" cy="1479161"/>
          </a:xfrm>
          <a:custGeom>
            <a:avLst/>
            <a:gdLst/>
            <a:ahLst/>
            <a:cxnLst/>
            <a:rect l="l" t="t" r="r" b="b"/>
            <a:pathLst>
              <a:path w="2637591" h="1479161">
                <a:moveTo>
                  <a:pt x="75970" y="0"/>
                </a:moveTo>
                <a:lnTo>
                  <a:pt x="2561621" y="0"/>
                </a:lnTo>
                <a:cubicBezTo>
                  <a:pt x="2603578" y="0"/>
                  <a:pt x="2637591" y="34013"/>
                  <a:pt x="2637591" y="75970"/>
                </a:cubicBezTo>
                <a:lnTo>
                  <a:pt x="2637591" y="1403191"/>
                </a:lnTo>
                <a:cubicBezTo>
                  <a:pt x="2637591" y="1445148"/>
                  <a:pt x="2603578" y="1479161"/>
                  <a:pt x="2561621" y="1479161"/>
                </a:cubicBezTo>
                <a:lnTo>
                  <a:pt x="75970" y="1479161"/>
                </a:lnTo>
                <a:cubicBezTo>
                  <a:pt x="34013" y="1479161"/>
                  <a:pt x="0" y="1445148"/>
                  <a:pt x="0" y="1403191"/>
                </a:cubicBezTo>
                <a:lnTo>
                  <a:pt x="0" y="75970"/>
                </a:lnTo>
                <a:cubicBezTo>
                  <a:pt x="0" y="34041"/>
                  <a:pt x="34041" y="0"/>
                  <a:pt x="75970" y="0"/>
                </a:cubicBezTo>
                <a:close/>
              </a:path>
            </a:pathLst>
          </a:custGeom>
          <a:solidFill>
            <a:srgbClr val="0F172A"/>
          </a:solidFill>
          <a:ln w="22578">
            <a:solidFill>
              <a:srgbClr val="475569"/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>
            <a:off x="10256535" y="5706033"/>
            <a:ext cx="199402" cy="227888"/>
          </a:xfrm>
          <a:custGeom>
            <a:avLst/>
            <a:gdLst/>
            <a:ahLst/>
            <a:cxnLst/>
            <a:rect l="l" t="t" r="r" b="b"/>
            <a:pathLst>
              <a:path w="199402" h="227888">
                <a:moveTo>
                  <a:pt x="28486" y="14243"/>
                </a:moveTo>
                <a:cubicBezTo>
                  <a:pt x="12774" y="14243"/>
                  <a:pt x="0" y="27017"/>
                  <a:pt x="0" y="42729"/>
                </a:cubicBezTo>
                <a:lnTo>
                  <a:pt x="0" y="185159"/>
                </a:lnTo>
                <a:cubicBezTo>
                  <a:pt x="0" y="200871"/>
                  <a:pt x="12774" y="213645"/>
                  <a:pt x="28486" y="213645"/>
                </a:cubicBezTo>
                <a:lnTo>
                  <a:pt x="170916" y="213645"/>
                </a:lnTo>
                <a:cubicBezTo>
                  <a:pt x="186628" y="213645"/>
                  <a:pt x="199402" y="200871"/>
                  <a:pt x="199402" y="185159"/>
                </a:cubicBezTo>
                <a:lnTo>
                  <a:pt x="199402" y="42729"/>
                </a:lnTo>
                <a:cubicBezTo>
                  <a:pt x="199402" y="27017"/>
                  <a:pt x="186628" y="14243"/>
                  <a:pt x="170916" y="14243"/>
                </a:cubicBezTo>
                <a:lnTo>
                  <a:pt x="28486" y="14243"/>
                </a:lnTo>
                <a:close/>
                <a:moveTo>
                  <a:pt x="56972" y="49850"/>
                </a:moveTo>
                <a:cubicBezTo>
                  <a:pt x="68763" y="49850"/>
                  <a:pt x="78336" y="59424"/>
                  <a:pt x="78336" y="71215"/>
                </a:cubicBezTo>
                <a:cubicBezTo>
                  <a:pt x="78336" y="83006"/>
                  <a:pt x="68763" y="92579"/>
                  <a:pt x="56972" y="92579"/>
                </a:cubicBezTo>
                <a:cubicBezTo>
                  <a:pt x="45181" y="92579"/>
                  <a:pt x="35607" y="83006"/>
                  <a:pt x="35607" y="71215"/>
                </a:cubicBezTo>
                <a:cubicBezTo>
                  <a:pt x="35607" y="59424"/>
                  <a:pt x="45181" y="49850"/>
                  <a:pt x="56972" y="49850"/>
                </a:cubicBezTo>
                <a:close/>
                <a:moveTo>
                  <a:pt x="121065" y="99701"/>
                </a:moveTo>
                <a:cubicBezTo>
                  <a:pt x="124804" y="99701"/>
                  <a:pt x="128231" y="101659"/>
                  <a:pt x="130190" y="104820"/>
                </a:cubicBezTo>
                <a:lnTo>
                  <a:pt x="169358" y="168913"/>
                </a:lnTo>
                <a:cubicBezTo>
                  <a:pt x="171361" y="172207"/>
                  <a:pt x="171450" y="176346"/>
                  <a:pt x="169581" y="179729"/>
                </a:cubicBezTo>
                <a:cubicBezTo>
                  <a:pt x="167711" y="183111"/>
                  <a:pt x="164106" y="185159"/>
                  <a:pt x="160234" y="185159"/>
                </a:cubicBezTo>
                <a:lnTo>
                  <a:pt x="39168" y="185159"/>
                </a:lnTo>
                <a:cubicBezTo>
                  <a:pt x="35207" y="185159"/>
                  <a:pt x="31513" y="182933"/>
                  <a:pt x="29688" y="179417"/>
                </a:cubicBezTo>
                <a:cubicBezTo>
                  <a:pt x="27863" y="175901"/>
                  <a:pt x="28130" y="171628"/>
                  <a:pt x="30400" y="168379"/>
                </a:cubicBezTo>
                <a:lnTo>
                  <a:pt x="55325" y="132771"/>
                </a:lnTo>
                <a:cubicBezTo>
                  <a:pt x="57328" y="129923"/>
                  <a:pt x="60577" y="128231"/>
                  <a:pt x="64093" y="128231"/>
                </a:cubicBezTo>
                <a:cubicBezTo>
                  <a:pt x="67610" y="128231"/>
                  <a:pt x="70859" y="129923"/>
                  <a:pt x="72862" y="132771"/>
                </a:cubicBezTo>
                <a:lnTo>
                  <a:pt x="84612" y="149596"/>
                </a:lnTo>
                <a:lnTo>
                  <a:pt x="111941" y="104864"/>
                </a:lnTo>
                <a:cubicBezTo>
                  <a:pt x="113899" y="101704"/>
                  <a:pt x="117327" y="99745"/>
                  <a:pt x="121065" y="99745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75" name="Text 73"/>
          <p:cNvSpPr/>
          <p:nvPr/>
        </p:nvSpPr>
        <p:spPr>
          <a:xfrm>
            <a:off x="9915891" y="5971902"/>
            <a:ext cx="883065" cy="15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[SCREENSHOT]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9381779" y="6123693"/>
            <a:ext cx="1946542" cy="15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POSTMAN - 403 ROL INCORRECTO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/>
              </a:gs>
              <a:gs pos="100000">
                <a:srgbClr val="059669"/>
              </a:gs>
            </a:gsLst>
            <a:lin ang="27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485378" y="514350"/>
            <a:ext cx="342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500" y="381000"/>
            <a:ext cx="259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Inventory Service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723900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inventory_db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16365" y="723900"/>
            <a:ext cx="9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|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21933" y="723900"/>
            <a:ext cx="52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FastAPI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401829" y="452969"/>
            <a:ext cx="1408642" cy="389467"/>
          </a:xfrm>
          <a:custGeom>
            <a:avLst/>
            <a:gdLst/>
            <a:ahLst/>
            <a:cxnLst/>
            <a:rect l="l" t="t" r="r" b="b"/>
            <a:pathLst>
              <a:path w="1408642" h="389467">
                <a:moveTo>
                  <a:pt x="76199" y="0"/>
                </a:moveTo>
                <a:lnTo>
                  <a:pt x="1332443" y="0"/>
                </a:lnTo>
                <a:cubicBezTo>
                  <a:pt x="1374526" y="0"/>
                  <a:pt x="1408642" y="34116"/>
                  <a:pt x="1408642" y="76199"/>
                </a:cubicBezTo>
                <a:lnTo>
                  <a:pt x="1408642" y="313268"/>
                </a:lnTo>
                <a:cubicBezTo>
                  <a:pt x="1408642" y="355323"/>
                  <a:pt x="1374498" y="389467"/>
                  <a:pt x="1332443" y="389467"/>
                </a:cubicBezTo>
                <a:lnTo>
                  <a:pt x="76199" y="389467"/>
                </a:lnTo>
                <a:cubicBezTo>
                  <a:pt x="34144" y="389467"/>
                  <a:pt x="0" y="355323"/>
                  <a:pt x="0" y="313268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11289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58463" y="567268"/>
            <a:ext cx="1158346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COMPLETADO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233" y="1032933"/>
            <a:ext cx="5628217" cy="922867"/>
          </a:xfrm>
          <a:custGeom>
            <a:avLst/>
            <a:gdLst/>
            <a:ahLst/>
            <a:cxnLst/>
            <a:rect l="l" t="t" r="r" b="b"/>
            <a:pathLst>
              <a:path w="5628217" h="922867">
                <a:moveTo>
                  <a:pt x="114297" y="0"/>
                </a:moveTo>
                <a:lnTo>
                  <a:pt x="5513920" y="0"/>
                </a:lnTo>
                <a:cubicBezTo>
                  <a:pt x="5577044" y="0"/>
                  <a:pt x="5628217" y="51173"/>
                  <a:pt x="5628217" y="114297"/>
                </a:cubicBezTo>
                <a:lnTo>
                  <a:pt x="5628217" y="808570"/>
                </a:lnTo>
                <a:cubicBezTo>
                  <a:pt x="5628217" y="871694"/>
                  <a:pt x="5577044" y="922867"/>
                  <a:pt x="5513920" y="922867"/>
                </a:cubicBezTo>
                <a:lnTo>
                  <a:pt x="114297" y="922867"/>
                </a:lnTo>
                <a:cubicBezTo>
                  <a:pt x="51173" y="922867"/>
                  <a:pt x="0" y="871694"/>
                  <a:pt x="0" y="808570"/>
                </a:cubicBezTo>
                <a:lnTo>
                  <a:pt x="0" y="114297"/>
                </a:lnTo>
                <a:cubicBezTo>
                  <a:pt x="0" y="51173"/>
                  <a:pt x="51173" y="0"/>
                  <a:pt x="114297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2817" y="118956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18765" y="114360"/>
                </a:moveTo>
                <a:cubicBezTo>
                  <a:pt x="112187" y="102930"/>
                  <a:pt x="99834" y="95250"/>
                  <a:pt x="85725" y="95250"/>
                </a:cubicBezTo>
                <a:lnTo>
                  <a:pt x="66675" y="95250"/>
                </a:lnTo>
                <a:cubicBezTo>
                  <a:pt x="52566" y="95250"/>
                  <a:pt x="40213" y="102930"/>
                  <a:pt x="33635" y="114360"/>
                </a:cubicBezTo>
                <a:cubicBezTo>
                  <a:pt x="44113" y="126028"/>
                  <a:pt x="59293" y="133350"/>
                  <a:pt x="76200" y="133350"/>
                </a:cubicBezTo>
                <a:cubicBezTo>
                  <a:pt x="93107" y="133350"/>
                  <a:pt x="108287" y="125998"/>
                  <a:pt x="118765" y="114360"/>
                </a:cubicBez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76200" y="80962"/>
                </a:moveTo>
                <a:cubicBezTo>
                  <a:pt x="88028" y="80962"/>
                  <a:pt x="97631" y="71359"/>
                  <a:pt x="97631" y="59531"/>
                </a:cubicBezTo>
                <a:cubicBezTo>
                  <a:pt x="97631" y="47703"/>
                  <a:pt x="88028" y="38100"/>
                  <a:pt x="76200" y="38100"/>
                </a:cubicBezTo>
                <a:cubicBezTo>
                  <a:pt x="64372" y="38100"/>
                  <a:pt x="54769" y="47703"/>
                  <a:pt x="54769" y="59531"/>
                </a:cubicBezTo>
                <a:cubicBezTo>
                  <a:pt x="54769" y="71359"/>
                  <a:pt x="64372" y="80962"/>
                  <a:pt x="76200" y="8096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770467" y="1151469"/>
            <a:ext cx="1400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Historia de Usuario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3767" y="1456269"/>
            <a:ext cx="5457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"Como administrador, quiero cargar archivos de inventario para registrar productos en lote con trazabilidad completa."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5233" y="2078567"/>
            <a:ext cx="5628217" cy="3542242"/>
          </a:xfrm>
          <a:custGeom>
            <a:avLst/>
            <a:gdLst/>
            <a:ahLst/>
            <a:cxnLst/>
            <a:rect l="l" t="t" r="r" b="b"/>
            <a:pathLst>
              <a:path w="5628217" h="3542242">
                <a:moveTo>
                  <a:pt x="114308" y="0"/>
                </a:moveTo>
                <a:lnTo>
                  <a:pt x="5513909" y="0"/>
                </a:lnTo>
                <a:cubicBezTo>
                  <a:pt x="5577039" y="0"/>
                  <a:pt x="5628217" y="51177"/>
                  <a:pt x="5628217" y="114308"/>
                </a:cubicBezTo>
                <a:lnTo>
                  <a:pt x="5628217" y="3427934"/>
                </a:lnTo>
                <a:cubicBezTo>
                  <a:pt x="5628217" y="3491064"/>
                  <a:pt x="5577039" y="3542242"/>
                  <a:pt x="5513909" y="3542242"/>
                </a:cubicBezTo>
                <a:lnTo>
                  <a:pt x="114308" y="3542242"/>
                </a:lnTo>
                <a:cubicBezTo>
                  <a:pt x="51177" y="3542242"/>
                  <a:pt x="0" y="3491064"/>
                  <a:pt x="0" y="3427934"/>
                </a:cubicBezTo>
                <a:lnTo>
                  <a:pt x="0" y="114308"/>
                </a:lnTo>
                <a:cubicBezTo>
                  <a:pt x="0" y="51177"/>
                  <a:pt x="51177" y="0"/>
                  <a:pt x="114308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3292" y="223519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770467" y="2197098"/>
            <a:ext cx="107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Implementado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8054" y="253999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722842" y="2501898"/>
            <a:ext cx="3076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Carga masiva XLS/CSV con validación fila por fila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8054" y="278764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722842" y="2749548"/>
            <a:ext cx="395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InventoryItem: código, referencia, cantidad, condición, defectos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8054" y="303529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722842" y="2997198"/>
            <a:ext cx="4514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ImportBatch: nombre archivo, fecha, processed/valid/invalid rows, status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8054" y="328294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722842" y="3244848"/>
            <a:ext cx="3743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ImportError: batch_id, número de fila, tipo de error, mensaje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18054" y="353059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722842" y="3492498"/>
            <a:ext cx="2752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Condición física obligatoria en libros usados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18054" y="377824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722842" y="3740148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Defectos descritos explícitamente cuando aplican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5233" y="5740534"/>
            <a:ext cx="5628217" cy="732367"/>
          </a:xfrm>
          <a:custGeom>
            <a:avLst/>
            <a:gdLst/>
            <a:ahLst/>
            <a:cxnLst/>
            <a:rect l="l" t="t" r="r" b="b"/>
            <a:pathLst>
              <a:path w="5628217" h="732367">
                <a:moveTo>
                  <a:pt x="114300" y="0"/>
                </a:moveTo>
                <a:lnTo>
                  <a:pt x="5513916" y="0"/>
                </a:lnTo>
                <a:cubicBezTo>
                  <a:pt x="5577043" y="0"/>
                  <a:pt x="5628217" y="51174"/>
                  <a:pt x="5628217" y="114300"/>
                </a:cubicBezTo>
                <a:lnTo>
                  <a:pt x="5628217" y="618066"/>
                </a:lnTo>
                <a:cubicBezTo>
                  <a:pt x="5628217" y="681193"/>
                  <a:pt x="5577043" y="732367"/>
                  <a:pt x="5513916" y="732367"/>
                </a:cubicBezTo>
                <a:lnTo>
                  <a:pt x="114300" y="732367"/>
                </a:lnTo>
                <a:cubicBezTo>
                  <a:pt x="51174" y="732367"/>
                  <a:pt x="0" y="681193"/>
                  <a:pt x="0" y="618066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0F172A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3767" y="5859066"/>
            <a:ext cx="5457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Endpoint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03767" y="6125766"/>
            <a:ext cx="447675" cy="228600"/>
          </a:xfrm>
          <a:custGeom>
            <a:avLst/>
            <a:gdLst/>
            <a:ahLst/>
            <a:cxnLst/>
            <a:rect l="l" t="t" r="r" b="b"/>
            <a:pathLst>
              <a:path w="447675" h="228600">
                <a:moveTo>
                  <a:pt x="38101" y="0"/>
                </a:moveTo>
                <a:lnTo>
                  <a:pt x="409574" y="0"/>
                </a:lnTo>
                <a:cubicBezTo>
                  <a:pt x="430617" y="0"/>
                  <a:pt x="447675" y="17058"/>
                  <a:pt x="447675" y="38101"/>
                </a:cubicBezTo>
                <a:lnTo>
                  <a:pt x="447675" y="190499"/>
                </a:lnTo>
                <a:cubicBezTo>
                  <a:pt x="447675" y="211542"/>
                  <a:pt x="430617" y="228600"/>
                  <a:pt x="4095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503767" y="6125766"/>
            <a:ext cx="5048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29626" y="6144685"/>
            <a:ext cx="115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/inventory/upload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76433" y="1032933"/>
            <a:ext cx="5628217" cy="1646767"/>
          </a:xfrm>
          <a:custGeom>
            <a:avLst/>
            <a:gdLst/>
            <a:ahLst/>
            <a:cxnLst/>
            <a:rect l="l" t="t" r="r" b="b"/>
            <a:pathLst>
              <a:path w="5628217" h="1646767">
                <a:moveTo>
                  <a:pt x="114302" y="0"/>
                </a:moveTo>
                <a:lnTo>
                  <a:pt x="5513915" y="0"/>
                </a:lnTo>
                <a:cubicBezTo>
                  <a:pt x="5577042" y="0"/>
                  <a:pt x="5628217" y="51175"/>
                  <a:pt x="5628217" y="114302"/>
                </a:cubicBezTo>
                <a:lnTo>
                  <a:pt x="5628217" y="1532465"/>
                </a:lnTo>
                <a:cubicBezTo>
                  <a:pt x="5628217" y="1595592"/>
                  <a:pt x="5577042" y="1646767"/>
                  <a:pt x="5513915" y="1646767"/>
                </a:cubicBezTo>
                <a:lnTo>
                  <a:pt x="114302" y="1646767"/>
                </a:lnTo>
                <a:cubicBezTo>
                  <a:pt x="51175" y="1646767"/>
                  <a:pt x="0" y="1595592"/>
                  <a:pt x="0" y="1532465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14017" y="118956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9826" y="10805"/>
                </a:moveTo>
                <a:cubicBezTo>
                  <a:pt x="43071" y="13067"/>
                  <a:pt x="43845" y="17532"/>
                  <a:pt x="41583" y="20747"/>
                </a:cubicBezTo>
                <a:lnTo>
                  <a:pt x="24914" y="44559"/>
                </a:lnTo>
                <a:cubicBezTo>
                  <a:pt x="23693" y="46286"/>
                  <a:pt x="21788" y="47387"/>
                  <a:pt x="19675" y="47565"/>
                </a:cubicBezTo>
                <a:cubicBezTo>
                  <a:pt x="17562" y="47744"/>
                  <a:pt x="15478" y="47030"/>
                  <a:pt x="13990" y="45541"/>
                </a:cubicBezTo>
                <a:lnTo>
                  <a:pt x="2084" y="33635"/>
                </a:lnTo>
                <a:cubicBezTo>
                  <a:pt x="-685" y="30837"/>
                  <a:pt x="-685" y="26313"/>
                  <a:pt x="2084" y="23515"/>
                </a:cubicBezTo>
                <a:cubicBezTo>
                  <a:pt x="4852" y="20717"/>
                  <a:pt x="9406" y="20747"/>
                  <a:pt x="12204" y="23515"/>
                </a:cubicBezTo>
                <a:lnTo>
                  <a:pt x="18098" y="29408"/>
                </a:lnTo>
                <a:lnTo>
                  <a:pt x="29885" y="12561"/>
                </a:lnTo>
                <a:cubicBezTo>
                  <a:pt x="32147" y="9317"/>
                  <a:pt x="36612" y="8543"/>
                  <a:pt x="39826" y="10805"/>
                </a:cubicBezTo>
                <a:close/>
                <a:moveTo>
                  <a:pt x="39826" y="58430"/>
                </a:moveTo>
                <a:cubicBezTo>
                  <a:pt x="43071" y="60692"/>
                  <a:pt x="43845" y="65157"/>
                  <a:pt x="41583" y="68372"/>
                </a:cubicBezTo>
                <a:lnTo>
                  <a:pt x="24914" y="92184"/>
                </a:lnTo>
                <a:cubicBezTo>
                  <a:pt x="23693" y="93911"/>
                  <a:pt x="21788" y="95012"/>
                  <a:pt x="19675" y="95190"/>
                </a:cubicBezTo>
                <a:cubicBezTo>
                  <a:pt x="17562" y="95369"/>
                  <a:pt x="15478" y="94655"/>
                  <a:pt x="13990" y="93166"/>
                </a:cubicBezTo>
                <a:lnTo>
                  <a:pt x="2084" y="81260"/>
                </a:lnTo>
                <a:cubicBezTo>
                  <a:pt x="-714" y="78462"/>
                  <a:pt x="-714" y="73938"/>
                  <a:pt x="2084" y="71170"/>
                </a:cubicBezTo>
                <a:cubicBezTo>
                  <a:pt x="4882" y="68401"/>
                  <a:pt x="9406" y="68372"/>
                  <a:pt x="12174" y="71170"/>
                </a:cubicBezTo>
                <a:lnTo>
                  <a:pt x="18068" y="77063"/>
                </a:lnTo>
                <a:lnTo>
                  <a:pt x="29855" y="60216"/>
                </a:lnTo>
                <a:cubicBezTo>
                  <a:pt x="32117" y="56971"/>
                  <a:pt x="36582" y="56197"/>
                  <a:pt x="39797" y="58460"/>
                </a:cubicBezTo>
                <a:close/>
                <a:moveTo>
                  <a:pt x="66675" y="28575"/>
                </a:moveTo>
                <a:cubicBezTo>
                  <a:pt x="66675" y="23306"/>
                  <a:pt x="70931" y="19050"/>
                  <a:pt x="76200" y="19050"/>
                </a:cubicBezTo>
                <a:lnTo>
                  <a:pt x="142875" y="19050"/>
                </a:lnTo>
                <a:cubicBezTo>
                  <a:pt x="148144" y="19050"/>
                  <a:pt x="152400" y="23306"/>
                  <a:pt x="152400" y="28575"/>
                </a:cubicBezTo>
                <a:cubicBezTo>
                  <a:pt x="152400" y="33844"/>
                  <a:pt x="148144" y="38100"/>
                  <a:pt x="142875" y="38100"/>
                </a:cubicBezTo>
                <a:lnTo>
                  <a:pt x="76200" y="38100"/>
                </a:lnTo>
                <a:cubicBezTo>
                  <a:pt x="70931" y="38100"/>
                  <a:pt x="66675" y="33844"/>
                  <a:pt x="66675" y="28575"/>
                </a:cubicBezTo>
                <a:close/>
                <a:moveTo>
                  <a:pt x="66675" y="76200"/>
                </a:moveTo>
                <a:cubicBezTo>
                  <a:pt x="66675" y="70931"/>
                  <a:pt x="70931" y="66675"/>
                  <a:pt x="76200" y="66675"/>
                </a:cubicBezTo>
                <a:lnTo>
                  <a:pt x="142875" y="66675"/>
                </a:lnTo>
                <a:cubicBezTo>
                  <a:pt x="148144" y="66675"/>
                  <a:pt x="152400" y="70931"/>
                  <a:pt x="152400" y="76200"/>
                </a:cubicBezTo>
                <a:cubicBezTo>
                  <a:pt x="152400" y="81469"/>
                  <a:pt x="148144" y="85725"/>
                  <a:pt x="142875" y="85725"/>
                </a:cubicBezTo>
                <a:lnTo>
                  <a:pt x="76200" y="85725"/>
                </a:lnTo>
                <a:cubicBezTo>
                  <a:pt x="70931" y="85725"/>
                  <a:pt x="66675" y="81469"/>
                  <a:pt x="66675" y="76200"/>
                </a:cubicBezTo>
                <a:close/>
                <a:moveTo>
                  <a:pt x="47625" y="123825"/>
                </a:moveTo>
                <a:cubicBezTo>
                  <a:pt x="47625" y="118556"/>
                  <a:pt x="51881" y="114300"/>
                  <a:pt x="57150" y="114300"/>
                </a:cubicBezTo>
                <a:lnTo>
                  <a:pt x="142875" y="114300"/>
                </a:lnTo>
                <a:cubicBezTo>
                  <a:pt x="148144" y="114300"/>
                  <a:pt x="152400" y="118556"/>
                  <a:pt x="152400" y="123825"/>
                </a:cubicBezTo>
                <a:cubicBezTo>
                  <a:pt x="152400" y="129094"/>
                  <a:pt x="148144" y="133350"/>
                  <a:pt x="142875" y="133350"/>
                </a:cubicBezTo>
                <a:lnTo>
                  <a:pt x="57150" y="133350"/>
                </a:lnTo>
                <a:cubicBezTo>
                  <a:pt x="51881" y="133350"/>
                  <a:pt x="47625" y="129094"/>
                  <a:pt x="47625" y="123825"/>
                </a:cubicBezTo>
                <a:close/>
                <a:moveTo>
                  <a:pt x="19050" y="111919"/>
                </a:moveTo>
                <a:cubicBezTo>
                  <a:pt x="25621" y="111919"/>
                  <a:pt x="30956" y="117254"/>
                  <a:pt x="30956" y="123825"/>
                </a:cubicBezTo>
                <a:cubicBezTo>
                  <a:pt x="30956" y="130396"/>
                  <a:pt x="25621" y="135731"/>
                  <a:pt x="19050" y="135731"/>
                </a:cubicBezTo>
                <a:cubicBezTo>
                  <a:pt x="12479" y="135731"/>
                  <a:pt x="7144" y="130396"/>
                  <a:pt x="7144" y="123825"/>
                </a:cubicBezTo>
                <a:cubicBezTo>
                  <a:pt x="7144" y="117254"/>
                  <a:pt x="12479" y="111919"/>
                  <a:pt x="19050" y="111919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6561667" y="1151469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Criterios Cumplidos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16398" y="1494369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6514042" y="1456269"/>
            <a:ext cx="3038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Cada carga genera ImportBatch con trazabilidad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16398" y="1722969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6514042" y="1684869"/>
            <a:ext cx="3038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Filas válidas e inválidas registradas por separado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16398" y="1951569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6514042" y="1913469"/>
            <a:ext cx="2133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Errores con número de fila exacto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16398" y="2180169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6514042" y="2142069"/>
            <a:ext cx="242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Condición física y defectos registrados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16398" y="2408769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6" name="Text 44"/>
          <p:cNvSpPr/>
          <p:nvPr/>
        </p:nvSpPr>
        <p:spPr>
          <a:xfrm>
            <a:off x="6514042" y="2370669"/>
            <a:ext cx="3019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Resumen de carga: processed/valid/invalid rows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76433" y="2802467"/>
            <a:ext cx="5628217" cy="884767"/>
          </a:xfrm>
          <a:custGeom>
            <a:avLst/>
            <a:gdLst/>
            <a:ahLst/>
            <a:cxnLst/>
            <a:rect l="l" t="t" r="r" b="b"/>
            <a:pathLst>
              <a:path w="5628217" h="884767">
                <a:moveTo>
                  <a:pt x="114303" y="0"/>
                </a:moveTo>
                <a:lnTo>
                  <a:pt x="5513914" y="0"/>
                </a:lnTo>
                <a:cubicBezTo>
                  <a:pt x="5577041" y="0"/>
                  <a:pt x="5628217" y="51175"/>
                  <a:pt x="5628217" y="114303"/>
                </a:cubicBezTo>
                <a:lnTo>
                  <a:pt x="5628217" y="770464"/>
                </a:lnTo>
                <a:cubicBezTo>
                  <a:pt x="5628217" y="833591"/>
                  <a:pt x="5577041" y="884767"/>
                  <a:pt x="5513914" y="884767"/>
                </a:cubicBezTo>
                <a:lnTo>
                  <a:pt x="114303" y="884767"/>
                </a:lnTo>
                <a:cubicBezTo>
                  <a:pt x="51175" y="884767"/>
                  <a:pt x="0" y="833591"/>
                  <a:pt x="0" y="770464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20000"/>
                </a:srgbClr>
              </a:gs>
              <a:gs pos="100000">
                <a:srgbClr val="3B82F6">
                  <a:alpha val="20000"/>
                </a:srgbClr>
              </a:gs>
            </a:gsLst>
            <a:lin ang="0" scaled="1"/>
          </a:gradFill>
          <a:ln w="11289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04492" y="295909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9" name="Text 47"/>
          <p:cNvSpPr/>
          <p:nvPr/>
        </p:nvSpPr>
        <p:spPr>
          <a:xfrm>
            <a:off x="6561667" y="2920998"/>
            <a:ext cx="140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Evaluación Técnica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294967" y="3187698"/>
            <a:ext cx="5457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"Módulo más sólido del Sprint 1."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294967" y="3416298"/>
            <a:ext cx="5448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— Evaluación Sprint 1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176433" y="3809866"/>
            <a:ext cx="5628217" cy="2665942"/>
          </a:xfrm>
          <a:custGeom>
            <a:avLst/>
            <a:gdLst/>
            <a:ahLst/>
            <a:cxnLst/>
            <a:rect l="l" t="t" r="r" b="b"/>
            <a:pathLst>
              <a:path w="5628217" h="2665942">
                <a:moveTo>
                  <a:pt x="114289" y="0"/>
                </a:moveTo>
                <a:lnTo>
                  <a:pt x="5513928" y="0"/>
                </a:lnTo>
                <a:cubicBezTo>
                  <a:pt x="5577048" y="0"/>
                  <a:pt x="5628217" y="51169"/>
                  <a:pt x="5628217" y="114289"/>
                </a:cubicBezTo>
                <a:lnTo>
                  <a:pt x="5628217" y="2551653"/>
                </a:lnTo>
                <a:cubicBezTo>
                  <a:pt x="5628217" y="2614773"/>
                  <a:pt x="5577048" y="2665942"/>
                  <a:pt x="5513928" y="2665942"/>
                </a:cubicBezTo>
                <a:lnTo>
                  <a:pt x="114289" y="2665942"/>
                </a:lnTo>
                <a:cubicBezTo>
                  <a:pt x="51169" y="2665942"/>
                  <a:pt x="0" y="2614773"/>
                  <a:pt x="0" y="2551653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14017" y="396650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4381" y="19288"/>
                </a:moveTo>
                <a:lnTo>
                  <a:pt x="41285" y="28575"/>
                </a:lnTo>
                <a:lnTo>
                  <a:pt x="19050" y="28575"/>
                </a:lnTo>
                <a:cubicBezTo>
                  <a:pt x="8543" y="28575"/>
                  <a:pt x="0" y="37118"/>
                  <a:pt x="0" y="4762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33350" y="142875"/>
                </a:lnTo>
                <a:cubicBezTo>
                  <a:pt x="143857" y="142875"/>
                  <a:pt x="152400" y="134332"/>
                  <a:pt x="152400" y="123825"/>
                </a:cubicBezTo>
                <a:lnTo>
                  <a:pt x="152400" y="47625"/>
                </a:lnTo>
                <a:cubicBezTo>
                  <a:pt x="152400" y="37118"/>
                  <a:pt x="143857" y="28575"/>
                  <a:pt x="133350" y="28575"/>
                </a:cubicBezTo>
                <a:lnTo>
                  <a:pt x="111115" y="28575"/>
                </a:lnTo>
                <a:lnTo>
                  <a:pt x="108019" y="19288"/>
                </a:lnTo>
                <a:cubicBezTo>
                  <a:pt x="106085" y="13454"/>
                  <a:pt x="100638" y="9525"/>
                  <a:pt x="94476" y="9525"/>
                </a:cubicBezTo>
                <a:lnTo>
                  <a:pt x="57924" y="9525"/>
                </a:lnTo>
                <a:cubicBezTo>
                  <a:pt x="51762" y="9525"/>
                  <a:pt x="46315" y="13454"/>
                  <a:pt x="44381" y="19288"/>
                </a:cubicBezTo>
                <a:close/>
                <a:moveTo>
                  <a:pt x="76200" y="57150"/>
                </a:moveTo>
                <a:cubicBezTo>
                  <a:pt x="91971" y="57150"/>
                  <a:pt x="104775" y="69954"/>
                  <a:pt x="104775" y="85725"/>
                </a:cubicBezTo>
                <a:cubicBezTo>
                  <a:pt x="104775" y="101496"/>
                  <a:pt x="91971" y="114300"/>
                  <a:pt x="76200" y="114300"/>
                </a:cubicBezTo>
                <a:cubicBezTo>
                  <a:pt x="60429" y="114300"/>
                  <a:pt x="47625" y="101496"/>
                  <a:pt x="47625" y="85725"/>
                </a:cubicBezTo>
                <a:cubicBezTo>
                  <a:pt x="47625" y="69954"/>
                  <a:pt x="60429" y="57150"/>
                  <a:pt x="76200" y="5715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54" name="Text 52"/>
          <p:cNvSpPr/>
          <p:nvPr/>
        </p:nvSpPr>
        <p:spPr>
          <a:xfrm>
            <a:off x="6561667" y="3928402"/>
            <a:ext cx="74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Evidencia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03434" y="4241669"/>
            <a:ext cx="1731433" cy="969433"/>
          </a:xfrm>
          <a:custGeom>
            <a:avLst/>
            <a:gdLst/>
            <a:ahLst/>
            <a:cxnLst/>
            <a:rect l="l" t="t" r="r" b="b"/>
            <a:pathLst>
              <a:path w="1731433" h="969433">
                <a:moveTo>
                  <a:pt x="76197" y="0"/>
                </a:moveTo>
                <a:lnTo>
                  <a:pt x="1655236" y="0"/>
                </a:lnTo>
                <a:cubicBezTo>
                  <a:pt x="1697290" y="0"/>
                  <a:pt x="1731433" y="34143"/>
                  <a:pt x="1731433" y="76197"/>
                </a:cubicBezTo>
                <a:lnTo>
                  <a:pt x="1731433" y="893236"/>
                </a:lnTo>
                <a:cubicBezTo>
                  <a:pt x="1731433" y="935290"/>
                  <a:pt x="1697290" y="969433"/>
                  <a:pt x="1655236" y="969433"/>
                </a:cubicBezTo>
                <a:lnTo>
                  <a:pt x="76197" y="969433"/>
                </a:lnTo>
                <a:cubicBezTo>
                  <a:pt x="34143" y="969433"/>
                  <a:pt x="0" y="935290"/>
                  <a:pt x="0" y="893236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F172A"/>
          </a:solidFill>
          <a:ln w="22578">
            <a:solidFill>
              <a:srgbClr val="475569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7085012" y="453403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47625" y="41672"/>
                </a:moveTo>
                <a:cubicBezTo>
                  <a:pt x="57482" y="41672"/>
                  <a:pt x="65484" y="49674"/>
                  <a:pt x="65484" y="59531"/>
                </a:cubicBezTo>
                <a:cubicBezTo>
                  <a:pt x="65484" y="69388"/>
                  <a:pt x="57482" y="77391"/>
                  <a:pt x="47625" y="77391"/>
                </a:cubicBezTo>
                <a:cubicBezTo>
                  <a:pt x="37768" y="77391"/>
                  <a:pt x="29766" y="69388"/>
                  <a:pt x="29766" y="59531"/>
                </a:cubicBezTo>
                <a:cubicBezTo>
                  <a:pt x="29766" y="49674"/>
                  <a:pt x="37768" y="41672"/>
                  <a:pt x="47625" y="41672"/>
                </a:cubicBezTo>
                <a:close/>
                <a:moveTo>
                  <a:pt x="101203" y="83344"/>
                </a:moveTo>
                <a:cubicBezTo>
                  <a:pt x="104329" y="83344"/>
                  <a:pt x="107193" y="84981"/>
                  <a:pt x="108831" y="87623"/>
                </a:cubicBezTo>
                <a:lnTo>
                  <a:pt x="141573" y="141201"/>
                </a:lnTo>
                <a:cubicBezTo>
                  <a:pt x="143247" y="143954"/>
                  <a:pt x="143321" y="147414"/>
                  <a:pt x="141759" y="150242"/>
                </a:cubicBezTo>
                <a:cubicBezTo>
                  <a:pt x="140196" y="153070"/>
                  <a:pt x="137182" y="154781"/>
                  <a:pt x="133945" y="154781"/>
                </a:cubicBezTo>
                <a:lnTo>
                  <a:pt x="32742" y="154781"/>
                </a:lnTo>
                <a:cubicBezTo>
                  <a:pt x="29431" y="154781"/>
                  <a:pt x="26343" y="152921"/>
                  <a:pt x="24817" y="149982"/>
                </a:cubicBezTo>
                <a:cubicBezTo>
                  <a:pt x="23292" y="147042"/>
                  <a:pt x="23515" y="143470"/>
                  <a:pt x="25412" y="140754"/>
                </a:cubicBezTo>
                <a:lnTo>
                  <a:pt x="46248" y="110989"/>
                </a:lnTo>
                <a:cubicBezTo>
                  <a:pt x="47923" y="108607"/>
                  <a:pt x="50639" y="107193"/>
                  <a:pt x="53578" y="107193"/>
                </a:cubicBezTo>
                <a:cubicBezTo>
                  <a:pt x="56517" y="107193"/>
                  <a:pt x="59234" y="108607"/>
                  <a:pt x="60908" y="110989"/>
                </a:cubicBezTo>
                <a:lnTo>
                  <a:pt x="70731" y="125053"/>
                </a:lnTo>
                <a:lnTo>
                  <a:pt x="93576" y="87660"/>
                </a:lnTo>
                <a:cubicBezTo>
                  <a:pt x="95213" y="85018"/>
                  <a:pt x="98078" y="83381"/>
                  <a:pt x="101203" y="83381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57" name="Text 55"/>
          <p:cNvSpPr/>
          <p:nvPr/>
        </p:nvSpPr>
        <p:spPr>
          <a:xfrm>
            <a:off x="6696472" y="4762635"/>
            <a:ext cx="942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CARGA EXITOSA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126545" y="4241669"/>
            <a:ext cx="1731433" cy="969433"/>
          </a:xfrm>
          <a:custGeom>
            <a:avLst/>
            <a:gdLst/>
            <a:ahLst/>
            <a:cxnLst/>
            <a:rect l="l" t="t" r="r" b="b"/>
            <a:pathLst>
              <a:path w="1731433" h="969433">
                <a:moveTo>
                  <a:pt x="76197" y="0"/>
                </a:moveTo>
                <a:lnTo>
                  <a:pt x="1655236" y="0"/>
                </a:lnTo>
                <a:cubicBezTo>
                  <a:pt x="1697290" y="0"/>
                  <a:pt x="1731433" y="34143"/>
                  <a:pt x="1731433" y="76197"/>
                </a:cubicBezTo>
                <a:lnTo>
                  <a:pt x="1731433" y="893236"/>
                </a:lnTo>
                <a:cubicBezTo>
                  <a:pt x="1731433" y="935290"/>
                  <a:pt x="1697290" y="969433"/>
                  <a:pt x="1655236" y="969433"/>
                </a:cubicBezTo>
                <a:lnTo>
                  <a:pt x="76197" y="969433"/>
                </a:lnTo>
                <a:cubicBezTo>
                  <a:pt x="34143" y="969433"/>
                  <a:pt x="0" y="935290"/>
                  <a:pt x="0" y="893236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F172A"/>
          </a:solidFill>
          <a:ln w="22578">
            <a:solidFill>
              <a:srgbClr val="475569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8908124" y="453403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47625" y="41672"/>
                </a:moveTo>
                <a:cubicBezTo>
                  <a:pt x="57482" y="41672"/>
                  <a:pt x="65484" y="49674"/>
                  <a:pt x="65484" y="59531"/>
                </a:cubicBezTo>
                <a:cubicBezTo>
                  <a:pt x="65484" y="69388"/>
                  <a:pt x="57482" y="77391"/>
                  <a:pt x="47625" y="77391"/>
                </a:cubicBezTo>
                <a:cubicBezTo>
                  <a:pt x="37768" y="77391"/>
                  <a:pt x="29766" y="69388"/>
                  <a:pt x="29766" y="59531"/>
                </a:cubicBezTo>
                <a:cubicBezTo>
                  <a:pt x="29766" y="49674"/>
                  <a:pt x="37768" y="41672"/>
                  <a:pt x="47625" y="41672"/>
                </a:cubicBezTo>
                <a:close/>
                <a:moveTo>
                  <a:pt x="101203" y="83344"/>
                </a:moveTo>
                <a:cubicBezTo>
                  <a:pt x="104329" y="83344"/>
                  <a:pt x="107193" y="84981"/>
                  <a:pt x="108831" y="87623"/>
                </a:cubicBezTo>
                <a:lnTo>
                  <a:pt x="141573" y="141201"/>
                </a:lnTo>
                <a:cubicBezTo>
                  <a:pt x="143247" y="143954"/>
                  <a:pt x="143321" y="147414"/>
                  <a:pt x="141759" y="150242"/>
                </a:cubicBezTo>
                <a:cubicBezTo>
                  <a:pt x="140196" y="153070"/>
                  <a:pt x="137182" y="154781"/>
                  <a:pt x="133945" y="154781"/>
                </a:cubicBezTo>
                <a:lnTo>
                  <a:pt x="32742" y="154781"/>
                </a:lnTo>
                <a:cubicBezTo>
                  <a:pt x="29431" y="154781"/>
                  <a:pt x="26343" y="152921"/>
                  <a:pt x="24817" y="149982"/>
                </a:cubicBezTo>
                <a:cubicBezTo>
                  <a:pt x="23292" y="147042"/>
                  <a:pt x="23515" y="143470"/>
                  <a:pt x="25412" y="140754"/>
                </a:cubicBezTo>
                <a:lnTo>
                  <a:pt x="46248" y="110989"/>
                </a:lnTo>
                <a:cubicBezTo>
                  <a:pt x="47923" y="108607"/>
                  <a:pt x="50639" y="107193"/>
                  <a:pt x="53578" y="107193"/>
                </a:cubicBezTo>
                <a:cubicBezTo>
                  <a:pt x="56517" y="107193"/>
                  <a:pt x="59234" y="108607"/>
                  <a:pt x="60908" y="110989"/>
                </a:cubicBezTo>
                <a:lnTo>
                  <a:pt x="70731" y="125053"/>
                </a:lnTo>
                <a:lnTo>
                  <a:pt x="93576" y="87660"/>
                </a:lnTo>
                <a:cubicBezTo>
                  <a:pt x="95213" y="85018"/>
                  <a:pt x="98078" y="83381"/>
                  <a:pt x="101203" y="83381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60" name="Text 58"/>
          <p:cNvSpPr/>
          <p:nvPr/>
        </p:nvSpPr>
        <p:spPr>
          <a:xfrm>
            <a:off x="8404622" y="4762635"/>
            <a:ext cx="1171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LOTE CON ERRORES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9949656" y="4241669"/>
            <a:ext cx="1731433" cy="969433"/>
          </a:xfrm>
          <a:custGeom>
            <a:avLst/>
            <a:gdLst/>
            <a:ahLst/>
            <a:cxnLst/>
            <a:rect l="l" t="t" r="r" b="b"/>
            <a:pathLst>
              <a:path w="1731433" h="969433">
                <a:moveTo>
                  <a:pt x="76197" y="0"/>
                </a:moveTo>
                <a:lnTo>
                  <a:pt x="1655236" y="0"/>
                </a:lnTo>
                <a:cubicBezTo>
                  <a:pt x="1697290" y="0"/>
                  <a:pt x="1731433" y="34143"/>
                  <a:pt x="1731433" y="76197"/>
                </a:cubicBezTo>
                <a:lnTo>
                  <a:pt x="1731433" y="893236"/>
                </a:lnTo>
                <a:cubicBezTo>
                  <a:pt x="1731433" y="935290"/>
                  <a:pt x="1697290" y="969433"/>
                  <a:pt x="1655236" y="969433"/>
                </a:cubicBezTo>
                <a:lnTo>
                  <a:pt x="76197" y="969433"/>
                </a:lnTo>
                <a:cubicBezTo>
                  <a:pt x="34143" y="969433"/>
                  <a:pt x="0" y="935290"/>
                  <a:pt x="0" y="893236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F172A"/>
          </a:solidFill>
          <a:ln w="22578">
            <a:solidFill>
              <a:srgbClr val="475569"/>
            </a:solidFill>
            <a:prstDash val="dash"/>
          </a:ln>
        </p:spPr>
      </p:sp>
      <p:sp>
        <p:nvSpPr>
          <p:cNvPr id="62" name="Shape 60"/>
          <p:cNvSpPr/>
          <p:nvPr/>
        </p:nvSpPr>
        <p:spPr>
          <a:xfrm>
            <a:off x="10731236" y="453403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47625" y="41672"/>
                </a:moveTo>
                <a:cubicBezTo>
                  <a:pt x="57482" y="41672"/>
                  <a:pt x="65484" y="49674"/>
                  <a:pt x="65484" y="59531"/>
                </a:cubicBezTo>
                <a:cubicBezTo>
                  <a:pt x="65484" y="69388"/>
                  <a:pt x="57482" y="77391"/>
                  <a:pt x="47625" y="77391"/>
                </a:cubicBezTo>
                <a:cubicBezTo>
                  <a:pt x="37768" y="77391"/>
                  <a:pt x="29766" y="69388"/>
                  <a:pt x="29766" y="59531"/>
                </a:cubicBezTo>
                <a:cubicBezTo>
                  <a:pt x="29766" y="49674"/>
                  <a:pt x="37768" y="41672"/>
                  <a:pt x="47625" y="41672"/>
                </a:cubicBezTo>
                <a:close/>
                <a:moveTo>
                  <a:pt x="101203" y="83344"/>
                </a:moveTo>
                <a:cubicBezTo>
                  <a:pt x="104329" y="83344"/>
                  <a:pt x="107193" y="84981"/>
                  <a:pt x="108831" y="87623"/>
                </a:cubicBezTo>
                <a:lnTo>
                  <a:pt x="141573" y="141201"/>
                </a:lnTo>
                <a:cubicBezTo>
                  <a:pt x="143247" y="143954"/>
                  <a:pt x="143321" y="147414"/>
                  <a:pt x="141759" y="150242"/>
                </a:cubicBezTo>
                <a:cubicBezTo>
                  <a:pt x="140196" y="153070"/>
                  <a:pt x="137182" y="154781"/>
                  <a:pt x="133945" y="154781"/>
                </a:cubicBezTo>
                <a:lnTo>
                  <a:pt x="32742" y="154781"/>
                </a:lnTo>
                <a:cubicBezTo>
                  <a:pt x="29431" y="154781"/>
                  <a:pt x="26343" y="152921"/>
                  <a:pt x="24817" y="149982"/>
                </a:cubicBezTo>
                <a:cubicBezTo>
                  <a:pt x="23292" y="147042"/>
                  <a:pt x="23515" y="143470"/>
                  <a:pt x="25412" y="140754"/>
                </a:cubicBezTo>
                <a:lnTo>
                  <a:pt x="46248" y="110989"/>
                </a:lnTo>
                <a:cubicBezTo>
                  <a:pt x="47923" y="108607"/>
                  <a:pt x="50639" y="107193"/>
                  <a:pt x="53578" y="107193"/>
                </a:cubicBezTo>
                <a:cubicBezTo>
                  <a:pt x="56517" y="107193"/>
                  <a:pt x="59234" y="108607"/>
                  <a:pt x="60908" y="110989"/>
                </a:cubicBezTo>
                <a:lnTo>
                  <a:pt x="70731" y="125053"/>
                </a:lnTo>
                <a:lnTo>
                  <a:pt x="93576" y="87660"/>
                </a:lnTo>
                <a:cubicBezTo>
                  <a:pt x="95213" y="85018"/>
                  <a:pt x="98078" y="83381"/>
                  <a:pt x="101203" y="83381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63" name="Text 61"/>
          <p:cNvSpPr/>
          <p:nvPr/>
        </p:nvSpPr>
        <p:spPr>
          <a:xfrm>
            <a:off x="10349839" y="4762635"/>
            <a:ext cx="933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RESUMEN FILAS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8B5CF6"/>
              </a:gs>
              <a:gs pos="100000">
                <a:srgbClr val="7C3AED"/>
              </a:gs>
            </a:gsLst>
            <a:lin ang="27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482997" y="514350"/>
            <a:ext cx="352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500" y="381000"/>
            <a:ext cx="2343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Catalog Service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723900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5C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catalog_db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97170" y="723900"/>
            <a:ext cx="9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|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02739" y="723900"/>
            <a:ext cx="52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FastAPI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401829" y="452969"/>
            <a:ext cx="1408642" cy="389467"/>
          </a:xfrm>
          <a:custGeom>
            <a:avLst/>
            <a:gdLst/>
            <a:ahLst/>
            <a:cxnLst/>
            <a:rect l="l" t="t" r="r" b="b"/>
            <a:pathLst>
              <a:path w="1408642" h="389467">
                <a:moveTo>
                  <a:pt x="76199" y="0"/>
                </a:moveTo>
                <a:lnTo>
                  <a:pt x="1332443" y="0"/>
                </a:lnTo>
                <a:cubicBezTo>
                  <a:pt x="1374526" y="0"/>
                  <a:pt x="1408642" y="34116"/>
                  <a:pt x="1408642" y="76199"/>
                </a:cubicBezTo>
                <a:lnTo>
                  <a:pt x="1408642" y="313268"/>
                </a:lnTo>
                <a:cubicBezTo>
                  <a:pt x="1408642" y="355323"/>
                  <a:pt x="1374498" y="389467"/>
                  <a:pt x="1332443" y="389467"/>
                </a:cubicBezTo>
                <a:lnTo>
                  <a:pt x="76199" y="389467"/>
                </a:lnTo>
                <a:cubicBezTo>
                  <a:pt x="34144" y="389467"/>
                  <a:pt x="0" y="355323"/>
                  <a:pt x="0" y="313268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11289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58463" y="567268"/>
            <a:ext cx="1158346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COMPLETADO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233" y="1032933"/>
            <a:ext cx="5628217" cy="922867"/>
          </a:xfrm>
          <a:custGeom>
            <a:avLst/>
            <a:gdLst/>
            <a:ahLst/>
            <a:cxnLst/>
            <a:rect l="l" t="t" r="r" b="b"/>
            <a:pathLst>
              <a:path w="5628217" h="922867">
                <a:moveTo>
                  <a:pt x="114297" y="0"/>
                </a:moveTo>
                <a:lnTo>
                  <a:pt x="5513920" y="0"/>
                </a:lnTo>
                <a:cubicBezTo>
                  <a:pt x="5577044" y="0"/>
                  <a:pt x="5628217" y="51173"/>
                  <a:pt x="5628217" y="114297"/>
                </a:cubicBezTo>
                <a:lnTo>
                  <a:pt x="5628217" y="808570"/>
                </a:lnTo>
                <a:cubicBezTo>
                  <a:pt x="5628217" y="871694"/>
                  <a:pt x="5577044" y="922867"/>
                  <a:pt x="5513920" y="922867"/>
                </a:cubicBezTo>
                <a:lnTo>
                  <a:pt x="114297" y="922867"/>
                </a:lnTo>
                <a:cubicBezTo>
                  <a:pt x="51173" y="922867"/>
                  <a:pt x="0" y="871694"/>
                  <a:pt x="0" y="808570"/>
                </a:cubicBezTo>
                <a:lnTo>
                  <a:pt x="0" y="114297"/>
                </a:lnTo>
                <a:cubicBezTo>
                  <a:pt x="0" y="51173"/>
                  <a:pt x="51173" y="0"/>
                  <a:pt x="114297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2817" y="118956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18765" y="114360"/>
                </a:moveTo>
                <a:cubicBezTo>
                  <a:pt x="112187" y="102930"/>
                  <a:pt x="99834" y="95250"/>
                  <a:pt x="85725" y="95250"/>
                </a:cubicBezTo>
                <a:lnTo>
                  <a:pt x="66675" y="95250"/>
                </a:lnTo>
                <a:cubicBezTo>
                  <a:pt x="52566" y="95250"/>
                  <a:pt x="40213" y="102930"/>
                  <a:pt x="33635" y="114360"/>
                </a:cubicBezTo>
                <a:cubicBezTo>
                  <a:pt x="44113" y="126028"/>
                  <a:pt x="59293" y="133350"/>
                  <a:pt x="76200" y="133350"/>
                </a:cubicBezTo>
                <a:cubicBezTo>
                  <a:pt x="93107" y="133350"/>
                  <a:pt x="108287" y="125998"/>
                  <a:pt x="118765" y="114360"/>
                </a:cubicBez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76200" y="80962"/>
                </a:moveTo>
                <a:cubicBezTo>
                  <a:pt x="88028" y="80962"/>
                  <a:pt x="97631" y="71359"/>
                  <a:pt x="97631" y="59531"/>
                </a:cubicBezTo>
                <a:cubicBezTo>
                  <a:pt x="97631" y="47703"/>
                  <a:pt x="88028" y="38100"/>
                  <a:pt x="76200" y="38100"/>
                </a:cubicBezTo>
                <a:cubicBezTo>
                  <a:pt x="64372" y="38100"/>
                  <a:pt x="54769" y="47703"/>
                  <a:pt x="54769" y="59531"/>
                </a:cubicBezTo>
                <a:cubicBezTo>
                  <a:pt x="54769" y="71359"/>
                  <a:pt x="64372" y="80962"/>
                  <a:pt x="76200" y="80962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770467" y="1151469"/>
            <a:ext cx="1400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Historia de Usuario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3767" y="1456269"/>
            <a:ext cx="5457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"Como administrador, quiero registrar y consultar libros para tener un catálogo base navegable."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5233" y="2078567"/>
            <a:ext cx="5628217" cy="3256492"/>
          </a:xfrm>
          <a:custGeom>
            <a:avLst/>
            <a:gdLst/>
            <a:ahLst/>
            <a:cxnLst/>
            <a:rect l="l" t="t" r="r" b="b"/>
            <a:pathLst>
              <a:path w="5628217" h="3256492">
                <a:moveTo>
                  <a:pt x="114303" y="0"/>
                </a:moveTo>
                <a:lnTo>
                  <a:pt x="5513914" y="0"/>
                </a:lnTo>
                <a:cubicBezTo>
                  <a:pt x="5577042" y="0"/>
                  <a:pt x="5628217" y="51175"/>
                  <a:pt x="5628217" y="114303"/>
                </a:cubicBezTo>
                <a:lnTo>
                  <a:pt x="5628217" y="3142189"/>
                </a:lnTo>
                <a:cubicBezTo>
                  <a:pt x="5628217" y="3205317"/>
                  <a:pt x="5577042" y="3256492"/>
                  <a:pt x="5513914" y="3256492"/>
                </a:cubicBezTo>
                <a:lnTo>
                  <a:pt x="114303" y="3256492"/>
                </a:lnTo>
                <a:cubicBezTo>
                  <a:pt x="51175" y="3256492"/>
                  <a:pt x="0" y="3205317"/>
                  <a:pt x="0" y="3142189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3292" y="223519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770467" y="2197098"/>
            <a:ext cx="107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Implementado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8054" y="253999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722842" y="2501898"/>
            <a:ext cx="403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Entidad Book: title, author, publisher, year, isbn, issn, category_id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8054" y="278764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722842" y="2749548"/>
            <a:ext cx="322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description, cover_url, enriched_flag, published_flag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8054" y="303529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722842" y="2997198"/>
            <a:ext cx="247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Entidad Category: id, name, description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8054" y="328294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722842" y="3244848"/>
            <a:ext cx="3381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 /books con validación: título y autor obligatorios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18054" y="353059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722842" y="3492498"/>
            <a:ext cx="2533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 /books devuelve catálogo completo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18054" y="377824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722842" y="3740148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 de datos completamente aislada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5233" y="5454915"/>
            <a:ext cx="5628217" cy="1018117"/>
          </a:xfrm>
          <a:custGeom>
            <a:avLst/>
            <a:gdLst/>
            <a:ahLst/>
            <a:cxnLst/>
            <a:rect l="l" t="t" r="r" b="b"/>
            <a:pathLst>
              <a:path w="5628217" h="1018117">
                <a:moveTo>
                  <a:pt x="114304" y="0"/>
                </a:moveTo>
                <a:lnTo>
                  <a:pt x="5513913" y="0"/>
                </a:lnTo>
                <a:cubicBezTo>
                  <a:pt x="5577041" y="0"/>
                  <a:pt x="5628217" y="51176"/>
                  <a:pt x="5628217" y="114304"/>
                </a:cubicBezTo>
                <a:lnTo>
                  <a:pt x="5628217" y="903813"/>
                </a:lnTo>
                <a:cubicBezTo>
                  <a:pt x="5628217" y="966941"/>
                  <a:pt x="5577041" y="1018117"/>
                  <a:pt x="5513913" y="1018117"/>
                </a:cubicBezTo>
                <a:lnTo>
                  <a:pt x="114304" y="1018117"/>
                </a:lnTo>
                <a:cubicBezTo>
                  <a:pt x="51176" y="1018117"/>
                  <a:pt x="0" y="966941"/>
                  <a:pt x="0" y="903813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0F172A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3767" y="5573446"/>
            <a:ext cx="5457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Endpoints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03767" y="5840146"/>
            <a:ext cx="447675" cy="228600"/>
          </a:xfrm>
          <a:custGeom>
            <a:avLst/>
            <a:gdLst/>
            <a:ahLst/>
            <a:cxnLst/>
            <a:rect l="l" t="t" r="r" b="b"/>
            <a:pathLst>
              <a:path w="447675" h="228600">
                <a:moveTo>
                  <a:pt x="38101" y="0"/>
                </a:moveTo>
                <a:lnTo>
                  <a:pt x="409574" y="0"/>
                </a:lnTo>
                <a:cubicBezTo>
                  <a:pt x="430617" y="0"/>
                  <a:pt x="447675" y="17058"/>
                  <a:pt x="447675" y="38101"/>
                </a:cubicBezTo>
                <a:lnTo>
                  <a:pt x="447675" y="190499"/>
                </a:lnTo>
                <a:cubicBezTo>
                  <a:pt x="447675" y="211542"/>
                  <a:pt x="430617" y="228600"/>
                  <a:pt x="4095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503767" y="5840146"/>
            <a:ext cx="5048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29626" y="5859066"/>
            <a:ext cx="47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/books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03767" y="6125766"/>
            <a:ext cx="371475" cy="228600"/>
          </a:xfrm>
          <a:custGeom>
            <a:avLst/>
            <a:gdLst/>
            <a:ahLst/>
            <a:cxnLst/>
            <a:rect l="l" t="t" r="r" b="b"/>
            <a:pathLst>
              <a:path w="371475" h="228600">
                <a:moveTo>
                  <a:pt x="38101" y="0"/>
                </a:moveTo>
                <a:lnTo>
                  <a:pt x="333374" y="0"/>
                </a:lnTo>
                <a:cubicBezTo>
                  <a:pt x="354417" y="0"/>
                  <a:pt x="371475" y="17058"/>
                  <a:pt x="371475" y="38101"/>
                </a:cubicBezTo>
                <a:lnTo>
                  <a:pt x="371475" y="190499"/>
                </a:lnTo>
                <a:cubicBezTo>
                  <a:pt x="371475" y="211542"/>
                  <a:pt x="354417" y="228600"/>
                  <a:pt x="3333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503767" y="6125766"/>
            <a:ext cx="4286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52500" y="6144685"/>
            <a:ext cx="47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/books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76433" y="1032933"/>
            <a:ext cx="5628217" cy="1418167"/>
          </a:xfrm>
          <a:custGeom>
            <a:avLst/>
            <a:gdLst/>
            <a:ahLst/>
            <a:cxnLst/>
            <a:rect l="l" t="t" r="r" b="b"/>
            <a:pathLst>
              <a:path w="5628217" h="1418167">
                <a:moveTo>
                  <a:pt x="114304" y="0"/>
                </a:moveTo>
                <a:lnTo>
                  <a:pt x="5513912" y="0"/>
                </a:lnTo>
                <a:cubicBezTo>
                  <a:pt x="5577041" y="0"/>
                  <a:pt x="5628217" y="51176"/>
                  <a:pt x="5628217" y="114304"/>
                </a:cubicBezTo>
                <a:lnTo>
                  <a:pt x="5628217" y="1303862"/>
                </a:lnTo>
                <a:cubicBezTo>
                  <a:pt x="5628217" y="1366991"/>
                  <a:pt x="5577041" y="1418167"/>
                  <a:pt x="5513912" y="1418167"/>
                </a:cubicBezTo>
                <a:lnTo>
                  <a:pt x="114304" y="1418167"/>
                </a:lnTo>
                <a:cubicBezTo>
                  <a:pt x="51176" y="1418167"/>
                  <a:pt x="0" y="1366991"/>
                  <a:pt x="0" y="1303862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14017" y="118956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9826" y="10805"/>
                </a:moveTo>
                <a:cubicBezTo>
                  <a:pt x="43071" y="13067"/>
                  <a:pt x="43845" y="17532"/>
                  <a:pt x="41583" y="20747"/>
                </a:cubicBezTo>
                <a:lnTo>
                  <a:pt x="24914" y="44559"/>
                </a:lnTo>
                <a:cubicBezTo>
                  <a:pt x="23693" y="46286"/>
                  <a:pt x="21788" y="47387"/>
                  <a:pt x="19675" y="47565"/>
                </a:cubicBezTo>
                <a:cubicBezTo>
                  <a:pt x="17562" y="47744"/>
                  <a:pt x="15478" y="47030"/>
                  <a:pt x="13990" y="45541"/>
                </a:cubicBezTo>
                <a:lnTo>
                  <a:pt x="2084" y="33635"/>
                </a:lnTo>
                <a:cubicBezTo>
                  <a:pt x="-685" y="30837"/>
                  <a:pt x="-685" y="26313"/>
                  <a:pt x="2084" y="23515"/>
                </a:cubicBezTo>
                <a:cubicBezTo>
                  <a:pt x="4852" y="20717"/>
                  <a:pt x="9406" y="20747"/>
                  <a:pt x="12204" y="23515"/>
                </a:cubicBezTo>
                <a:lnTo>
                  <a:pt x="18098" y="29408"/>
                </a:lnTo>
                <a:lnTo>
                  <a:pt x="29885" y="12561"/>
                </a:lnTo>
                <a:cubicBezTo>
                  <a:pt x="32147" y="9317"/>
                  <a:pt x="36612" y="8543"/>
                  <a:pt x="39826" y="10805"/>
                </a:cubicBezTo>
                <a:close/>
                <a:moveTo>
                  <a:pt x="39826" y="58430"/>
                </a:moveTo>
                <a:cubicBezTo>
                  <a:pt x="43071" y="60692"/>
                  <a:pt x="43845" y="65157"/>
                  <a:pt x="41583" y="68372"/>
                </a:cubicBezTo>
                <a:lnTo>
                  <a:pt x="24914" y="92184"/>
                </a:lnTo>
                <a:cubicBezTo>
                  <a:pt x="23693" y="93911"/>
                  <a:pt x="21788" y="95012"/>
                  <a:pt x="19675" y="95190"/>
                </a:cubicBezTo>
                <a:cubicBezTo>
                  <a:pt x="17562" y="95369"/>
                  <a:pt x="15478" y="94655"/>
                  <a:pt x="13990" y="93166"/>
                </a:cubicBezTo>
                <a:lnTo>
                  <a:pt x="2084" y="81260"/>
                </a:lnTo>
                <a:cubicBezTo>
                  <a:pt x="-714" y="78462"/>
                  <a:pt x="-714" y="73938"/>
                  <a:pt x="2084" y="71170"/>
                </a:cubicBezTo>
                <a:cubicBezTo>
                  <a:pt x="4882" y="68401"/>
                  <a:pt x="9406" y="68372"/>
                  <a:pt x="12174" y="71170"/>
                </a:cubicBezTo>
                <a:lnTo>
                  <a:pt x="18068" y="77063"/>
                </a:lnTo>
                <a:lnTo>
                  <a:pt x="29855" y="60216"/>
                </a:lnTo>
                <a:cubicBezTo>
                  <a:pt x="32117" y="56971"/>
                  <a:pt x="36582" y="56197"/>
                  <a:pt x="39797" y="58460"/>
                </a:cubicBezTo>
                <a:close/>
                <a:moveTo>
                  <a:pt x="66675" y="28575"/>
                </a:moveTo>
                <a:cubicBezTo>
                  <a:pt x="66675" y="23306"/>
                  <a:pt x="70931" y="19050"/>
                  <a:pt x="76200" y="19050"/>
                </a:cubicBezTo>
                <a:lnTo>
                  <a:pt x="142875" y="19050"/>
                </a:lnTo>
                <a:cubicBezTo>
                  <a:pt x="148144" y="19050"/>
                  <a:pt x="152400" y="23306"/>
                  <a:pt x="152400" y="28575"/>
                </a:cubicBezTo>
                <a:cubicBezTo>
                  <a:pt x="152400" y="33844"/>
                  <a:pt x="148144" y="38100"/>
                  <a:pt x="142875" y="38100"/>
                </a:cubicBezTo>
                <a:lnTo>
                  <a:pt x="76200" y="38100"/>
                </a:lnTo>
                <a:cubicBezTo>
                  <a:pt x="70931" y="38100"/>
                  <a:pt x="66675" y="33844"/>
                  <a:pt x="66675" y="28575"/>
                </a:cubicBezTo>
                <a:close/>
                <a:moveTo>
                  <a:pt x="66675" y="76200"/>
                </a:moveTo>
                <a:cubicBezTo>
                  <a:pt x="66675" y="70931"/>
                  <a:pt x="70931" y="66675"/>
                  <a:pt x="76200" y="66675"/>
                </a:cubicBezTo>
                <a:lnTo>
                  <a:pt x="142875" y="66675"/>
                </a:lnTo>
                <a:cubicBezTo>
                  <a:pt x="148144" y="66675"/>
                  <a:pt x="152400" y="70931"/>
                  <a:pt x="152400" y="76200"/>
                </a:cubicBezTo>
                <a:cubicBezTo>
                  <a:pt x="152400" y="81469"/>
                  <a:pt x="148144" y="85725"/>
                  <a:pt x="142875" y="85725"/>
                </a:cubicBezTo>
                <a:lnTo>
                  <a:pt x="76200" y="85725"/>
                </a:lnTo>
                <a:cubicBezTo>
                  <a:pt x="70931" y="85725"/>
                  <a:pt x="66675" y="81469"/>
                  <a:pt x="66675" y="76200"/>
                </a:cubicBezTo>
                <a:close/>
                <a:moveTo>
                  <a:pt x="47625" y="123825"/>
                </a:moveTo>
                <a:cubicBezTo>
                  <a:pt x="47625" y="118556"/>
                  <a:pt x="51881" y="114300"/>
                  <a:pt x="57150" y="114300"/>
                </a:cubicBezTo>
                <a:lnTo>
                  <a:pt x="142875" y="114300"/>
                </a:lnTo>
                <a:cubicBezTo>
                  <a:pt x="148144" y="114300"/>
                  <a:pt x="152400" y="118556"/>
                  <a:pt x="152400" y="123825"/>
                </a:cubicBezTo>
                <a:cubicBezTo>
                  <a:pt x="152400" y="129094"/>
                  <a:pt x="148144" y="133350"/>
                  <a:pt x="142875" y="133350"/>
                </a:cubicBezTo>
                <a:lnTo>
                  <a:pt x="57150" y="133350"/>
                </a:lnTo>
                <a:cubicBezTo>
                  <a:pt x="51881" y="133350"/>
                  <a:pt x="47625" y="129094"/>
                  <a:pt x="47625" y="123825"/>
                </a:cubicBezTo>
                <a:close/>
                <a:moveTo>
                  <a:pt x="19050" y="111919"/>
                </a:moveTo>
                <a:cubicBezTo>
                  <a:pt x="25621" y="111919"/>
                  <a:pt x="30956" y="117254"/>
                  <a:pt x="30956" y="123825"/>
                </a:cubicBezTo>
                <a:cubicBezTo>
                  <a:pt x="30956" y="130396"/>
                  <a:pt x="25621" y="135731"/>
                  <a:pt x="19050" y="135731"/>
                </a:cubicBezTo>
                <a:cubicBezTo>
                  <a:pt x="12479" y="135731"/>
                  <a:pt x="7144" y="130396"/>
                  <a:pt x="7144" y="123825"/>
                </a:cubicBezTo>
                <a:cubicBezTo>
                  <a:pt x="7144" y="117254"/>
                  <a:pt x="12479" y="111919"/>
                  <a:pt x="19050" y="111919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6561667" y="1151469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Criterios Cumplidos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16398" y="1494369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6514042" y="1456269"/>
            <a:ext cx="2486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Creación de libros con validación activa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16398" y="1722969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6514042" y="1684869"/>
            <a:ext cx="2276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 título y autor → error controlado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16398" y="1951569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6514042" y="1913469"/>
            <a:ext cx="1771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Consulta de libros operativa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16398" y="2180169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7" name="Text 45"/>
          <p:cNvSpPr/>
          <p:nvPr/>
        </p:nvSpPr>
        <p:spPr>
          <a:xfrm>
            <a:off x="6514042" y="2142069"/>
            <a:ext cx="1866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Persistencia propia verificada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76433" y="2573867"/>
            <a:ext cx="5628217" cy="960967"/>
          </a:xfrm>
          <a:custGeom>
            <a:avLst/>
            <a:gdLst/>
            <a:ahLst/>
            <a:cxnLst/>
            <a:rect l="l" t="t" r="r" b="b"/>
            <a:pathLst>
              <a:path w="5628217" h="960967">
                <a:moveTo>
                  <a:pt x="114297" y="0"/>
                </a:moveTo>
                <a:lnTo>
                  <a:pt x="5513919" y="0"/>
                </a:lnTo>
                <a:cubicBezTo>
                  <a:pt x="5577044" y="0"/>
                  <a:pt x="5628217" y="51173"/>
                  <a:pt x="5628217" y="114297"/>
                </a:cubicBezTo>
                <a:lnTo>
                  <a:pt x="5628217" y="846669"/>
                </a:lnTo>
                <a:cubicBezTo>
                  <a:pt x="5628217" y="909794"/>
                  <a:pt x="5577044" y="960967"/>
                  <a:pt x="5513919" y="960967"/>
                </a:cubicBezTo>
                <a:lnTo>
                  <a:pt x="114297" y="960967"/>
                </a:lnTo>
                <a:cubicBezTo>
                  <a:pt x="51173" y="960967"/>
                  <a:pt x="0" y="909794"/>
                  <a:pt x="0" y="846669"/>
                </a:cubicBezTo>
                <a:lnTo>
                  <a:pt x="0" y="114297"/>
                </a:lnTo>
                <a:cubicBezTo>
                  <a:pt x="0" y="51173"/>
                  <a:pt x="51173" y="0"/>
                  <a:pt x="114297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04492" y="273049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50483" y="45660"/>
                </a:moveTo>
                <a:lnTo>
                  <a:pt x="44916" y="40094"/>
                </a:lnTo>
                <a:cubicBezTo>
                  <a:pt x="41196" y="36374"/>
                  <a:pt x="41196" y="30331"/>
                  <a:pt x="44916" y="26610"/>
                </a:cubicBezTo>
                <a:lnTo>
                  <a:pt x="79058" y="-7560"/>
                </a:lnTo>
                <a:cubicBezTo>
                  <a:pt x="82778" y="-11281"/>
                  <a:pt x="88821" y="-11281"/>
                  <a:pt x="92541" y="-7560"/>
                </a:cubicBezTo>
                <a:lnTo>
                  <a:pt x="98108" y="-1965"/>
                </a:lnTo>
                <a:cubicBezTo>
                  <a:pt x="101828" y="1756"/>
                  <a:pt x="101828" y="7799"/>
                  <a:pt x="98108" y="11519"/>
                </a:cubicBezTo>
                <a:lnTo>
                  <a:pt x="63966" y="45660"/>
                </a:lnTo>
                <a:cubicBezTo>
                  <a:pt x="60246" y="49381"/>
                  <a:pt x="54203" y="49381"/>
                  <a:pt x="50483" y="45660"/>
                </a:cubicBezTo>
                <a:close/>
                <a:moveTo>
                  <a:pt x="82153" y="63014"/>
                </a:moveTo>
                <a:lnTo>
                  <a:pt x="72807" y="53667"/>
                </a:lnTo>
                <a:lnTo>
                  <a:pt x="106144" y="20330"/>
                </a:lnTo>
                <a:lnTo>
                  <a:pt x="141684" y="55870"/>
                </a:lnTo>
                <a:lnTo>
                  <a:pt x="108347" y="89208"/>
                </a:lnTo>
                <a:lnTo>
                  <a:pt x="99000" y="79861"/>
                </a:lnTo>
                <a:lnTo>
                  <a:pt x="29944" y="148917"/>
                </a:lnTo>
                <a:cubicBezTo>
                  <a:pt x="25301" y="153561"/>
                  <a:pt x="17770" y="153561"/>
                  <a:pt x="13097" y="148917"/>
                </a:cubicBezTo>
                <a:cubicBezTo>
                  <a:pt x="8424" y="144274"/>
                  <a:pt x="8453" y="136743"/>
                  <a:pt x="13097" y="132070"/>
                </a:cubicBezTo>
                <a:lnTo>
                  <a:pt x="82153" y="63014"/>
                </a:lnTo>
                <a:close/>
                <a:moveTo>
                  <a:pt x="116354" y="111502"/>
                </a:moveTo>
                <a:cubicBezTo>
                  <a:pt x="112633" y="107781"/>
                  <a:pt x="112633" y="101739"/>
                  <a:pt x="116354" y="98018"/>
                </a:cubicBezTo>
                <a:lnTo>
                  <a:pt x="150495" y="63877"/>
                </a:lnTo>
                <a:cubicBezTo>
                  <a:pt x="154216" y="60156"/>
                  <a:pt x="160258" y="60156"/>
                  <a:pt x="163979" y="63877"/>
                </a:cubicBezTo>
                <a:lnTo>
                  <a:pt x="169545" y="69443"/>
                </a:lnTo>
                <a:cubicBezTo>
                  <a:pt x="173266" y="73164"/>
                  <a:pt x="173266" y="79206"/>
                  <a:pt x="169545" y="82927"/>
                </a:cubicBezTo>
                <a:lnTo>
                  <a:pt x="135404" y="117098"/>
                </a:lnTo>
                <a:cubicBezTo>
                  <a:pt x="131683" y="120819"/>
                  <a:pt x="125641" y="120819"/>
                  <a:pt x="121920" y="117098"/>
                </a:cubicBezTo>
                <a:lnTo>
                  <a:pt x="116354" y="111532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50" name="Text 48"/>
          <p:cNvSpPr/>
          <p:nvPr/>
        </p:nvSpPr>
        <p:spPr>
          <a:xfrm>
            <a:off x="6561667" y="2692398"/>
            <a:ext cx="1381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Reglas de Negocio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09254" y="303529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57150" y="30361"/>
                </a:moveTo>
                <a:cubicBezTo>
                  <a:pt x="60119" y="30361"/>
                  <a:pt x="62508" y="32750"/>
                  <a:pt x="62508" y="35719"/>
                </a:cubicBezTo>
                <a:lnTo>
                  <a:pt x="62508" y="60722"/>
                </a:lnTo>
                <a:cubicBezTo>
                  <a:pt x="62508" y="63691"/>
                  <a:pt x="60119" y="66080"/>
                  <a:pt x="57150" y="66080"/>
                </a:cubicBezTo>
                <a:cubicBezTo>
                  <a:pt x="54181" y="66080"/>
                  <a:pt x="51792" y="63691"/>
                  <a:pt x="51792" y="60722"/>
                </a:cubicBezTo>
                <a:lnTo>
                  <a:pt x="51792" y="35719"/>
                </a:lnTo>
                <a:cubicBezTo>
                  <a:pt x="51792" y="32750"/>
                  <a:pt x="54181" y="30361"/>
                  <a:pt x="57150" y="30361"/>
                </a:cubicBezTo>
                <a:close/>
                <a:moveTo>
                  <a:pt x="51189" y="78581"/>
                </a:moveTo>
                <a:cubicBezTo>
                  <a:pt x="51054" y="76369"/>
                  <a:pt x="52157" y="74264"/>
                  <a:pt x="54054" y="73117"/>
                </a:cubicBezTo>
                <a:cubicBezTo>
                  <a:pt x="55951" y="71969"/>
                  <a:pt x="58327" y="71969"/>
                  <a:pt x="60224" y="73117"/>
                </a:cubicBezTo>
                <a:cubicBezTo>
                  <a:pt x="62120" y="74264"/>
                  <a:pt x="63224" y="76369"/>
                  <a:pt x="63088" y="78581"/>
                </a:cubicBezTo>
                <a:cubicBezTo>
                  <a:pt x="63224" y="80794"/>
                  <a:pt x="62120" y="82899"/>
                  <a:pt x="60224" y="84046"/>
                </a:cubicBezTo>
                <a:cubicBezTo>
                  <a:pt x="58327" y="85193"/>
                  <a:pt x="55951" y="85193"/>
                  <a:pt x="54054" y="84046"/>
                </a:cubicBezTo>
                <a:cubicBezTo>
                  <a:pt x="52157" y="82899"/>
                  <a:pt x="51054" y="80794"/>
                  <a:pt x="51189" y="78581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52" name="Text 50"/>
          <p:cNvSpPr/>
          <p:nvPr/>
        </p:nvSpPr>
        <p:spPr>
          <a:xfrm>
            <a:off x="6514042" y="2997198"/>
            <a:ext cx="2524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se puede crear libro sin título y autor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09254" y="326389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50006" y="35719"/>
                </a:moveTo>
                <a:cubicBezTo>
                  <a:pt x="50006" y="31776"/>
                  <a:pt x="53207" y="28575"/>
                  <a:pt x="57150" y="28575"/>
                </a:cubicBezTo>
                <a:cubicBezTo>
                  <a:pt x="61093" y="28575"/>
                  <a:pt x="64294" y="31776"/>
                  <a:pt x="64294" y="35719"/>
                </a:cubicBezTo>
                <a:cubicBezTo>
                  <a:pt x="64294" y="39661"/>
                  <a:pt x="61093" y="42863"/>
                  <a:pt x="57150" y="42863"/>
                </a:cubicBezTo>
                <a:cubicBezTo>
                  <a:pt x="53207" y="42863"/>
                  <a:pt x="50006" y="39661"/>
                  <a:pt x="50006" y="35719"/>
                </a:cubicBezTo>
                <a:close/>
                <a:moveTo>
                  <a:pt x="48220" y="50006"/>
                </a:moveTo>
                <a:lnTo>
                  <a:pt x="58936" y="50006"/>
                </a:lnTo>
                <a:cubicBezTo>
                  <a:pt x="61905" y="50006"/>
                  <a:pt x="64294" y="52395"/>
                  <a:pt x="64294" y="55364"/>
                </a:cubicBezTo>
                <a:lnTo>
                  <a:pt x="64294" y="75009"/>
                </a:lnTo>
                <a:lnTo>
                  <a:pt x="66080" y="75009"/>
                </a:lnTo>
                <a:cubicBezTo>
                  <a:pt x="69049" y="75009"/>
                  <a:pt x="71438" y="77398"/>
                  <a:pt x="71438" y="80367"/>
                </a:cubicBezTo>
                <a:cubicBezTo>
                  <a:pt x="71438" y="83336"/>
                  <a:pt x="69049" y="85725"/>
                  <a:pt x="66080" y="85725"/>
                </a:cubicBezTo>
                <a:lnTo>
                  <a:pt x="48220" y="85725"/>
                </a:lnTo>
                <a:cubicBezTo>
                  <a:pt x="45251" y="85725"/>
                  <a:pt x="42863" y="83336"/>
                  <a:pt x="42863" y="80367"/>
                </a:cubicBezTo>
                <a:cubicBezTo>
                  <a:pt x="42863" y="77398"/>
                  <a:pt x="45251" y="75009"/>
                  <a:pt x="48220" y="75009"/>
                </a:cubicBezTo>
                <a:lnTo>
                  <a:pt x="53578" y="75009"/>
                </a:lnTo>
                <a:lnTo>
                  <a:pt x="53578" y="60722"/>
                </a:lnTo>
                <a:lnTo>
                  <a:pt x="48220" y="60722"/>
                </a:lnTo>
                <a:cubicBezTo>
                  <a:pt x="45251" y="60722"/>
                  <a:pt x="42863" y="58333"/>
                  <a:pt x="42863" y="55364"/>
                </a:cubicBezTo>
                <a:cubicBezTo>
                  <a:pt x="42863" y="52395"/>
                  <a:pt x="45251" y="50006"/>
                  <a:pt x="48220" y="50006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4" name="Text 52"/>
          <p:cNvSpPr/>
          <p:nvPr/>
        </p:nvSpPr>
        <p:spPr>
          <a:xfrm>
            <a:off x="6514042" y="3225798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ISBN/ISSN se conservan si existen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176433" y="3657601"/>
            <a:ext cx="5628217" cy="2818342"/>
          </a:xfrm>
          <a:custGeom>
            <a:avLst/>
            <a:gdLst/>
            <a:ahLst/>
            <a:cxnLst/>
            <a:rect l="l" t="t" r="r" b="b"/>
            <a:pathLst>
              <a:path w="5628217" h="2818342">
                <a:moveTo>
                  <a:pt x="114312" y="0"/>
                </a:moveTo>
                <a:lnTo>
                  <a:pt x="5513905" y="0"/>
                </a:lnTo>
                <a:cubicBezTo>
                  <a:pt x="5577037" y="0"/>
                  <a:pt x="5628217" y="51179"/>
                  <a:pt x="5628217" y="114312"/>
                </a:cubicBezTo>
                <a:lnTo>
                  <a:pt x="5628217" y="2704030"/>
                </a:lnTo>
                <a:cubicBezTo>
                  <a:pt x="5628217" y="2767162"/>
                  <a:pt x="5577037" y="2818342"/>
                  <a:pt x="5513905" y="2818342"/>
                </a:cubicBezTo>
                <a:lnTo>
                  <a:pt x="114312" y="2818342"/>
                </a:lnTo>
                <a:cubicBezTo>
                  <a:pt x="51179" y="2818342"/>
                  <a:pt x="0" y="2767162"/>
                  <a:pt x="0" y="2704030"/>
                </a:cubicBezTo>
                <a:lnTo>
                  <a:pt x="0" y="114312"/>
                </a:lnTo>
                <a:cubicBezTo>
                  <a:pt x="0" y="51221"/>
                  <a:pt x="51221" y="0"/>
                  <a:pt x="114312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14017" y="381423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4381" y="19288"/>
                </a:moveTo>
                <a:lnTo>
                  <a:pt x="41285" y="28575"/>
                </a:lnTo>
                <a:lnTo>
                  <a:pt x="19050" y="28575"/>
                </a:lnTo>
                <a:cubicBezTo>
                  <a:pt x="8543" y="28575"/>
                  <a:pt x="0" y="37118"/>
                  <a:pt x="0" y="4762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33350" y="142875"/>
                </a:lnTo>
                <a:cubicBezTo>
                  <a:pt x="143857" y="142875"/>
                  <a:pt x="152400" y="134332"/>
                  <a:pt x="152400" y="123825"/>
                </a:cubicBezTo>
                <a:lnTo>
                  <a:pt x="152400" y="47625"/>
                </a:lnTo>
                <a:cubicBezTo>
                  <a:pt x="152400" y="37118"/>
                  <a:pt x="143857" y="28575"/>
                  <a:pt x="133350" y="28575"/>
                </a:cubicBezTo>
                <a:lnTo>
                  <a:pt x="111115" y="28575"/>
                </a:lnTo>
                <a:lnTo>
                  <a:pt x="108019" y="19288"/>
                </a:lnTo>
                <a:cubicBezTo>
                  <a:pt x="106085" y="13454"/>
                  <a:pt x="100638" y="9525"/>
                  <a:pt x="94476" y="9525"/>
                </a:cubicBezTo>
                <a:lnTo>
                  <a:pt x="57924" y="9525"/>
                </a:lnTo>
                <a:cubicBezTo>
                  <a:pt x="51762" y="9525"/>
                  <a:pt x="46315" y="13454"/>
                  <a:pt x="44381" y="19288"/>
                </a:cubicBezTo>
                <a:close/>
                <a:moveTo>
                  <a:pt x="76200" y="57150"/>
                </a:moveTo>
                <a:cubicBezTo>
                  <a:pt x="91971" y="57150"/>
                  <a:pt x="104775" y="69954"/>
                  <a:pt x="104775" y="85725"/>
                </a:cubicBezTo>
                <a:cubicBezTo>
                  <a:pt x="104775" y="101496"/>
                  <a:pt x="91971" y="114300"/>
                  <a:pt x="76200" y="114300"/>
                </a:cubicBezTo>
                <a:cubicBezTo>
                  <a:pt x="60429" y="114300"/>
                  <a:pt x="47625" y="101496"/>
                  <a:pt x="47625" y="85725"/>
                </a:cubicBezTo>
                <a:cubicBezTo>
                  <a:pt x="47625" y="69954"/>
                  <a:pt x="60429" y="57150"/>
                  <a:pt x="76200" y="5715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57" name="Text 55"/>
          <p:cNvSpPr/>
          <p:nvPr/>
        </p:nvSpPr>
        <p:spPr>
          <a:xfrm>
            <a:off x="6561667" y="3776132"/>
            <a:ext cx="74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Evidencia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03434" y="4089399"/>
            <a:ext cx="1731433" cy="969433"/>
          </a:xfrm>
          <a:custGeom>
            <a:avLst/>
            <a:gdLst/>
            <a:ahLst/>
            <a:cxnLst/>
            <a:rect l="l" t="t" r="r" b="b"/>
            <a:pathLst>
              <a:path w="1731433" h="969433">
                <a:moveTo>
                  <a:pt x="76197" y="0"/>
                </a:moveTo>
                <a:lnTo>
                  <a:pt x="1655236" y="0"/>
                </a:lnTo>
                <a:cubicBezTo>
                  <a:pt x="1697290" y="0"/>
                  <a:pt x="1731433" y="34143"/>
                  <a:pt x="1731433" y="76197"/>
                </a:cubicBezTo>
                <a:lnTo>
                  <a:pt x="1731433" y="893236"/>
                </a:lnTo>
                <a:cubicBezTo>
                  <a:pt x="1731433" y="935290"/>
                  <a:pt x="1697290" y="969433"/>
                  <a:pt x="1655236" y="969433"/>
                </a:cubicBezTo>
                <a:lnTo>
                  <a:pt x="76197" y="969433"/>
                </a:lnTo>
                <a:cubicBezTo>
                  <a:pt x="34143" y="969433"/>
                  <a:pt x="0" y="935290"/>
                  <a:pt x="0" y="893236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F172A"/>
          </a:solidFill>
          <a:ln w="22578">
            <a:solidFill>
              <a:srgbClr val="475569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7085012" y="438176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47625" y="41672"/>
                </a:moveTo>
                <a:cubicBezTo>
                  <a:pt x="57482" y="41672"/>
                  <a:pt x="65484" y="49674"/>
                  <a:pt x="65484" y="59531"/>
                </a:cubicBezTo>
                <a:cubicBezTo>
                  <a:pt x="65484" y="69388"/>
                  <a:pt x="57482" y="77391"/>
                  <a:pt x="47625" y="77391"/>
                </a:cubicBezTo>
                <a:cubicBezTo>
                  <a:pt x="37768" y="77391"/>
                  <a:pt x="29766" y="69388"/>
                  <a:pt x="29766" y="59531"/>
                </a:cubicBezTo>
                <a:cubicBezTo>
                  <a:pt x="29766" y="49674"/>
                  <a:pt x="37768" y="41672"/>
                  <a:pt x="47625" y="41672"/>
                </a:cubicBezTo>
                <a:close/>
                <a:moveTo>
                  <a:pt x="101203" y="83344"/>
                </a:moveTo>
                <a:cubicBezTo>
                  <a:pt x="104329" y="83344"/>
                  <a:pt x="107193" y="84981"/>
                  <a:pt x="108831" y="87623"/>
                </a:cubicBezTo>
                <a:lnTo>
                  <a:pt x="141573" y="141201"/>
                </a:lnTo>
                <a:cubicBezTo>
                  <a:pt x="143247" y="143954"/>
                  <a:pt x="143321" y="147414"/>
                  <a:pt x="141759" y="150242"/>
                </a:cubicBezTo>
                <a:cubicBezTo>
                  <a:pt x="140196" y="153070"/>
                  <a:pt x="137182" y="154781"/>
                  <a:pt x="133945" y="154781"/>
                </a:cubicBezTo>
                <a:lnTo>
                  <a:pt x="32742" y="154781"/>
                </a:lnTo>
                <a:cubicBezTo>
                  <a:pt x="29431" y="154781"/>
                  <a:pt x="26343" y="152921"/>
                  <a:pt x="24817" y="149982"/>
                </a:cubicBezTo>
                <a:cubicBezTo>
                  <a:pt x="23292" y="147042"/>
                  <a:pt x="23515" y="143470"/>
                  <a:pt x="25412" y="140754"/>
                </a:cubicBezTo>
                <a:lnTo>
                  <a:pt x="46248" y="110989"/>
                </a:lnTo>
                <a:cubicBezTo>
                  <a:pt x="47923" y="108607"/>
                  <a:pt x="50639" y="107193"/>
                  <a:pt x="53578" y="107193"/>
                </a:cubicBezTo>
                <a:cubicBezTo>
                  <a:pt x="56517" y="107193"/>
                  <a:pt x="59234" y="108607"/>
                  <a:pt x="60908" y="110989"/>
                </a:cubicBezTo>
                <a:lnTo>
                  <a:pt x="70731" y="125053"/>
                </a:lnTo>
                <a:lnTo>
                  <a:pt x="93576" y="87660"/>
                </a:lnTo>
                <a:cubicBezTo>
                  <a:pt x="95213" y="85018"/>
                  <a:pt x="98078" y="83381"/>
                  <a:pt x="101203" y="83381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60" name="Text 58"/>
          <p:cNvSpPr/>
          <p:nvPr/>
        </p:nvSpPr>
        <p:spPr>
          <a:xfrm>
            <a:off x="6699515" y="4610365"/>
            <a:ext cx="933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 /books OK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126545" y="4089399"/>
            <a:ext cx="1731433" cy="969433"/>
          </a:xfrm>
          <a:custGeom>
            <a:avLst/>
            <a:gdLst/>
            <a:ahLst/>
            <a:cxnLst/>
            <a:rect l="l" t="t" r="r" b="b"/>
            <a:pathLst>
              <a:path w="1731433" h="969433">
                <a:moveTo>
                  <a:pt x="76197" y="0"/>
                </a:moveTo>
                <a:lnTo>
                  <a:pt x="1655236" y="0"/>
                </a:lnTo>
                <a:cubicBezTo>
                  <a:pt x="1697290" y="0"/>
                  <a:pt x="1731433" y="34143"/>
                  <a:pt x="1731433" y="76197"/>
                </a:cubicBezTo>
                <a:lnTo>
                  <a:pt x="1731433" y="893236"/>
                </a:lnTo>
                <a:cubicBezTo>
                  <a:pt x="1731433" y="935290"/>
                  <a:pt x="1697290" y="969433"/>
                  <a:pt x="1655236" y="969433"/>
                </a:cubicBezTo>
                <a:lnTo>
                  <a:pt x="76197" y="969433"/>
                </a:lnTo>
                <a:cubicBezTo>
                  <a:pt x="34143" y="969433"/>
                  <a:pt x="0" y="935290"/>
                  <a:pt x="0" y="893236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F172A"/>
          </a:solidFill>
          <a:ln w="22578">
            <a:solidFill>
              <a:srgbClr val="475569"/>
            </a:solidFill>
            <a:prstDash val="dash"/>
          </a:ln>
        </p:spPr>
      </p:sp>
      <p:sp>
        <p:nvSpPr>
          <p:cNvPr id="62" name="Shape 60"/>
          <p:cNvSpPr/>
          <p:nvPr/>
        </p:nvSpPr>
        <p:spPr>
          <a:xfrm>
            <a:off x="8908124" y="438176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47625" y="41672"/>
                </a:moveTo>
                <a:cubicBezTo>
                  <a:pt x="57482" y="41672"/>
                  <a:pt x="65484" y="49674"/>
                  <a:pt x="65484" y="59531"/>
                </a:cubicBezTo>
                <a:cubicBezTo>
                  <a:pt x="65484" y="69388"/>
                  <a:pt x="57482" y="77391"/>
                  <a:pt x="47625" y="77391"/>
                </a:cubicBezTo>
                <a:cubicBezTo>
                  <a:pt x="37768" y="77391"/>
                  <a:pt x="29766" y="69388"/>
                  <a:pt x="29766" y="59531"/>
                </a:cubicBezTo>
                <a:cubicBezTo>
                  <a:pt x="29766" y="49674"/>
                  <a:pt x="37768" y="41672"/>
                  <a:pt x="47625" y="41672"/>
                </a:cubicBezTo>
                <a:close/>
                <a:moveTo>
                  <a:pt x="101203" y="83344"/>
                </a:moveTo>
                <a:cubicBezTo>
                  <a:pt x="104329" y="83344"/>
                  <a:pt x="107193" y="84981"/>
                  <a:pt x="108831" y="87623"/>
                </a:cubicBezTo>
                <a:lnTo>
                  <a:pt x="141573" y="141201"/>
                </a:lnTo>
                <a:cubicBezTo>
                  <a:pt x="143247" y="143954"/>
                  <a:pt x="143321" y="147414"/>
                  <a:pt x="141759" y="150242"/>
                </a:cubicBezTo>
                <a:cubicBezTo>
                  <a:pt x="140196" y="153070"/>
                  <a:pt x="137182" y="154781"/>
                  <a:pt x="133945" y="154781"/>
                </a:cubicBezTo>
                <a:lnTo>
                  <a:pt x="32742" y="154781"/>
                </a:lnTo>
                <a:cubicBezTo>
                  <a:pt x="29431" y="154781"/>
                  <a:pt x="26343" y="152921"/>
                  <a:pt x="24817" y="149982"/>
                </a:cubicBezTo>
                <a:cubicBezTo>
                  <a:pt x="23292" y="147042"/>
                  <a:pt x="23515" y="143470"/>
                  <a:pt x="25412" y="140754"/>
                </a:cubicBezTo>
                <a:lnTo>
                  <a:pt x="46248" y="110989"/>
                </a:lnTo>
                <a:cubicBezTo>
                  <a:pt x="47923" y="108607"/>
                  <a:pt x="50639" y="107193"/>
                  <a:pt x="53578" y="107193"/>
                </a:cubicBezTo>
                <a:cubicBezTo>
                  <a:pt x="56517" y="107193"/>
                  <a:pt x="59234" y="108607"/>
                  <a:pt x="60908" y="110989"/>
                </a:cubicBezTo>
                <a:lnTo>
                  <a:pt x="70731" y="125053"/>
                </a:lnTo>
                <a:lnTo>
                  <a:pt x="93576" y="87660"/>
                </a:lnTo>
                <a:cubicBezTo>
                  <a:pt x="95213" y="85018"/>
                  <a:pt x="98078" y="83381"/>
                  <a:pt x="101203" y="83381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63" name="Text 61"/>
          <p:cNvSpPr/>
          <p:nvPr/>
        </p:nvSpPr>
        <p:spPr>
          <a:xfrm>
            <a:off x="8417587" y="4610365"/>
            <a:ext cx="1152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 /books ERROR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9949656" y="4089399"/>
            <a:ext cx="1731433" cy="969433"/>
          </a:xfrm>
          <a:custGeom>
            <a:avLst/>
            <a:gdLst/>
            <a:ahLst/>
            <a:cxnLst/>
            <a:rect l="l" t="t" r="r" b="b"/>
            <a:pathLst>
              <a:path w="1731433" h="969433">
                <a:moveTo>
                  <a:pt x="76197" y="0"/>
                </a:moveTo>
                <a:lnTo>
                  <a:pt x="1655236" y="0"/>
                </a:lnTo>
                <a:cubicBezTo>
                  <a:pt x="1697290" y="0"/>
                  <a:pt x="1731433" y="34143"/>
                  <a:pt x="1731433" y="76197"/>
                </a:cubicBezTo>
                <a:lnTo>
                  <a:pt x="1731433" y="893236"/>
                </a:lnTo>
                <a:cubicBezTo>
                  <a:pt x="1731433" y="935290"/>
                  <a:pt x="1697290" y="969433"/>
                  <a:pt x="1655236" y="969433"/>
                </a:cubicBezTo>
                <a:lnTo>
                  <a:pt x="76197" y="969433"/>
                </a:lnTo>
                <a:cubicBezTo>
                  <a:pt x="34143" y="969433"/>
                  <a:pt x="0" y="935290"/>
                  <a:pt x="0" y="893236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F172A"/>
          </a:solidFill>
          <a:ln w="22578">
            <a:solidFill>
              <a:srgbClr val="475569"/>
            </a:solidFill>
            <a:prstDash val="dash"/>
          </a:ln>
        </p:spPr>
      </p:sp>
      <p:sp>
        <p:nvSpPr>
          <p:cNvPr id="65" name="Shape 63"/>
          <p:cNvSpPr/>
          <p:nvPr/>
        </p:nvSpPr>
        <p:spPr>
          <a:xfrm>
            <a:off x="10731236" y="438176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47625" y="41672"/>
                </a:moveTo>
                <a:cubicBezTo>
                  <a:pt x="57482" y="41672"/>
                  <a:pt x="65484" y="49674"/>
                  <a:pt x="65484" y="59531"/>
                </a:cubicBezTo>
                <a:cubicBezTo>
                  <a:pt x="65484" y="69388"/>
                  <a:pt x="57482" y="77391"/>
                  <a:pt x="47625" y="77391"/>
                </a:cubicBezTo>
                <a:cubicBezTo>
                  <a:pt x="37768" y="77391"/>
                  <a:pt x="29766" y="69388"/>
                  <a:pt x="29766" y="59531"/>
                </a:cubicBezTo>
                <a:cubicBezTo>
                  <a:pt x="29766" y="49674"/>
                  <a:pt x="37768" y="41672"/>
                  <a:pt x="47625" y="41672"/>
                </a:cubicBezTo>
                <a:close/>
                <a:moveTo>
                  <a:pt x="101203" y="83344"/>
                </a:moveTo>
                <a:cubicBezTo>
                  <a:pt x="104329" y="83344"/>
                  <a:pt x="107193" y="84981"/>
                  <a:pt x="108831" y="87623"/>
                </a:cubicBezTo>
                <a:lnTo>
                  <a:pt x="141573" y="141201"/>
                </a:lnTo>
                <a:cubicBezTo>
                  <a:pt x="143247" y="143954"/>
                  <a:pt x="143321" y="147414"/>
                  <a:pt x="141759" y="150242"/>
                </a:cubicBezTo>
                <a:cubicBezTo>
                  <a:pt x="140196" y="153070"/>
                  <a:pt x="137182" y="154781"/>
                  <a:pt x="133945" y="154781"/>
                </a:cubicBezTo>
                <a:lnTo>
                  <a:pt x="32742" y="154781"/>
                </a:lnTo>
                <a:cubicBezTo>
                  <a:pt x="29431" y="154781"/>
                  <a:pt x="26343" y="152921"/>
                  <a:pt x="24817" y="149982"/>
                </a:cubicBezTo>
                <a:cubicBezTo>
                  <a:pt x="23292" y="147042"/>
                  <a:pt x="23515" y="143470"/>
                  <a:pt x="25412" y="140754"/>
                </a:cubicBezTo>
                <a:lnTo>
                  <a:pt x="46248" y="110989"/>
                </a:lnTo>
                <a:cubicBezTo>
                  <a:pt x="47923" y="108607"/>
                  <a:pt x="50639" y="107193"/>
                  <a:pt x="53578" y="107193"/>
                </a:cubicBezTo>
                <a:cubicBezTo>
                  <a:pt x="56517" y="107193"/>
                  <a:pt x="59234" y="108607"/>
                  <a:pt x="60908" y="110989"/>
                </a:cubicBezTo>
                <a:lnTo>
                  <a:pt x="70731" y="125053"/>
                </a:lnTo>
                <a:lnTo>
                  <a:pt x="93576" y="87660"/>
                </a:lnTo>
                <a:cubicBezTo>
                  <a:pt x="95213" y="85018"/>
                  <a:pt x="98078" y="83381"/>
                  <a:pt x="101203" y="83381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66" name="Text 64"/>
          <p:cNvSpPr/>
          <p:nvPr/>
        </p:nvSpPr>
        <p:spPr>
          <a:xfrm>
            <a:off x="10482130" y="4610365"/>
            <a:ext cx="666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 /books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/>
              </a:gs>
              <a:gs pos="100000">
                <a:srgbClr val="0891B2"/>
              </a:gs>
            </a:gsLst>
            <a:lin ang="27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483129" y="514350"/>
            <a:ext cx="352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500" y="381000"/>
            <a:ext cx="3514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Frontend Administrativo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723900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6B6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React 18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49797" y="723900"/>
            <a:ext cx="9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|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55366" y="723900"/>
            <a:ext cx="92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Consume BFF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401829" y="452969"/>
            <a:ext cx="1408642" cy="389467"/>
          </a:xfrm>
          <a:custGeom>
            <a:avLst/>
            <a:gdLst/>
            <a:ahLst/>
            <a:cxnLst/>
            <a:rect l="l" t="t" r="r" b="b"/>
            <a:pathLst>
              <a:path w="1408642" h="389467">
                <a:moveTo>
                  <a:pt x="76199" y="0"/>
                </a:moveTo>
                <a:lnTo>
                  <a:pt x="1332443" y="0"/>
                </a:lnTo>
                <a:cubicBezTo>
                  <a:pt x="1374526" y="0"/>
                  <a:pt x="1408642" y="34116"/>
                  <a:pt x="1408642" y="76199"/>
                </a:cubicBezTo>
                <a:lnTo>
                  <a:pt x="1408642" y="313268"/>
                </a:lnTo>
                <a:cubicBezTo>
                  <a:pt x="1408642" y="355323"/>
                  <a:pt x="1374498" y="389467"/>
                  <a:pt x="1332443" y="389467"/>
                </a:cubicBezTo>
                <a:lnTo>
                  <a:pt x="76199" y="389467"/>
                </a:lnTo>
                <a:cubicBezTo>
                  <a:pt x="34144" y="389467"/>
                  <a:pt x="0" y="355323"/>
                  <a:pt x="0" y="313268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11289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58463" y="567268"/>
            <a:ext cx="1158346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COMPLETADO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233" y="1032933"/>
            <a:ext cx="5628217" cy="922867"/>
          </a:xfrm>
          <a:custGeom>
            <a:avLst/>
            <a:gdLst/>
            <a:ahLst/>
            <a:cxnLst/>
            <a:rect l="l" t="t" r="r" b="b"/>
            <a:pathLst>
              <a:path w="5628217" h="922867">
                <a:moveTo>
                  <a:pt x="114297" y="0"/>
                </a:moveTo>
                <a:lnTo>
                  <a:pt x="5513920" y="0"/>
                </a:lnTo>
                <a:cubicBezTo>
                  <a:pt x="5577044" y="0"/>
                  <a:pt x="5628217" y="51173"/>
                  <a:pt x="5628217" y="114297"/>
                </a:cubicBezTo>
                <a:lnTo>
                  <a:pt x="5628217" y="808570"/>
                </a:lnTo>
                <a:cubicBezTo>
                  <a:pt x="5628217" y="871694"/>
                  <a:pt x="5577044" y="922867"/>
                  <a:pt x="5513920" y="922867"/>
                </a:cubicBezTo>
                <a:lnTo>
                  <a:pt x="114297" y="922867"/>
                </a:lnTo>
                <a:cubicBezTo>
                  <a:pt x="51173" y="922867"/>
                  <a:pt x="0" y="871694"/>
                  <a:pt x="0" y="808570"/>
                </a:cubicBezTo>
                <a:lnTo>
                  <a:pt x="0" y="114297"/>
                </a:lnTo>
                <a:cubicBezTo>
                  <a:pt x="0" y="51173"/>
                  <a:pt x="51173" y="0"/>
                  <a:pt x="114297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2817" y="118956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18765" y="114360"/>
                </a:moveTo>
                <a:cubicBezTo>
                  <a:pt x="112187" y="102930"/>
                  <a:pt x="99834" y="95250"/>
                  <a:pt x="85725" y="95250"/>
                </a:cubicBezTo>
                <a:lnTo>
                  <a:pt x="66675" y="95250"/>
                </a:lnTo>
                <a:cubicBezTo>
                  <a:pt x="52566" y="95250"/>
                  <a:pt x="40213" y="102930"/>
                  <a:pt x="33635" y="114360"/>
                </a:cubicBezTo>
                <a:cubicBezTo>
                  <a:pt x="44113" y="126028"/>
                  <a:pt x="59293" y="133350"/>
                  <a:pt x="76200" y="133350"/>
                </a:cubicBezTo>
                <a:cubicBezTo>
                  <a:pt x="93107" y="133350"/>
                  <a:pt x="108287" y="125998"/>
                  <a:pt x="118765" y="114360"/>
                </a:cubicBez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76200" y="80962"/>
                </a:moveTo>
                <a:cubicBezTo>
                  <a:pt x="88028" y="80962"/>
                  <a:pt x="97631" y="71359"/>
                  <a:pt x="97631" y="59531"/>
                </a:cubicBezTo>
                <a:cubicBezTo>
                  <a:pt x="97631" y="47703"/>
                  <a:pt x="88028" y="38100"/>
                  <a:pt x="76200" y="38100"/>
                </a:cubicBezTo>
                <a:cubicBezTo>
                  <a:pt x="64372" y="38100"/>
                  <a:pt x="54769" y="47703"/>
                  <a:pt x="54769" y="59531"/>
                </a:cubicBezTo>
                <a:cubicBezTo>
                  <a:pt x="54769" y="71359"/>
                  <a:pt x="64372" y="80962"/>
                  <a:pt x="76200" y="80962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770467" y="1151465"/>
            <a:ext cx="1400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Historia de Usuario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3767" y="1456265"/>
            <a:ext cx="5457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"Como administrador, quiero visualizar el inventario cargado y el estado de cada lote desde una interfaz clara."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5233" y="2078572"/>
            <a:ext cx="5628217" cy="3580342"/>
          </a:xfrm>
          <a:custGeom>
            <a:avLst/>
            <a:gdLst/>
            <a:ahLst/>
            <a:cxnLst/>
            <a:rect l="l" t="t" r="r" b="b"/>
            <a:pathLst>
              <a:path w="5628217" h="3580342">
                <a:moveTo>
                  <a:pt x="114285" y="0"/>
                </a:moveTo>
                <a:lnTo>
                  <a:pt x="5513932" y="0"/>
                </a:lnTo>
                <a:cubicBezTo>
                  <a:pt x="5577050" y="0"/>
                  <a:pt x="5628217" y="51167"/>
                  <a:pt x="5628217" y="114285"/>
                </a:cubicBezTo>
                <a:lnTo>
                  <a:pt x="5628217" y="3466057"/>
                </a:lnTo>
                <a:cubicBezTo>
                  <a:pt x="5628217" y="3529175"/>
                  <a:pt x="5577050" y="3580342"/>
                  <a:pt x="5513932" y="3580342"/>
                </a:cubicBezTo>
                <a:lnTo>
                  <a:pt x="114285" y="3580342"/>
                </a:lnTo>
                <a:cubicBezTo>
                  <a:pt x="51167" y="3580342"/>
                  <a:pt x="0" y="3529175"/>
                  <a:pt x="0" y="3466057"/>
                </a:cubicBezTo>
                <a:lnTo>
                  <a:pt x="0" y="114285"/>
                </a:lnTo>
                <a:cubicBezTo>
                  <a:pt x="0" y="51167"/>
                  <a:pt x="51167" y="0"/>
                  <a:pt x="114285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3292" y="223520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770467" y="2197103"/>
            <a:ext cx="107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Implementado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8054" y="254000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722842" y="2501903"/>
            <a:ext cx="280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Pantalla de administración con tabla de lotes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8054" y="278765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722842" y="2749553"/>
            <a:ext cx="419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Por lote: nombre de archivo, fecha, estado, valid_rows, invalid_rows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8054" y="303530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722842" y="2997203"/>
            <a:ext cx="3933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Badge visual por estado: procesado / con errores / completado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8054" y="328295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722842" y="3244853"/>
            <a:ext cx="3362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Estados de interfaz: loading / error / vacío / con datos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18054" y="353060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722842" y="3492503"/>
            <a:ext cx="2886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Consume API exclusivamente a través del BFF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18054" y="377825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722842" y="3740153"/>
            <a:ext cx="2276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 lógica de negocio en el frontend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5233" y="5778504"/>
            <a:ext cx="5628217" cy="694267"/>
          </a:xfrm>
          <a:custGeom>
            <a:avLst/>
            <a:gdLst/>
            <a:ahLst/>
            <a:cxnLst/>
            <a:rect l="l" t="t" r="r" b="b"/>
            <a:pathLst>
              <a:path w="5628217" h="694267">
                <a:moveTo>
                  <a:pt x="114297" y="0"/>
                </a:moveTo>
                <a:lnTo>
                  <a:pt x="5513920" y="0"/>
                </a:lnTo>
                <a:cubicBezTo>
                  <a:pt x="5577044" y="0"/>
                  <a:pt x="5628217" y="51173"/>
                  <a:pt x="5628217" y="114297"/>
                </a:cubicBezTo>
                <a:lnTo>
                  <a:pt x="5628217" y="579970"/>
                </a:lnTo>
                <a:cubicBezTo>
                  <a:pt x="5628217" y="643094"/>
                  <a:pt x="5577044" y="694267"/>
                  <a:pt x="5513920" y="694267"/>
                </a:cubicBezTo>
                <a:lnTo>
                  <a:pt x="114297" y="694267"/>
                </a:lnTo>
                <a:cubicBezTo>
                  <a:pt x="51173" y="694267"/>
                  <a:pt x="0" y="643094"/>
                  <a:pt x="0" y="579970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0F172A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3767" y="5897035"/>
            <a:ext cx="5457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Tecnología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7579" y="617326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40040" y="59338"/>
                </a:moveTo>
                <a:cubicBezTo>
                  <a:pt x="138232" y="58735"/>
                  <a:pt x="136423" y="58166"/>
                  <a:pt x="134615" y="57630"/>
                </a:cubicBezTo>
                <a:cubicBezTo>
                  <a:pt x="134916" y="56391"/>
                  <a:pt x="135184" y="55152"/>
                  <a:pt x="135452" y="53913"/>
                </a:cubicBezTo>
                <a:cubicBezTo>
                  <a:pt x="139571" y="33955"/>
                  <a:pt x="136859" y="17915"/>
                  <a:pt x="127717" y="12624"/>
                </a:cubicBezTo>
                <a:cubicBezTo>
                  <a:pt x="118910" y="7568"/>
                  <a:pt x="104544" y="12825"/>
                  <a:pt x="90011" y="25483"/>
                </a:cubicBezTo>
                <a:cubicBezTo>
                  <a:pt x="88571" y="26722"/>
                  <a:pt x="87165" y="28028"/>
                  <a:pt x="85825" y="29334"/>
                </a:cubicBezTo>
                <a:cubicBezTo>
                  <a:pt x="84921" y="28463"/>
                  <a:pt x="83984" y="27593"/>
                  <a:pt x="83046" y="26756"/>
                </a:cubicBezTo>
                <a:cubicBezTo>
                  <a:pt x="67810" y="13227"/>
                  <a:pt x="52540" y="7534"/>
                  <a:pt x="43398" y="12859"/>
                </a:cubicBezTo>
                <a:cubicBezTo>
                  <a:pt x="34625" y="17949"/>
                  <a:pt x="32013" y="33051"/>
                  <a:pt x="35696" y="51937"/>
                </a:cubicBezTo>
                <a:cubicBezTo>
                  <a:pt x="36065" y="53813"/>
                  <a:pt x="36467" y="55654"/>
                  <a:pt x="36935" y="57530"/>
                </a:cubicBezTo>
                <a:cubicBezTo>
                  <a:pt x="34792" y="58132"/>
                  <a:pt x="32683" y="58802"/>
                  <a:pt x="30707" y="59505"/>
                </a:cubicBezTo>
                <a:cubicBezTo>
                  <a:pt x="12825" y="65700"/>
                  <a:pt x="0" y="75478"/>
                  <a:pt x="0" y="85591"/>
                </a:cubicBezTo>
                <a:cubicBezTo>
                  <a:pt x="0" y="96039"/>
                  <a:pt x="13662" y="106520"/>
                  <a:pt x="32247" y="112882"/>
                </a:cubicBezTo>
                <a:cubicBezTo>
                  <a:pt x="33754" y="113385"/>
                  <a:pt x="35261" y="113887"/>
                  <a:pt x="36801" y="114322"/>
                </a:cubicBezTo>
                <a:cubicBezTo>
                  <a:pt x="36299" y="116332"/>
                  <a:pt x="35864" y="118307"/>
                  <a:pt x="35462" y="120350"/>
                </a:cubicBezTo>
                <a:cubicBezTo>
                  <a:pt x="31946" y="138935"/>
                  <a:pt x="34692" y="153669"/>
                  <a:pt x="43465" y="158725"/>
                </a:cubicBezTo>
                <a:cubicBezTo>
                  <a:pt x="52507" y="163949"/>
                  <a:pt x="67709" y="158591"/>
                  <a:pt x="82510" y="145632"/>
                </a:cubicBezTo>
                <a:cubicBezTo>
                  <a:pt x="83682" y="144594"/>
                  <a:pt x="84854" y="143522"/>
                  <a:pt x="86026" y="142384"/>
                </a:cubicBezTo>
                <a:cubicBezTo>
                  <a:pt x="87500" y="143824"/>
                  <a:pt x="89040" y="145197"/>
                  <a:pt x="90581" y="146536"/>
                </a:cubicBezTo>
                <a:cubicBezTo>
                  <a:pt x="104913" y="158859"/>
                  <a:pt x="119077" y="163849"/>
                  <a:pt x="127817" y="158792"/>
                </a:cubicBezTo>
                <a:cubicBezTo>
                  <a:pt x="136859" y="153568"/>
                  <a:pt x="139805" y="137729"/>
                  <a:pt x="135988" y="118441"/>
                </a:cubicBezTo>
                <a:cubicBezTo>
                  <a:pt x="135687" y="116968"/>
                  <a:pt x="135352" y="115461"/>
                  <a:pt x="134983" y="113920"/>
                </a:cubicBezTo>
                <a:cubicBezTo>
                  <a:pt x="136055" y="113619"/>
                  <a:pt x="137093" y="113284"/>
                  <a:pt x="138131" y="112949"/>
                </a:cubicBezTo>
                <a:cubicBezTo>
                  <a:pt x="157453" y="106553"/>
                  <a:pt x="171450" y="96206"/>
                  <a:pt x="171450" y="85591"/>
                </a:cubicBezTo>
                <a:cubicBezTo>
                  <a:pt x="171450" y="75445"/>
                  <a:pt x="158256" y="65600"/>
                  <a:pt x="140040" y="59338"/>
                </a:cubicBezTo>
                <a:close/>
                <a:moveTo>
                  <a:pt x="94733" y="30908"/>
                </a:moveTo>
                <a:cubicBezTo>
                  <a:pt x="107190" y="20058"/>
                  <a:pt x="118809" y="15806"/>
                  <a:pt x="124100" y="18853"/>
                </a:cubicBezTo>
                <a:cubicBezTo>
                  <a:pt x="129760" y="22101"/>
                  <a:pt x="131936" y="35228"/>
                  <a:pt x="128387" y="52473"/>
                </a:cubicBezTo>
                <a:cubicBezTo>
                  <a:pt x="128152" y="53612"/>
                  <a:pt x="127918" y="54717"/>
                  <a:pt x="127616" y="55822"/>
                </a:cubicBezTo>
                <a:cubicBezTo>
                  <a:pt x="120182" y="54147"/>
                  <a:pt x="112648" y="52942"/>
                  <a:pt x="105080" y="52272"/>
                </a:cubicBezTo>
                <a:cubicBezTo>
                  <a:pt x="100727" y="46044"/>
                  <a:pt x="95972" y="40083"/>
                  <a:pt x="90815" y="34491"/>
                </a:cubicBezTo>
                <a:cubicBezTo>
                  <a:pt x="92121" y="33252"/>
                  <a:pt x="93393" y="32080"/>
                  <a:pt x="94733" y="30908"/>
                </a:cubicBezTo>
                <a:close/>
                <a:moveTo>
                  <a:pt x="55989" y="102970"/>
                </a:moveTo>
                <a:cubicBezTo>
                  <a:pt x="57697" y="105884"/>
                  <a:pt x="59438" y="108797"/>
                  <a:pt x="61280" y="111643"/>
                </a:cubicBezTo>
                <a:cubicBezTo>
                  <a:pt x="56056" y="111074"/>
                  <a:pt x="50866" y="110237"/>
                  <a:pt x="45742" y="109132"/>
                </a:cubicBezTo>
                <a:cubicBezTo>
                  <a:pt x="47216" y="104310"/>
                  <a:pt x="49057" y="99320"/>
                  <a:pt x="51201" y="94231"/>
                </a:cubicBezTo>
                <a:cubicBezTo>
                  <a:pt x="52741" y="97177"/>
                  <a:pt x="54315" y="100091"/>
                  <a:pt x="55989" y="102970"/>
                </a:cubicBezTo>
                <a:close/>
                <a:moveTo>
                  <a:pt x="45843" y="62686"/>
                </a:moveTo>
                <a:cubicBezTo>
                  <a:pt x="50665" y="61615"/>
                  <a:pt x="55788" y="60744"/>
                  <a:pt x="61113" y="60074"/>
                </a:cubicBezTo>
                <a:cubicBezTo>
                  <a:pt x="59338" y="62854"/>
                  <a:pt x="57596" y="65700"/>
                  <a:pt x="55956" y="68580"/>
                </a:cubicBezTo>
                <a:cubicBezTo>
                  <a:pt x="54315" y="71426"/>
                  <a:pt x="52707" y="74340"/>
                  <a:pt x="51201" y="77286"/>
                </a:cubicBezTo>
                <a:cubicBezTo>
                  <a:pt x="49091" y="72297"/>
                  <a:pt x="47316" y="67408"/>
                  <a:pt x="45843" y="62686"/>
                </a:cubicBezTo>
                <a:close/>
                <a:moveTo>
                  <a:pt x="55018" y="85758"/>
                </a:moveTo>
                <a:cubicBezTo>
                  <a:pt x="57228" y="81137"/>
                  <a:pt x="59639" y="76617"/>
                  <a:pt x="62184" y="72163"/>
                </a:cubicBezTo>
                <a:cubicBezTo>
                  <a:pt x="64729" y="67709"/>
                  <a:pt x="67475" y="63390"/>
                  <a:pt x="70355" y="59137"/>
                </a:cubicBezTo>
                <a:cubicBezTo>
                  <a:pt x="75378" y="58769"/>
                  <a:pt x="80501" y="58568"/>
                  <a:pt x="85725" y="58568"/>
                </a:cubicBezTo>
                <a:cubicBezTo>
                  <a:pt x="90949" y="58568"/>
                  <a:pt x="96106" y="58769"/>
                  <a:pt x="101095" y="59137"/>
                </a:cubicBezTo>
                <a:cubicBezTo>
                  <a:pt x="103942" y="63356"/>
                  <a:pt x="106654" y="67676"/>
                  <a:pt x="109232" y="72096"/>
                </a:cubicBezTo>
                <a:cubicBezTo>
                  <a:pt x="111811" y="76516"/>
                  <a:pt x="114222" y="81037"/>
                  <a:pt x="116499" y="85625"/>
                </a:cubicBezTo>
                <a:cubicBezTo>
                  <a:pt x="114255" y="90246"/>
                  <a:pt x="111844" y="94800"/>
                  <a:pt x="109266" y="99287"/>
                </a:cubicBezTo>
                <a:cubicBezTo>
                  <a:pt x="106721" y="103741"/>
                  <a:pt x="104009" y="108060"/>
                  <a:pt x="101162" y="112347"/>
                </a:cubicBezTo>
                <a:cubicBezTo>
                  <a:pt x="96173" y="112715"/>
                  <a:pt x="90982" y="112882"/>
                  <a:pt x="85725" y="112882"/>
                </a:cubicBezTo>
                <a:cubicBezTo>
                  <a:pt x="80468" y="112882"/>
                  <a:pt x="75378" y="112715"/>
                  <a:pt x="70455" y="112414"/>
                </a:cubicBezTo>
                <a:cubicBezTo>
                  <a:pt x="67542" y="108161"/>
                  <a:pt x="64796" y="103808"/>
                  <a:pt x="62218" y="99354"/>
                </a:cubicBezTo>
                <a:cubicBezTo>
                  <a:pt x="59639" y="94900"/>
                  <a:pt x="57262" y="90380"/>
                  <a:pt x="55018" y="85758"/>
                </a:cubicBezTo>
                <a:close/>
                <a:moveTo>
                  <a:pt x="115494" y="102903"/>
                </a:moveTo>
                <a:cubicBezTo>
                  <a:pt x="117202" y="99957"/>
                  <a:pt x="118809" y="96976"/>
                  <a:pt x="120383" y="93963"/>
                </a:cubicBezTo>
                <a:cubicBezTo>
                  <a:pt x="122526" y="98818"/>
                  <a:pt x="124402" y="103741"/>
                  <a:pt x="126043" y="108797"/>
                </a:cubicBezTo>
                <a:cubicBezTo>
                  <a:pt x="120852" y="109969"/>
                  <a:pt x="115595" y="110873"/>
                  <a:pt x="110304" y="111476"/>
                </a:cubicBezTo>
                <a:cubicBezTo>
                  <a:pt x="112112" y="108663"/>
                  <a:pt x="113820" y="105783"/>
                  <a:pt x="115494" y="102903"/>
                </a:cubicBezTo>
                <a:close/>
                <a:moveTo>
                  <a:pt x="120316" y="77286"/>
                </a:moveTo>
                <a:cubicBezTo>
                  <a:pt x="118743" y="74340"/>
                  <a:pt x="117135" y="71393"/>
                  <a:pt x="115461" y="68513"/>
                </a:cubicBezTo>
                <a:cubicBezTo>
                  <a:pt x="113820" y="65667"/>
                  <a:pt x="112112" y="62854"/>
                  <a:pt x="110337" y="60074"/>
                </a:cubicBezTo>
                <a:cubicBezTo>
                  <a:pt x="115729" y="60744"/>
                  <a:pt x="120886" y="61648"/>
                  <a:pt x="125708" y="62753"/>
                </a:cubicBezTo>
                <a:cubicBezTo>
                  <a:pt x="124167" y="67709"/>
                  <a:pt x="122359" y="72531"/>
                  <a:pt x="120316" y="77286"/>
                </a:cubicBezTo>
                <a:close/>
                <a:moveTo>
                  <a:pt x="85792" y="39614"/>
                </a:moveTo>
                <a:cubicBezTo>
                  <a:pt x="89308" y="43432"/>
                  <a:pt x="92623" y="47450"/>
                  <a:pt x="95704" y="51602"/>
                </a:cubicBezTo>
                <a:cubicBezTo>
                  <a:pt x="89074" y="51301"/>
                  <a:pt x="82410" y="51301"/>
                  <a:pt x="75780" y="51602"/>
                </a:cubicBezTo>
                <a:cubicBezTo>
                  <a:pt x="79061" y="47283"/>
                  <a:pt x="82443" y="43264"/>
                  <a:pt x="85792" y="39614"/>
                </a:cubicBezTo>
                <a:close/>
                <a:moveTo>
                  <a:pt x="46948" y="19087"/>
                </a:moveTo>
                <a:cubicBezTo>
                  <a:pt x="52574" y="15806"/>
                  <a:pt x="65064" y="20494"/>
                  <a:pt x="78224" y="32147"/>
                </a:cubicBezTo>
                <a:cubicBezTo>
                  <a:pt x="79061" y="32884"/>
                  <a:pt x="79898" y="33687"/>
                  <a:pt x="80769" y="34491"/>
                </a:cubicBezTo>
                <a:cubicBezTo>
                  <a:pt x="75579" y="40083"/>
                  <a:pt x="70790" y="46044"/>
                  <a:pt x="66403" y="52272"/>
                </a:cubicBezTo>
                <a:cubicBezTo>
                  <a:pt x="58835" y="52942"/>
                  <a:pt x="51335" y="54114"/>
                  <a:pt x="43901" y="55755"/>
                </a:cubicBezTo>
                <a:cubicBezTo>
                  <a:pt x="43465" y="54047"/>
                  <a:pt x="43097" y="52306"/>
                  <a:pt x="42729" y="50564"/>
                </a:cubicBezTo>
                <a:cubicBezTo>
                  <a:pt x="39581" y="34357"/>
                  <a:pt x="41657" y="22134"/>
                  <a:pt x="46948" y="19087"/>
                </a:cubicBezTo>
                <a:close/>
                <a:moveTo>
                  <a:pt x="38744" y="107357"/>
                </a:moveTo>
                <a:cubicBezTo>
                  <a:pt x="37337" y="106955"/>
                  <a:pt x="35964" y="106520"/>
                  <a:pt x="34591" y="106051"/>
                </a:cubicBezTo>
                <a:cubicBezTo>
                  <a:pt x="27459" y="103808"/>
                  <a:pt x="19355" y="100258"/>
                  <a:pt x="13495" y="95603"/>
                </a:cubicBezTo>
                <a:cubicBezTo>
                  <a:pt x="10113" y="93259"/>
                  <a:pt x="7836" y="89643"/>
                  <a:pt x="7200" y="85591"/>
                </a:cubicBezTo>
                <a:cubicBezTo>
                  <a:pt x="7200" y="79463"/>
                  <a:pt x="17781" y="71627"/>
                  <a:pt x="33051" y="66303"/>
                </a:cubicBezTo>
                <a:cubicBezTo>
                  <a:pt x="34960" y="65633"/>
                  <a:pt x="36902" y="65030"/>
                  <a:pt x="38844" y="64461"/>
                </a:cubicBezTo>
                <a:cubicBezTo>
                  <a:pt x="41121" y="71728"/>
                  <a:pt x="43867" y="78860"/>
                  <a:pt x="47048" y="85758"/>
                </a:cubicBezTo>
                <a:cubicBezTo>
                  <a:pt x="43834" y="92757"/>
                  <a:pt x="41054" y="99990"/>
                  <a:pt x="38744" y="107357"/>
                </a:cubicBezTo>
                <a:close/>
                <a:moveTo>
                  <a:pt x="77789" y="140174"/>
                </a:moveTo>
                <a:cubicBezTo>
                  <a:pt x="72263" y="145230"/>
                  <a:pt x="65868" y="149249"/>
                  <a:pt x="58902" y="151994"/>
                </a:cubicBezTo>
                <a:cubicBezTo>
                  <a:pt x="55185" y="153769"/>
                  <a:pt x="50899" y="153937"/>
                  <a:pt x="47082" y="152430"/>
                </a:cubicBezTo>
                <a:cubicBezTo>
                  <a:pt x="41757" y="149349"/>
                  <a:pt x="39547" y="137528"/>
                  <a:pt x="42561" y="121622"/>
                </a:cubicBezTo>
                <a:cubicBezTo>
                  <a:pt x="42929" y="119747"/>
                  <a:pt x="43331" y="117872"/>
                  <a:pt x="43800" y="116030"/>
                </a:cubicBezTo>
                <a:cubicBezTo>
                  <a:pt x="51301" y="117637"/>
                  <a:pt x="58869" y="118743"/>
                  <a:pt x="66537" y="119312"/>
                </a:cubicBezTo>
                <a:cubicBezTo>
                  <a:pt x="70958" y="125574"/>
                  <a:pt x="75813" y="131568"/>
                  <a:pt x="81003" y="137193"/>
                </a:cubicBezTo>
                <a:cubicBezTo>
                  <a:pt x="79932" y="138232"/>
                  <a:pt x="78860" y="139236"/>
                  <a:pt x="77789" y="140174"/>
                </a:cubicBezTo>
                <a:close/>
                <a:moveTo>
                  <a:pt x="85993" y="132037"/>
                </a:moveTo>
                <a:cubicBezTo>
                  <a:pt x="82577" y="128353"/>
                  <a:pt x="79162" y="124268"/>
                  <a:pt x="75847" y="119881"/>
                </a:cubicBezTo>
                <a:cubicBezTo>
                  <a:pt x="79061" y="120015"/>
                  <a:pt x="82376" y="120082"/>
                  <a:pt x="85725" y="120082"/>
                </a:cubicBezTo>
                <a:cubicBezTo>
                  <a:pt x="89174" y="120082"/>
                  <a:pt x="92556" y="120015"/>
                  <a:pt x="95905" y="119848"/>
                </a:cubicBezTo>
                <a:cubicBezTo>
                  <a:pt x="92824" y="124100"/>
                  <a:pt x="89509" y="128152"/>
                  <a:pt x="85993" y="132037"/>
                </a:cubicBezTo>
                <a:close/>
                <a:moveTo>
                  <a:pt x="129760" y="142082"/>
                </a:moveTo>
                <a:cubicBezTo>
                  <a:pt x="129458" y="146168"/>
                  <a:pt x="127449" y="149985"/>
                  <a:pt x="124234" y="152564"/>
                </a:cubicBezTo>
                <a:cubicBezTo>
                  <a:pt x="118910" y="155644"/>
                  <a:pt x="107558" y="151626"/>
                  <a:pt x="95302" y="141111"/>
                </a:cubicBezTo>
                <a:cubicBezTo>
                  <a:pt x="93896" y="139906"/>
                  <a:pt x="92489" y="138600"/>
                  <a:pt x="91049" y="137260"/>
                </a:cubicBezTo>
                <a:cubicBezTo>
                  <a:pt x="96173" y="131601"/>
                  <a:pt x="100894" y="125607"/>
                  <a:pt x="105181" y="119312"/>
                </a:cubicBezTo>
                <a:cubicBezTo>
                  <a:pt x="112849" y="118676"/>
                  <a:pt x="120484" y="117504"/>
                  <a:pt x="128018" y="115796"/>
                </a:cubicBezTo>
                <a:cubicBezTo>
                  <a:pt x="128353" y="117169"/>
                  <a:pt x="128654" y="118542"/>
                  <a:pt x="128922" y="119881"/>
                </a:cubicBezTo>
                <a:cubicBezTo>
                  <a:pt x="130563" y="127114"/>
                  <a:pt x="130831" y="134649"/>
                  <a:pt x="129760" y="142082"/>
                </a:cubicBezTo>
                <a:close/>
                <a:moveTo>
                  <a:pt x="135854" y="106085"/>
                </a:moveTo>
                <a:cubicBezTo>
                  <a:pt x="134916" y="106386"/>
                  <a:pt x="133979" y="106687"/>
                  <a:pt x="133008" y="106955"/>
                </a:cubicBezTo>
                <a:cubicBezTo>
                  <a:pt x="130664" y="99655"/>
                  <a:pt x="127784" y="92523"/>
                  <a:pt x="124469" y="85591"/>
                </a:cubicBezTo>
                <a:cubicBezTo>
                  <a:pt x="127683" y="78760"/>
                  <a:pt x="130396" y="71728"/>
                  <a:pt x="132673" y="64528"/>
                </a:cubicBezTo>
                <a:cubicBezTo>
                  <a:pt x="134414" y="65030"/>
                  <a:pt x="136088" y="65566"/>
                  <a:pt x="137696" y="66102"/>
                </a:cubicBezTo>
                <a:cubicBezTo>
                  <a:pt x="153300" y="71460"/>
                  <a:pt x="164250" y="79430"/>
                  <a:pt x="164250" y="85524"/>
                </a:cubicBezTo>
                <a:cubicBezTo>
                  <a:pt x="164250" y="92087"/>
                  <a:pt x="152564" y="100559"/>
                  <a:pt x="135854" y="106085"/>
                </a:cubicBezTo>
                <a:close/>
                <a:moveTo>
                  <a:pt x="85725" y="101062"/>
                </a:moveTo>
                <a:cubicBezTo>
                  <a:pt x="94190" y="101062"/>
                  <a:pt x="101062" y="94190"/>
                  <a:pt x="101062" y="85725"/>
                </a:cubicBezTo>
                <a:cubicBezTo>
                  <a:pt x="101062" y="77260"/>
                  <a:pt x="94190" y="70388"/>
                  <a:pt x="85725" y="70388"/>
                </a:cubicBezTo>
                <a:cubicBezTo>
                  <a:pt x="77260" y="70388"/>
                  <a:pt x="70388" y="77260"/>
                  <a:pt x="70388" y="85725"/>
                </a:cubicBezTo>
                <a:cubicBezTo>
                  <a:pt x="70388" y="94190"/>
                  <a:pt x="77260" y="101062"/>
                  <a:pt x="85725" y="101062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2" name="Text 30"/>
          <p:cNvSpPr/>
          <p:nvPr/>
        </p:nvSpPr>
        <p:spPr>
          <a:xfrm>
            <a:off x="794279" y="6163735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React 18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464204" y="617326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0" y="10716"/>
                </a:moveTo>
                <a:lnTo>
                  <a:pt x="0" y="160734"/>
                </a:lnTo>
                <a:lnTo>
                  <a:pt x="150019" y="160734"/>
                </a:lnTo>
                <a:lnTo>
                  <a:pt x="150019" y="10716"/>
                </a:lnTo>
                <a:lnTo>
                  <a:pt x="0" y="10716"/>
                </a:lnTo>
                <a:close/>
                <a:moveTo>
                  <a:pt x="81640" y="127717"/>
                </a:moveTo>
                <a:cubicBezTo>
                  <a:pt x="81640" y="142317"/>
                  <a:pt x="73067" y="148981"/>
                  <a:pt x="60577" y="148981"/>
                </a:cubicBezTo>
                <a:cubicBezTo>
                  <a:pt x="49292" y="148981"/>
                  <a:pt x="42762" y="143154"/>
                  <a:pt x="39413" y="136088"/>
                </a:cubicBezTo>
                <a:lnTo>
                  <a:pt x="50899" y="129157"/>
                </a:lnTo>
                <a:cubicBezTo>
                  <a:pt x="53109" y="133075"/>
                  <a:pt x="55118" y="136390"/>
                  <a:pt x="59974" y="136390"/>
                </a:cubicBezTo>
                <a:cubicBezTo>
                  <a:pt x="64595" y="136390"/>
                  <a:pt x="67542" y="134582"/>
                  <a:pt x="67542" y="127516"/>
                </a:cubicBezTo>
                <a:lnTo>
                  <a:pt x="67542" y="79597"/>
                </a:lnTo>
                <a:lnTo>
                  <a:pt x="81640" y="79597"/>
                </a:lnTo>
                <a:lnTo>
                  <a:pt x="81640" y="127717"/>
                </a:lnTo>
                <a:close/>
                <a:moveTo>
                  <a:pt x="114992" y="148981"/>
                </a:moveTo>
                <a:cubicBezTo>
                  <a:pt x="101899" y="148981"/>
                  <a:pt x="93427" y="142752"/>
                  <a:pt x="89308" y="134582"/>
                </a:cubicBezTo>
                <a:lnTo>
                  <a:pt x="100794" y="127951"/>
                </a:lnTo>
                <a:cubicBezTo>
                  <a:pt x="103808" y="132874"/>
                  <a:pt x="107759" y="136524"/>
                  <a:pt x="114691" y="136524"/>
                </a:cubicBezTo>
                <a:cubicBezTo>
                  <a:pt x="120517" y="136524"/>
                  <a:pt x="124268" y="133610"/>
                  <a:pt x="124268" y="129559"/>
                </a:cubicBezTo>
                <a:cubicBezTo>
                  <a:pt x="124268" y="124737"/>
                  <a:pt x="120450" y="123029"/>
                  <a:pt x="113987" y="120182"/>
                </a:cubicBezTo>
                <a:lnTo>
                  <a:pt x="110471" y="118676"/>
                </a:lnTo>
                <a:cubicBezTo>
                  <a:pt x="100292" y="114356"/>
                  <a:pt x="93561" y="108898"/>
                  <a:pt x="93561" y="97412"/>
                </a:cubicBezTo>
                <a:cubicBezTo>
                  <a:pt x="93561" y="86830"/>
                  <a:pt x="101631" y="78793"/>
                  <a:pt x="114188" y="78793"/>
                </a:cubicBezTo>
                <a:cubicBezTo>
                  <a:pt x="123163" y="78793"/>
                  <a:pt x="129592" y="81908"/>
                  <a:pt x="134213" y="90078"/>
                </a:cubicBezTo>
                <a:lnTo>
                  <a:pt x="123230" y="97110"/>
                </a:lnTo>
                <a:cubicBezTo>
                  <a:pt x="120819" y="92791"/>
                  <a:pt x="118207" y="91083"/>
                  <a:pt x="114155" y="91083"/>
                </a:cubicBezTo>
                <a:cubicBezTo>
                  <a:pt x="110036" y="91083"/>
                  <a:pt x="107424" y="93695"/>
                  <a:pt x="107424" y="97110"/>
                </a:cubicBezTo>
                <a:cubicBezTo>
                  <a:pt x="107424" y="101330"/>
                  <a:pt x="110036" y="103037"/>
                  <a:pt x="116097" y="105683"/>
                </a:cubicBezTo>
                <a:lnTo>
                  <a:pt x="119613" y="107190"/>
                </a:lnTo>
                <a:cubicBezTo>
                  <a:pt x="131601" y="112313"/>
                  <a:pt x="138332" y="117570"/>
                  <a:pt x="138332" y="129358"/>
                </a:cubicBezTo>
                <a:cubicBezTo>
                  <a:pt x="138332" y="142016"/>
                  <a:pt x="128353" y="148981"/>
                  <a:pt x="114992" y="148981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1720189" y="6163735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JavaScript/TypeScript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191933" y="617326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83046" y="29468"/>
                </a:moveTo>
                <a:lnTo>
                  <a:pt x="109835" y="29468"/>
                </a:lnTo>
                <a:lnTo>
                  <a:pt x="109835" y="45541"/>
                </a:lnTo>
                <a:lnTo>
                  <a:pt x="83046" y="45541"/>
                </a:lnTo>
                <a:lnTo>
                  <a:pt x="83046" y="29468"/>
                </a:lnTo>
                <a:close/>
                <a:moveTo>
                  <a:pt x="80367" y="10716"/>
                </a:moveTo>
                <a:cubicBezTo>
                  <a:pt x="71493" y="10716"/>
                  <a:pt x="64294" y="17915"/>
                  <a:pt x="64294" y="26789"/>
                </a:cubicBezTo>
                <a:lnTo>
                  <a:pt x="64294" y="48220"/>
                </a:lnTo>
                <a:cubicBezTo>
                  <a:pt x="64294" y="57094"/>
                  <a:pt x="71493" y="64294"/>
                  <a:pt x="80367" y="64294"/>
                </a:cubicBezTo>
                <a:lnTo>
                  <a:pt x="85725" y="64294"/>
                </a:lnTo>
                <a:lnTo>
                  <a:pt x="85725" y="75009"/>
                </a:lnTo>
                <a:lnTo>
                  <a:pt x="10716" y="75009"/>
                </a:lnTo>
                <a:cubicBezTo>
                  <a:pt x="4789" y="75009"/>
                  <a:pt x="0" y="79798"/>
                  <a:pt x="0" y="85725"/>
                </a:cubicBezTo>
                <a:cubicBezTo>
                  <a:pt x="0" y="91652"/>
                  <a:pt x="4789" y="96441"/>
                  <a:pt x="10716" y="96441"/>
                </a:cubicBezTo>
                <a:lnTo>
                  <a:pt x="42863" y="96441"/>
                </a:lnTo>
                <a:lnTo>
                  <a:pt x="42863" y="107156"/>
                </a:lnTo>
                <a:lnTo>
                  <a:pt x="37505" y="107156"/>
                </a:lnTo>
                <a:cubicBezTo>
                  <a:pt x="28631" y="107156"/>
                  <a:pt x="21431" y="114356"/>
                  <a:pt x="21431" y="123230"/>
                </a:cubicBezTo>
                <a:lnTo>
                  <a:pt x="21431" y="144661"/>
                </a:lnTo>
                <a:cubicBezTo>
                  <a:pt x="21431" y="153535"/>
                  <a:pt x="28631" y="160734"/>
                  <a:pt x="37505" y="160734"/>
                </a:cubicBezTo>
                <a:lnTo>
                  <a:pt x="69652" y="160734"/>
                </a:lnTo>
                <a:cubicBezTo>
                  <a:pt x="78525" y="160734"/>
                  <a:pt x="85725" y="153535"/>
                  <a:pt x="85725" y="144661"/>
                </a:cubicBezTo>
                <a:lnTo>
                  <a:pt x="85725" y="123230"/>
                </a:lnTo>
                <a:cubicBezTo>
                  <a:pt x="85725" y="114356"/>
                  <a:pt x="78525" y="107156"/>
                  <a:pt x="69652" y="107156"/>
                </a:cubicBezTo>
                <a:lnTo>
                  <a:pt x="64294" y="107156"/>
                </a:lnTo>
                <a:lnTo>
                  <a:pt x="64294" y="96441"/>
                </a:lnTo>
                <a:lnTo>
                  <a:pt x="128588" y="96441"/>
                </a:lnTo>
                <a:lnTo>
                  <a:pt x="128588" y="107156"/>
                </a:lnTo>
                <a:lnTo>
                  <a:pt x="123230" y="107156"/>
                </a:lnTo>
                <a:cubicBezTo>
                  <a:pt x="114356" y="107156"/>
                  <a:pt x="107156" y="114356"/>
                  <a:pt x="107156" y="123230"/>
                </a:cubicBezTo>
                <a:lnTo>
                  <a:pt x="107156" y="144661"/>
                </a:lnTo>
                <a:cubicBezTo>
                  <a:pt x="107156" y="153535"/>
                  <a:pt x="114356" y="160734"/>
                  <a:pt x="123230" y="160734"/>
                </a:cubicBezTo>
                <a:lnTo>
                  <a:pt x="155377" y="160734"/>
                </a:lnTo>
                <a:cubicBezTo>
                  <a:pt x="164250" y="160734"/>
                  <a:pt x="171450" y="153535"/>
                  <a:pt x="171450" y="144661"/>
                </a:cubicBezTo>
                <a:lnTo>
                  <a:pt x="171450" y="123230"/>
                </a:lnTo>
                <a:cubicBezTo>
                  <a:pt x="171450" y="114356"/>
                  <a:pt x="164250" y="107156"/>
                  <a:pt x="155377" y="107156"/>
                </a:cubicBezTo>
                <a:lnTo>
                  <a:pt x="150019" y="107156"/>
                </a:lnTo>
                <a:lnTo>
                  <a:pt x="150019" y="96441"/>
                </a:lnTo>
                <a:lnTo>
                  <a:pt x="182166" y="96441"/>
                </a:lnTo>
                <a:cubicBezTo>
                  <a:pt x="188093" y="96441"/>
                  <a:pt x="192881" y="91652"/>
                  <a:pt x="192881" y="85725"/>
                </a:cubicBezTo>
                <a:cubicBezTo>
                  <a:pt x="192881" y="79798"/>
                  <a:pt x="188093" y="75009"/>
                  <a:pt x="182166" y="75009"/>
                </a:cubicBezTo>
                <a:lnTo>
                  <a:pt x="107156" y="75009"/>
                </a:lnTo>
                <a:lnTo>
                  <a:pt x="107156" y="64294"/>
                </a:lnTo>
                <a:lnTo>
                  <a:pt x="112514" y="64294"/>
                </a:lnTo>
                <a:cubicBezTo>
                  <a:pt x="121388" y="64294"/>
                  <a:pt x="128588" y="57094"/>
                  <a:pt x="128588" y="48220"/>
                </a:cubicBezTo>
                <a:lnTo>
                  <a:pt x="128588" y="26789"/>
                </a:lnTo>
                <a:cubicBezTo>
                  <a:pt x="128588" y="17915"/>
                  <a:pt x="121388" y="10716"/>
                  <a:pt x="112514" y="10716"/>
                </a:cubicBezTo>
                <a:lnTo>
                  <a:pt x="80367" y="10716"/>
                </a:lnTo>
                <a:close/>
                <a:moveTo>
                  <a:pt x="150019" y="125909"/>
                </a:moveTo>
                <a:lnTo>
                  <a:pt x="152698" y="125909"/>
                </a:lnTo>
                <a:lnTo>
                  <a:pt x="152698" y="141982"/>
                </a:lnTo>
                <a:lnTo>
                  <a:pt x="125909" y="141982"/>
                </a:lnTo>
                <a:lnTo>
                  <a:pt x="125909" y="125909"/>
                </a:lnTo>
                <a:lnTo>
                  <a:pt x="150019" y="125909"/>
                </a:lnTo>
                <a:close/>
                <a:moveTo>
                  <a:pt x="64294" y="125909"/>
                </a:moveTo>
                <a:lnTo>
                  <a:pt x="66973" y="125909"/>
                </a:lnTo>
                <a:lnTo>
                  <a:pt x="66973" y="141982"/>
                </a:lnTo>
                <a:lnTo>
                  <a:pt x="40184" y="141982"/>
                </a:lnTo>
                <a:lnTo>
                  <a:pt x="40184" y="125909"/>
                </a:lnTo>
                <a:lnTo>
                  <a:pt x="64294" y="125909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3469349" y="6163735"/>
            <a:ext cx="790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Axios/Fetch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76433" y="1032933"/>
            <a:ext cx="5628217" cy="1418167"/>
          </a:xfrm>
          <a:custGeom>
            <a:avLst/>
            <a:gdLst/>
            <a:ahLst/>
            <a:cxnLst/>
            <a:rect l="l" t="t" r="r" b="b"/>
            <a:pathLst>
              <a:path w="5628217" h="1418167">
                <a:moveTo>
                  <a:pt x="114304" y="0"/>
                </a:moveTo>
                <a:lnTo>
                  <a:pt x="5513912" y="0"/>
                </a:lnTo>
                <a:cubicBezTo>
                  <a:pt x="5577041" y="0"/>
                  <a:pt x="5628217" y="51176"/>
                  <a:pt x="5628217" y="114304"/>
                </a:cubicBezTo>
                <a:lnTo>
                  <a:pt x="5628217" y="1303862"/>
                </a:lnTo>
                <a:cubicBezTo>
                  <a:pt x="5628217" y="1366991"/>
                  <a:pt x="5577041" y="1418167"/>
                  <a:pt x="5513912" y="1418167"/>
                </a:cubicBezTo>
                <a:lnTo>
                  <a:pt x="114304" y="1418167"/>
                </a:lnTo>
                <a:cubicBezTo>
                  <a:pt x="51176" y="1418167"/>
                  <a:pt x="0" y="1366991"/>
                  <a:pt x="0" y="1303862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14017" y="118956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9826" y="10805"/>
                </a:moveTo>
                <a:cubicBezTo>
                  <a:pt x="43071" y="13067"/>
                  <a:pt x="43845" y="17532"/>
                  <a:pt x="41583" y="20747"/>
                </a:cubicBezTo>
                <a:lnTo>
                  <a:pt x="24914" y="44559"/>
                </a:lnTo>
                <a:cubicBezTo>
                  <a:pt x="23693" y="46286"/>
                  <a:pt x="21788" y="47387"/>
                  <a:pt x="19675" y="47565"/>
                </a:cubicBezTo>
                <a:cubicBezTo>
                  <a:pt x="17562" y="47744"/>
                  <a:pt x="15478" y="47030"/>
                  <a:pt x="13990" y="45541"/>
                </a:cubicBezTo>
                <a:lnTo>
                  <a:pt x="2084" y="33635"/>
                </a:lnTo>
                <a:cubicBezTo>
                  <a:pt x="-685" y="30837"/>
                  <a:pt x="-685" y="26313"/>
                  <a:pt x="2084" y="23515"/>
                </a:cubicBezTo>
                <a:cubicBezTo>
                  <a:pt x="4852" y="20717"/>
                  <a:pt x="9406" y="20747"/>
                  <a:pt x="12204" y="23515"/>
                </a:cubicBezTo>
                <a:lnTo>
                  <a:pt x="18098" y="29408"/>
                </a:lnTo>
                <a:lnTo>
                  <a:pt x="29885" y="12561"/>
                </a:lnTo>
                <a:cubicBezTo>
                  <a:pt x="32147" y="9317"/>
                  <a:pt x="36612" y="8543"/>
                  <a:pt x="39826" y="10805"/>
                </a:cubicBezTo>
                <a:close/>
                <a:moveTo>
                  <a:pt x="39826" y="58430"/>
                </a:moveTo>
                <a:cubicBezTo>
                  <a:pt x="43071" y="60692"/>
                  <a:pt x="43845" y="65157"/>
                  <a:pt x="41583" y="68372"/>
                </a:cubicBezTo>
                <a:lnTo>
                  <a:pt x="24914" y="92184"/>
                </a:lnTo>
                <a:cubicBezTo>
                  <a:pt x="23693" y="93911"/>
                  <a:pt x="21788" y="95012"/>
                  <a:pt x="19675" y="95190"/>
                </a:cubicBezTo>
                <a:cubicBezTo>
                  <a:pt x="17562" y="95369"/>
                  <a:pt x="15478" y="94655"/>
                  <a:pt x="13990" y="93166"/>
                </a:cubicBezTo>
                <a:lnTo>
                  <a:pt x="2084" y="81260"/>
                </a:lnTo>
                <a:cubicBezTo>
                  <a:pt x="-714" y="78462"/>
                  <a:pt x="-714" y="73938"/>
                  <a:pt x="2084" y="71170"/>
                </a:cubicBezTo>
                <a:cubicBezTo>
                  <a:pt x="4882" y="68401"/>
                  <a:pt x="9406" y="68372"/>
                  <a:pt x="12174" y="71170"/>
                </a:cubicBezTo>
                <a:lnTo>
                  <a:pt x="18068" y="77063"/>
                </a:lnTo>
                <a:lnTo>
                  <a:pt x="29855" y="60216"/>
                </a:lnTo>
                <a:cubicBezTo>
                  <a:pt x="32117" y="56971"/>
                  <a:pt x="36582" y="56197"/>
                  <a:pt x="39797" y="58460"/>
                </a:cubicBezTo>
                <a:close/>
                <a:moveTo>
                  <a:pt x="66675" y="28575"/>
                </a:moveTo>
                <a:cubicBezTo>
                  <a:pt x="66675" y="23306"/>
                  <a:pt x="70931" y="19050"/>
                  <a:pt x="76200" y="19050"/>
                </a:cubicBezTo>
                <a:lnTo>
                  <a:pt x="142875" y="19050"/>
                </a:lnTo>
                <a:cubicBezTo>
                  <a:pt x="148144" y="19050"/>
                  <a:pt x="152400" y="23306"/>
                  <a:pt x="152400" y="28575"/>
                </a:cubicBezTo>
                <a:cubicBezTo>
                  <a:pt x="152400" y="33844"/>
                  <a:pt x="148144" y="38100"/>
                  <a:pt x="142875" y="38100"/>
                </a:cubicBezTo>
                <a:lnTo>
                  <a:pt x="76200" y="38100"/>
                </a:lnTo>
                <a:cubicBezTo>
                  <a:pt x="70931" y="38100"/>
                  <a:pt x="66675" y="33844"/>
                  <a:pt x="66675" y="28575"/>
                </a:cubicBezTo>
                <a:close/>
                <a:moveTo>
                  <a:pt x="66675" y="76200"/>
                </a:moveTo>
                <a:cubicBezTo>
                  <a:pt x="66675" y="70931"/>
                  <a:pt x="70931" y="66675"/>
                  <a:pt x="76200" y="66675"/>
                </a:cubicBezTo>
                <a:lnTo>
                  <a:pt x="142875" y="66675"/>
                </a:lnTo>
                <a:cubicBezTo>
                  <a:pt x="148144" y="66675"/>
                  <a:pt x="152400" y="70931"/>
                  <a:pt x="152400" y="76200"/>
                </a:cubicBezTo>
                <a:cubicBezTo>
                  <a:pt x="152400" y="81469"/>
                  <a:pt x="148144" y="85725"/>
                  <a:pt x="142875" y="85725"/>
                </a:cubicBezTo>
                <a:lnTo>
                  <a:pt x="76200" y="85725"/>
                </a:lnTo>
                <a:cubicBezTo>
                  <a:pt x="70931" y="85725"/>
                  <a:pt x="66675" y="81469"/>
                  <a:pt x="66675" y="76200"/>
                </a:cubicBezTo>
                <a:close/>
                <a:moveTo>
                  <a:pt x="47625" y="123825"/>
                </a:moveTo>
                <a:cubicBezTo>
                  <a:pt x="47625" y="118556"/>
                  <a:pt x="51881" y="114300"/>
                  <a:pt x="57150" y="114300"/>
                </a:cubicBezTo>
                <a:lnTo>
                  <a:pt x="142875" y="114300"/>
                </a:lnTo>
                <a:cubicBezTo>
                  <a:pt x="148144" y="114300"/>
                  <a:pt x="152400" y="118556"/>
                  <a:pt x="152400" y="123825"/>
                </a:cubicBezTo>
                <a:cubicBezTo>
                  <a:pt x="152400" y="129094"/>
                  <a:pt x="148144" y="133350"/>
                  <a:pt x="142875" y="133350"/>
                </a:cubicBezTo>
                <a:lnTo>
                  <a:pt x="57150" y="133350"/>
                </a:lnTo>
                <a:cubicBezTo>
                  <a:pt x="51881" y="133350"/>
                  <a:pt x="47625" y="129094"/>
                  <a:pt x="47625" y="123825"/>
                </a:cubicBezTo>
                <a:close/>
                <a:moveTo>
                  <a:pt x="19050" y="111919"/>
                </a:moveTo>
                <a:cubicBezTo>
                  <a:pt x="25621" y="111919"/>
                  <a:pt x="30956" y="117254"/>
                  <a:pt x="30956" y="123825"/>
                </a:cubicBezTo>
                <a:cubicBezTo>
                  <a:pt x="30956" y="130396"/>
                  <a:pt x="25621" y="135731"/>
                  <a:pt x="19050" y="135731"/>
                </a:cubicBezTo>
                <a:cubicBezTo>
                  <a:pt x="12479" y="135731"/>
                  <a:pt x="7144" y="130396"/>
                  <a:pt x="7144" y="123825"/>
                </a:cubicBezTo>
                <a:cubicBezTo>
                  <a:pt x="7144" y="117254"/>
                  <a:pt x="12479" y="111919"/>
                  <a:pt x="19050" y="111919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6561667" y="1151465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Criterios Cumplidos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16398" y="149436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6514042" y="1456265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Panel admin funcional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16398" y="172296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6514042" y="1684865"/>
            <a:ext cx="1771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Lotes visibles con su estado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16398" y="195156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6514042" y="1913465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valid_rows e invalid_rows mostrados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16398" y="218016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7" name="Text 45"/>
          <p:cNvSpPr/>
          <p:nvPr/>
        </p:nvSpPr>
        <p:spPr>
          <a:xfrm>
            <a:off x="6514042" y="2142065"/>
            <a:ext cx="170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Loading y error manejados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76433" y="2573872"/>
            <a:ext cx="5628217" cy="770467"/>
          </a:xfrm>
          <a:custGeom>
            <a:avLst/>
            <a:gdLst/>
            <a:ahLst/>
            <a:cxnLst/>
            <a:rect l="l" t="t" r="r" b="b"/>
            <a:pathLst>
              <a:path w="5628217" h="770467">
                <a:moveTo>
                  <a:pt x="114299" y="0"/>
                </a:moveTo>
                <a:lnTo>
                  <a:pt x="5513918" y="0"/>
                </a:lnTo>
                <a:cubicBezTo>
                  <a:pt x="5577043" y="0"/>
                  <a:pt x="5628217" y="51173"/>
                  <a:pt x="5628217" y="114299"/>
                </a:cubicBezTo>
                <a:lnTo>
                  <a:pt x="5628217" y="656168"/>
                </a:lnTo>
                <a:cubicBezTo>
                  <a:pt x="5628217" y="719293"/>
                  <a:pt x="5577043" y="770467"/>
                  <a:pt x="5513918" y="770467"/>
                </a:cubicBezTo>
                <a:lnTo>
                  <a:pt x="114299" y="770467"/>
                </a:lnTo>
                <a:cubicBezTo>
                  <a:pt x="51173" y="770467"/>
                  <a:pt x="0" y="719293"/>
                  <a:pt x="0" y="656168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23542" y="273050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6200" y="47625"/>
                </a:moveTo>
                <a:lnTo>
                  <a:pt x="76200" y="76200"/>
                </a:lnTo>
                <a:lnTo>
                  <a:pt x="114300" y="76200"/>
                </a:lnTo>
                <a:lnTo>
                  <a:pt x="114300" y="47625"/>
                </a:lnTo>
                <a:lnTo>
                  <a:pt x="76200" y="47625"/>
                </a:lnTo>
                <a:close/>
                <a:moveTo>
                  <a:pt x="57150" y="47625"/>
                </a:moveTo>
                <a:lnTo>
                  <a:pt x="19050" y="47625"/>
                </a:lnTo>
                <a:lnTo>
                  <a:pt x="19050" y="76200"/>
                </a:lnTo>
                <a:lnTo>
                  <a:pt x="57150" y="76200"/>
                </a:lnTo>
                <a:lnTo>
                  <a:pt x="57150" y="47625"/>
                </a:lnTo>
                <a:close/>
                <a:moveTo>
                  <a:pt x="0" y="95250"/>
                </a:moveTo>
                <a:lnTo>
                  <a:pt x="0" y="28575"/>
                </a:lnTo>
                <a:cubicBezTo>
                  <a:pt x="0" y="18068"/>
                  <a:pt x="8543" y="9525"/>
                  <a:pt x="19050" y="9525"/>
                </a:cubicBezTo>
                <a:lnTo>
                  <a:pt x="114300" y="9525"/>
                </a:lnTo>
                <a:cubicBezTo>
                  <a:pt x="124807" y="9525"/>
                  <a:pt x="133350" y="18068"/>
                  <a:pt x="133350" y="28575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95250"/>
                </a:lnTo>
                <a:close/>
                <a:moveTo>
                  <a:pt x="114300" y="95250"/>
                </a:moveTo>
                <a:lnTo>
                  <a:pt x="76200" y="95250"/>
                </a:lnTo>
                <a:lnTo>
                  <a:pt x="76200" y="123825"/>
                </a:lnTo>
                <a:lnTo>
                  <a:pt x="114300" y="123825"/>
                </a:lnTo>
                <a:lnTo>
                  <a:pt x="114300" y="95250"/>
                </a:lnTo>
                <a:close/>
                <a:moveTo>
                  <a:pt x="57150" y="123825"/>
                </a:moveTo>
                <a:lnTo>
                  <a:pt x="57150" y="95250"/>
                </a:lnTo>
                <a:lnTo>
                  <a:pt x="19050" y="95250"/>
                </a:lnTo>
                <a:lnTo>
                  <a:pt x="19050" y="123825"/>
                </a:lnTo>
                <a:lnTo>
                  <a:pt x="57150" y="123825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50" name="Text 48"/>
          <p:cNvSpPr/>
          <p:nvPr/>
        </p:nvSpPr>
        <p:spPr>
          <a:xfrm>
            <a:off x="6561667" y="2692403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Columnas de la Tabla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294967" y="2997203"/>
            <a:ext cx="990600" cy="228600"/>
          </a:xfrm>
          <a:custGeom>
            <a:avLst/>
            <a:gdLst/>
            <a:ahLst/>
            <a:cxnLst/>
            <a:rect l="l" t="t" r="r" b="b"/>
            <a:pathLst>
              <a:path w="990600" h="228600">
                <a:moveTo>
                  <a:pt x="38101" y="0"/>
                </a:moveTo>
                <a:lnTo>
                  <a:pt x="952499" y="0"/>
                </a:lnTo>
                <a:cubicBezTo>
                  <a:pt x="973542" y="0"/>
                  <a:pt x="990600" y="17058"/>
                  <a:pt x="990600" y="38101"/>
                </a:cubicBezTo>
                <a:lnTo>
                  <a:pt x="990600" y="190499"/>
                </a:lnTo>
                <a:cubicBezTo>
                  <a:pt x="990600" y="211542"/>
                  <a:pt x="973542" y="228600"/>
                  <a:pt x="952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2" name="Text 50"/>
          <p:cNvSpPr/>
          <p:nvPr/>
        </p:nvSpPr>
        <p:spPr>
          <a:xfrm>
            <a:off x="6294967" y="2997203"/>
            <a:ext cx="10477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Nombre archivo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361899" y="2997203"/>
            <a:ext cx="800100" cy="228600"/>
          </a:xfrm>
          <a:custGeom>
            <a:avLst/>
            <a:gdLst/>
            <a:ahLst/>
            <a:cxnLst/>
            <a:rect l="l" t="t" r="r" b="b"/>
            <a:pathLst>
              <a:path w="800100" h="228600">
                <a:moveTo>
                  <a:pt x="38101" y="0"/>
                </a:moveTo>
                <a:lnTo>
                  <a:pt x="761999" y="0"/>
                </a:lnTo>
                <a:cubicBezTo>
                  <a:pt x="783042" y="0"/>
                  <a:pt x="800100" y="17058"/>
                  <a:pt x="800100" y="38101"/>
                </a:cubicBezTo>
                <a:lnTo>
                  <a:pt x="800100" y="190499"/>
                </a:lnTo>
                <a:cubicBezTo>
                  <a:pt x="800100" y="211542"/>
                  <a:pt x="783042" y="228600"/>
                  <a:pt x="7619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4" name="Text 52"/>
          <p:cNvSpPr/>
          <p:nvPr/>
        </p:nvSpPr>
        <p:spPr>
          <a:xfrm>
            <a:off x="7361899" y="2997203"/>
            <a:ext cx="8572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Fecha carga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234363" y="2997203"/>
            <a:ext cx="504825" cy="228600"/>
          </a:xfrm>
          <a:custGeom>
            <a:avLst/>
            <a:gdLst/>
            <a:ahLst/>
            <a:cxnLst/>
            <a:rect l="l" t="t" r="r" b="b"/>
            <a:pathLst>
              <a:path w="504825" h="228600">
                <a:moveTo>
                  <a:pt x="38101" y="0"/>
                </a:moveTo>
                <a:lnTo>
                  <a:pt x="466724" y="0"/>
                </a:lnTo>
                <a:cubicBezTo>
                  <a:pt x="487767" y="0"/>
                  <a:pt x="504825" y="17058"/>
                  <a:pt x="504825" y="38101"/>
                </a:cubicBezTo>
                <a:lnTo>
                  <a:pt x="504825" y="190499"/>
                </a:lnTo>
                <a:cubicBezTo>
                  <a:pt x="504825" y="211542"/>
                  <a:pt x="487767" y="228600"/>
                  <a:pt x="4667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6" name="Text 54"/>
          <p:cNvSpPr/>
          <p:nvPr/>
        </p:nvSpPr>
        <p:spPr>
          <a:xfrm>
            <a:off x="8234363" y="2997203"/>
            <a:ext cx="5619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Estado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819356" y="2997203"/>
            <a:ext cx="695325" cy="228600"/>
          </a:xfrm>
          <a:custGeom>
            <a:avLst/>
            <a:gdLst/>
            <a:ahLst/>
            <a:cxnLst/>
            <a:rect l="l" t="t" r="r" b="b"/>
            <a:pathLst>
              <a:path w="695325" h="228600">
                <a:moveTo>
                  <a:pt x="38101" y="0"/>
                </a:moveTo>
                <a:lnTo>
                  <a:pt x="657224" y="0"/>
                </a:lnTo>
                <a:cubicBezTo>
                  <a:pt x="678267" y="0"/>
                  <a:pt x="695325" y="17058"/>
                  <a:pt x="695325" y="38101"/>
                </a:cubicBezTo>
                <a:lnTo>
                  <a:pt x="695325" y="190499"/>
                </a:lnTo>
                <a:cubicBezTo>
                  <a:pt x="695325" y="211542"/>
                  <a:pt x="678267" y="228600"/>
                  <a:pt x="6572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8" name="Text 56"/>
          <p:cNvSpPr/>
          <p:nvPr/>
        </p:nvSpPr>
        <p:spPr>
          <a:xfrm>
            <a:off x="8819356" y="2997203"/>
            <a:ext cx="7524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Valid rows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9592998" y="2997203"/>
            <a:ext cx="771525" cy="228600"/>
          </a:xfrm>
          <a:custGeom>
            <a:avLst/>
            <a:gdLst/>
            <a:ahLst/>
            <a:cxnLst/>
            <a:rect l="l" t="t" r="r" b="b"/>
            <a:pathLst>
              <a:path w="771525" h="228600">
                <a:moveTo>
                  <a:pt x="38101" y="0"/>
                </a:moveTo>
                <a:lnTo>
                  <a:pt x="733424" y="0"/>
                </a:lnTo>
                <a:cubicBezTo>
                  <a:pt x="754467" y="0"/>
                  <a:pt x="771525" y="17058"/>
                  <a:pt x="771525" y="38101"/>
                </a:cubicBezTo>
                <a:lnTo>
                  <a:pt x="771525" y="190499"/>
                </a:lnTo>
                <a:cubicBezTo>
                  <a:pt x="771525" y="211542"/>
                  <a:pt x="754467" y="228600"/>
                  <a:pt x="7334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60" name="Text 58"/>
          <p:cNvSpPr/>
          <p:nvPr/>
        </p:nvSpPr>
        <p:spPr>
          <a:xfrm>
            <a:off x="9592998" y="2997203"/>
            <a:ext cx="8286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Invalid rows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0441914" y="2997203"/>
            <a:ext cx="981075" cy="228600"/>
          </a:xfrm>
          <a:custGeom>
            <a:avLst/>
            <a:gdLst/>
            <a:ahLst/>
            <a:cxnLst/>
            <a:rect l="l" t="t" r="r" b="b"/>
            <a:pathLst>
              <a:path w="981075" h="228600">
                <a:moveTo>
                  <a:pt x="38101" y="0"/>
                </a:moveTo>
                <a:lnTo>
                  <a:pt x="942974" y="0"/>
                </a:lnTo>
                <a:cubicBezTo>
                  <a:pt x="964017" y="0"/>
                  <a:pt x="981075" y="17058"/>
                  <a:pt x="981075" y="38101"/>
                </a:cubicBezTo>
                <a:lnTo>
                  <a:pt x="981075" y="190499"/>
                </a:lnTo>
                <a:cubicBezTo>
                  <a:pt x="981075" y="211542"/>
                  <a:pt x="964017" y="228600"/>
                  <a:pt x="9429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62" name="Text 60"/>
          <p:cNvSpPr/>
          <p:nvPr/>
        </p:nvSpPr>
        <p:spPr>
          <a:xfrm>
            <a:off x="10441914" y="2997203"/>
            <a:ext cx="10382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Processed rows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176433" y="3466971"/>
            <a:ext cx="5628217" cy="3008842"/>
          </a:xfrm>
          <a:custGeom>
            <a:avLst/>
            <a:gdLst/>
            <a:ahLst/>
            <a:cxnLst/>
            <a:rect l="l" t="t" r="r" b="b"/>
            <a:pathLst>
              <a:path w="5628217" h="3008842">
                <a:moveTo>
                  <a:pt x="114306" y="0"/>
                </a:moveTo>
                <a:lnTo>
                  <a:pt x="5513911" y="0"/>
                </a:lnTo>
                <a:cubicBezTo>
                  <a:pt x="5577040" y="0"/>
                  <a:pt x="5628217" y="51176"/>
                  <a:pt x="5628217" y="114306"/>
                </a:cubicBezTo>
                <a:lnTo>
                  <a:pt x="5628217" y="2894536"/>
                </a:lnTo>
                <a:cubicBezTo>
                  <a:pt x="5628217" y="2957665"/>
                  <a:pt x="5577040" y="3008842"/>
                  <a:pt x="5513911" y="3008842"/>
                </a:cubicBezTo>
                <a:lnTo>
                  <a:pt x="114306" y="3008842"/>
                </a:lnTo>
                <a:cubicBezTo>
                  <a:pt x="51219" y="3008842"/>
                  <a:pt x="0" y="2957623"/>
                  <a:pt x="0" y="2894536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314017" y="362360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4381" y="19288"/>
                </a:moveTo>
                <a:lnTo>
                  <a:pt x="41285" y="28575"/>
                </a:lnTo>
                <a:lnTo>
                  <a:pt x="19050" y="28575"/>
                </a:lnTo>
                <a:cubicBezTo>
                  <a:pt x="8543" y="28575"/>
                  <a:pt x="0" y="37118"/>
                  <a:pt x="0" y="4762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33350" y="142875"/>
                </a:lnTo>
                <a:cubicBezTo>
                  <a:pt x="143857" y="142875"/>
                  <a:pt x="152400" y="134332"/>
                  <a:pt x="152400" y="123825"/>
                </a:cubicBezTo>
                <a:lnTo>
                  <a:pt x="152400" y="47625"/>
                </a:lnTo>
                <a:cubicBezTo>
                  <a:pt x="152400" y="37118"/>
                  <a:pt x="143857" y="28575"/>
                  <a:pt x="133350" y="28575"/>
                </a:cubicBezTo>
                <a:lnTo>
                  <a:pt x="111115" y="28575"/>
                </a:lnTo>
                <a:lnTo>
                  <a:pt x="108019" y="19288"/>
                </a:lnTo>
                <a:cubicBezTo>
                  <a:pt x="106085" y="13454"/>
                  <a:pt x="100638" y="9525"/>
                  <a:pt x="94476" y="9525"/>
                </a:cubicBezTo>
                <a:lnTo>
                  <a:pt x="57924" y="9525"/>
                </a:lnTo>
                <a:cubicBezTo>
                  <a:pt x="51762" y="9525"/>
                  <a:pt x="46315" y="13454"/>
                  <a:pt x="44381" y="19288"/>
                </a:cubicBezTo>
                <a:close/>
                <a:moveTo>
                  <a:pt x="76200" y="57150"/>
                </a:moveTo>
                <a:cubicBezTo>
                  <a:pt x="91971" y="57150"/>
                  <a:pt x="104775" y="69954"/>
                  <a:pt x="104775" y="85725"/>
                </a:cubicBezTo>
                <a:cubicBezTo>
                  <a:pt x="104775" y="101496"/>
                  <a:pt x="91971" y="114300"/>
                  <a:pt x="76200" y="114300"/>
                </a:cubicBezTo>
                <a:cubicBezTo>
                  <a:pt x="60429" y="114300"/>
                  <a:pt x="47625" y="101496"/>
                  <a:pt x="47625" y="85725"/>
                </a:cubicBezTo>
                <a:cubicBezTo>
                  <a:pt x="47625" y="69954"/>
                  <a:pt x="60429" y="57150"/>
                  <a:pt x="76200" y="5715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65" name="Text 63"/>
          <p:cNvSpPr/>
          <p:nvPr/>
        </p:nvSpPr>
        <p:spPr>
          <a:xfrm>
            <a:off x="6561667" y="3585502"/>
            <a:ext cx="74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Evidencia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03434" y="3898769"/>
            <a:ext cx="1731433" cy="969433"/>
          </a:xfrm>
          <a:custGeom>
            <a:avLst/>
            <a:gdLst/>
            <a:ahLst/>
            <a:cxnLst/>
            <a:rect l="l" t="t" r="r" b="b"/>
            <a:pathLst>
              <a:path w="1731433" h="969433">
                <a:moveTo>
                  <a:pt x="76197" y="0"/>
                </a:moveTo>
                <a:lnTo>
                  <a:pt x="1655236" y="0"/>
                </a:lnTo>
                <a:cubicBezTo>
                  <a:pt x="1697290" y="0"/>
                  <a:pt x="1731433" y="34143"/>
                  <a:pt x="1731433" y="76197"/>
                </a:cubicBezTo>
                <a:lnTo>
                  <a:pt x="1731433" y="893236"/>
                </a:lnTo>
                <a:cubicBezTo>
                  <a:pt x="1731433" y="935290"/>
                  <a:pt x="1697290" y="969433"/>
                  <a:pt x="1655236" y="969433"/>
                </a:cubicBezTo>
                <a:lnTo>
                  <a:pt x="76197" y="969433"/>
                </a:lnTo>
                <a:cubicBezTo>
                  <a:pt x="34143" y="969433"/>
                  <a:pt x="0" y="935290"/>
                  <a:pt x="0" y="893236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F172A"/>
          </a:solidFill>
          <a:ln w="22578">
            <a:solidFill>
              <a:srgbClr val="475569"/>
            </a:solidFill>
            <a:prstDash val="dash"/>
          </a:ln>
        </p:spPr>
      </p:sp>
      <p:sp>
        <p:nvSpPr>
          <p:cNvPr id="67" name="Shape 65"/>
          <p:cNvSpPr/>
          <p:nvPr/>
        </p:nvSpPr>
        <p:spPr>
          <a:xfrm>
            <a:off x="7085012" y="419113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47625" y="41672"/>
                </a:moveTo>
                <a:cubicBezTo>
                  <a:pt x="57482" y="41672"/>
                  <a:pt x="65484" y="49674"/>
                  <a:pt x="65484" y="59531"/>
                </a:cubicBezTo>
                <a:cubicBezTo>
                  <a:pt x="65484" y="69388"/>
                  <a:pt x="57482" y="77391"/>
                  <a:pt x="47625" y="77391"/>
                </a:cubicBezTo>
                <a:cubicBezTo>
                  <a:pt x="37768" y="77391"/>
                  <a:pt x="29766" y="69388"/>
                  <a:pt x="29766" y="59531"/>
                </a:cubicBezTo>
                <a:cubicBezTo>
                  <a:pt x="29766" y="49674"/>
                  <a:pt x="37768" y="41672"/>
                  <a:pt x="47625" y="41672"/>
                </a:cubicBezTo>
                <a:close/>
                <a:moveTo>
                  <a:pt x="101203" y="83344"/>
                </a:moveTo>
                <a:cubicBezTo>
                  <a:pt x="104329" y="83344"/>
                  <a:pt x="107193" y="84981"/>
                  <a:pt x="108831" y="87623"/>
                </a:cubicBezTo>
                <a:lnTo>
                  <a:pt x="141573" y="141201"/>
                </a:lnTo>
                <a:cubicBezTo>
                  <a:pt x="143247" y="143954"/>
                  <a:pt x="143321" y="147414"/>
                  <a:pt x="141759" y="150242"/>
                </a:cubicBezTo>
                <a:cubicBezTo>
                  <a:pt x="140196" y="153070"/>
                  <a:pt x="137182" y="154781"/>
                  <a:pt x="133945" y="154781"/>
                </a:cubicBezTo>
                <a:lnTo>
                  <a:pt x="32742" y="154781"/>
                </a:lnTo>
                <a:cubicBezTo>
                  <a:pt x="29431" y="154781"/>
                  <a:pt x="26343" y="152921"/>
                  <a:pt x="24817" y="149982"/>
                </a:cubicBezTo>
                <a:cubicBezTo>
                  <a:pt x="23292" y="147042"/>
                  <a:pt x="23515" y="143470"/>
                  <a:pt x="25412" y="140754"/>
                </a:cubicBezTo>
                <a:lnTo>
                  <a:pt x="46248" y="110989"/>
                </a:lnTo>
                <a:cubicBezTo>
                  <a:pt x="47923" y="108607"/>
                  <a:pt x="50639" y="107193"/>
                  <a:pt x="53578" y="107193"/>
                </a:cubicBezTo>
                <a:cubicBezTo>
                  <a:pt x="56517" y="107193"/>
                  <a:pt x="59234" y="108607"/>
                  <a:pt x="60908" y="110989"/>
                </a:cubicBezTo>
                <a:lnTo>
                  <a:pt x="70731" y="125053"/>
                </a:lnTo>
                <a:lnTo>
                  <a:pt x="93576" y="87660"/>
                </a:lnTo>
                <a:cubicBezTo>
                  <a:pt x="95213" y="85018"/>
                  <a:pt x="98078" y="83381"/>
                  <a:pt x="101203" y="83381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68" name="Text 66"/>
          <p:cNvSpPr/>
          <p:nvPr/>
        </p:nvSpPr>
        <p:spPr>
          <a:xfrm>
            <a:off x="6757856" y="4419730"/>
            <a:ext cx="819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PANEL ADMIN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126545" y="3898769"/>
            <a:ext cx="1731433" cy="969433"/>
          </a:xfrm>
          <a:custGeom>
            <a:avLst/>
            <a:gdLst/>
            <a:ahLst/>
            <a:cxnLst/>
            <a:rect l="l" t="t" r="r" b="b"/>
            <a:pathLst>
              <a:path w="1731433" h="969433">
                <a:moveTo>
                  <a:pt x="76197" y="0"/>
                </a:moveTo>
                <a:lnTo>
                  <a:pt x="1655236" y="0"/>
                </a:lnTo>
                <a:cubicBezTo>
                  <a:pt x="1697290" y="0"/>
                  <a:pt x="1731433" y="34143"/>
                  <a:pt x="1731433" y="76197"/>
                </a:cubicBezTo>
                <a:lnTo>
                  <a:pt x="1731433" y="893236"/>
                </a:lnTo>
                <a:cubicBezTo>
                  <a:pt x="1731433" y="935290"/>
                  <a:pt x="1697290" y="969433"/>
                  <a:pt x="1655236" y="969433"/>
                </a:cubicBezTo>
                <a:lnTo>
                  <a:pt x="76197" y="969433"/>
                </a:lnTo>
                <a:cubicBezTo>
                  <a:pt x="34143" y="969433"/>
                  <a:pt x="0" y="935290"/>
                  <a:pt x="0" y="893236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F172A"/>
          </a:solidFill>
          <a:ln w="22578">
            <a:solidFill>
              <a:srgbClr val="475569"/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>
            <a:off x="8908124" y="419113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47625" y="41672"/>
                </a:moveTo>
                <a:cubicBezTo>
                  <a:pt x="57482" y="41672"/>
                  <a:pt x="65484" y="49674"/>
                  <a:pt x="65484" y="59531"/>
                </a:cubicBezTo>
                <a:cubicBezTo>
                  <a:pt x="65484" y="69388"/>
                  <a:pt x="57482" y="77391"/>
                  <a:pt x="47625" y="77391"/>
                </a:cubicBezTo>
                <a:cubicBezTo>
                  <a:pt x="37768" y="77391"/>
                  <a:pt x="29766" y="69388"/>
                  <a:pt x="29766" y="59531"/>
                </a:cubicBezTo>
                <a:cubicBezTo>
                  <a:pt x="29766" y="49674"/>
                  <a:pt x="37768" y="41672"/>
                  <a:pt x="47625" y="41672"/>
                </a:cubicBezTo>
                <a:close/>
                <a:moveTo>
                  <a:pt x="101203" y="83344"/>
                </a:moveTo>
                <a:cubicBezTo>
                  <a:pt x="104329" y="83344"/>
                  <a:pt x="107193" y="84981"/>
                  <a:pt x="108831" y="87623"/>
                </a:cubicBezTo>
                <a:lnTo>
                  <a:pt x="141573" y="141201"/>
                </a:lnTo>
                <a:cubicBezTo>
                  <a:pt x="143247" y="143954"/>
                  <a:pt x="143321" y="147414"/>
                  <a:pt x="141759" y="150242"/>
                </a:cubicBezTo>
                <a:cubicBezTo>
                  <a:pt x="140196" y="153070"/>
                  <a:pt x="137182" y="154781"/>
                  <a:pt x="133945" y="154781"/>
                </a:cubicBezTo>
                <a:lnTo>
                  <a:pt x="32742" y="154781"/>
                </a:lnTo>
                <a:cubicBezTo>
                  <a:pt x="29431" y="154781"/>
                  <a:pt x="26343" y="152921"/>
                  <a:pt x="24817" y="149982"/>
                </a:cubicBezTo>
                <a:cubicBezTo>
                  <a:pt x="23292" y="147042"/>
                  <a:pt x="23515" y="143470"/>
                  <a:pt x="25412" y="140754"/>
                </a:cubicBezTo>
                <a:lnTo>
                  <a:pt x="46248" y="110989"/>
                </a:lnTo>
                <a:cubicBezTo>
                  <a:pt x="47923" y="108607"/>
                  <a:pt x="50639" y="107193"/>
                  <a:pt x="53578" y="107193"/>
                </a:cubicBezTo>
                <a:cubicBezTo>
                  <a:pt x="56517" y="107193"/>
                  <a:pt x="59234" y="108607"/>
                  <a:pt x="60908" y="110989"/>
                </a:cubicBezTo>
                <a:lnTo>
                  <a:pt x="70731" y="125053"/>
                </a:lnTo>
                <a:lnTo>
                  <a:pt x="93576" y="87660"/>
                </a:lnTo>
                <a:cubicBezTo>
                  <a:pt x="95213" y="85018"/>
                  <a:pt x="98078" y="83381"/>
                  <a:pt x="101203" y="83381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71" name="Text 69"/>
          <p:cNvSpPr/>
          <p:nvPr/>
        </p:nvSpPr>
        <p:spPr>
          <a:xfrm>
            <a:off x="8404622" y="4419730"/>
            <a:ext cx="1171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LOTE CON ERRORES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9949656" y="3898769"/>
            <a:ext cx="1731433" cy="969433"/>
          </a:xfrm>
          <a:custGeom>
            <a:avLst/>
            <a:gdLst/>
            <a:ahLst/>
            <a:cxnLst/>
            <a:rect l="l" t="t" r="r" b="b"/>
            <a:pathLst>
              <a:path w="1731433" h="969433">
                <a:moveTo>
                  <a:pt x="76197" y="0"/>
                </a:moveTo>
                <a:lnTo>
                  <a:pt x="1655236" y="0"/>
                </a:lnTo>
                <a:cubicBezTo>
                  <a:pt x="1697290" y="0"/>
                  <a:pt x="1731433" y="34143"/>
                  <a:pt x="1731433" y="76197"/>
                </a:cubicBezTo>
                <a:lnTo>
                  <a:pt x="1731433" y="893236"/>
                </a:lnTo>
                <a:cubicBezTo>
                  <a:pt x="1731433" y="935290"/>
                  <a:pt x="1697290" y="969433"/>
                  <a:pt x="1655236" y="969433"/>
                </a:cubicBezTo>
                <a:lnTo>
                  <a:pt x="76197" y="969433"/>
                </a:lnTo>
                <a:cubicBezTo>
                  <a:pt x="34143" y="969433"/>
                  <a:pt x="0" y="935290"/>
                  <a:pt x="0" y="893236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F172A"/>
          </a:solidFill>
          <a:ln w="22578">
            <a:solidFill>
              <a:srgbClr val="475569"/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>
            <a:off x="10731236" y="419113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47625" y="41672"/>
                </a:moveTo>
                <a:cubicBezTo>
                  <a:pt x="57482" y="41672"/>
                  <a:pt x="65484" y="49674"/>
                  <a:pt x="65484" y="59531"/>
                </a:cubicBezTo>
                <a:cubicBezTo>
                  <a:pt x="65484" y="69388"/>
                  <a:pt x="57482" y="77391"/>
                  <a:pt x="47625" y="77391"/>
                </a:cubicBezTo>
                <a:cubicBezTo>
                  <a:pt x="37768" y="77391"/>
                  <a:pt x="29766" y="69388"/>
                  <a:pt x="29766" y="59531"/>
                </a:cubicBezTo>
                <a:cubicBezTo>
                  <a:pt x="29766" y="49674"/>
                  <a:pt x="37768" y="41672"/>
                  <a:pt x="47625" y="41672"/>
                </a:cubicBezTo>
                <a:close/>
                <a:moveTo>
                  <a:pt x="101203" y="83344"/>
                </a:moveTo>
                <a:cubicBezTo>
                  <a:pt x="104329" y="83344"/>
                  <a:pt x="107193" y="84981"/>
                  <a:pt x="108831" y="87623"/>
                </a:cubicBezTo>
                <a:lnTo>
                  <a:pt x="141573" y="141201"/>
                </a:lnTo>
                <a:cubicBezTo>
                  <a:pt x="143247" y="143954"/>
                  <a:pt x="143321" y="147414"/>
                  <a:pt x="141759" y="150242"/>
                </a:cubicBezTo>
                <a:cubicBezTo>
                  <a:pt x="140196" y="153070"/>
                  <a:pt x="137182" y="154781"/>
                  <a:pt x="133945" y="154781"/>
                </a:cubicBezTo>
                <a:lnTo>
                  <a:pt x="32742" y="154781"/>
                </a:lnTo>
                <a:cubicBezTo>
                  <a:pt x="29431" y="154781"/>
                  <a:pt x="26343" y="152921"/>
                  <a:pt x="24817" y="149982"/>
                </a:cubicBezTo>
                <a:cubicBezTo>
                  <a:pt x="23292" y="147042"/>
                  <a:pt x="23515" y="143470"/>
                  <a:pt x="25412" y="140754"/>
                </a:cubicBezTo>
                <a:lnTo>
                  <a:pt x="46248" y="110989"/>
                </a:lnTo>
                <a:cubicBezTo>
                  <a:pt x="47923" y="108607"/>
                  <a:pt x="50639" y="107193"/>
                  <a:pt x="53578" y="107193"/>
                </a:cubicBezTo>
                <a:cubicBezTo>
                  <a:pt x="56517" y="107193"/>
                  <a:pt x="59234" y="108607"/>
                  <a:pt x="60908" y="110989"/>
                </a:cubicBezTo>
                <a:lnTo>
                  <a:pt x="70731" y="125053"/>
                </a:lnTo>
                <a:lnTo>
                  <a:pt x="93576" y="87660"/>
                </a:lnTo>
                <a:cubicBezTo>
                  <a:pt x="95213" y="85018"/>
                  <a:pt x="98078" y="83381"/>
                  <a:pt x="101203" y="83381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74" name="Text 72"/>
          <p:cNvSpPr/>
          <p:nvPr/>
        </p:nvSpPr>
        <p:spPr>
          <a:xfrm>
            <a:off x="10341372" y="4419730"/>
            <a:ext cx="942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LOADING STATE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/>
              </a:gs>
              <a:gs pos="100000">
                <a:srgbClr val="D97706"/>
              </a:gs>
            </a:gsLst>
            <a:lin ang="27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482071" y="514350"/>
            <a:ext cx="352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500" y="381000"/>
            <a:ext cx="2895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Frontend Comercial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723900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React 18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49797" y="723900"/>
            <a:ext cx="9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|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55366" y="723900"/>
            <a:ext cx="92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Consume BFF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401829" y="452969"/>
            <a:ext cx="1408642" cy="389467"/>
          </a:xfrm>
          <a:custGeom>
            <a:avLst/>
            <a:gdLst/>
            <a:ahLst/>
            <a:cxnLst/>
            <a:rect l="l" t="t" r="r" b="b"/>
            <a:pathLst>
              <a:path w="1408642" h="389467">
                <a:moveTo>
                  <a:pt x="76199" y="0"/>
                </a:moveTo>
                <a:lnTo>
                  <a:pt x="1332443" y="0"/>
                </a:lnTo>
                <a:cubicBezTo>
                  <a:pt x="1374526" y="0"/>
                  <a:pt x="1408642" y="34116"/>
                  <a:pt x="1408642" y="76199"/>
                </a:cubicBezTo>
                <a:lnTo>
                  <a:pt x="1408642" y="313268"/>
                </a:lnTo>
                <a:cubicBezTo>
                  <a:pt x="1408642" y="355323"/>
                  <a:pt x="1374498" y="389467"/>
                  <a:pt x="1332443" y="389467"/>
                </a:cubicBezTo>
                <a:lnTo>
                  <a:pt x="76199" y="389467"/>
                </a:lnTo>
                <a:cubicBezTo>
                  <a:pt x="34144" y="389467"/>
                  <a:pt x="0" y="355323"/>
                  <a:pt x="0" y="313268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11289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58463" y="567268"/>
            <a:ext cx="1158346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COMPLETADO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233" y="1032933"/>
            <a:ext cx="5628217" cy="732367"/>
          </a:xfrm>
          <a:custGeom>
            <a:avLst/>
            <a:gdLst/>
            <a:ahLst/>
            <a:cxnLst/>
            <a:rect l="l" t="t" r="r" b="b"/>
            <a:pathLst>
              <a:path w="5628217" h="732367">
                <a:moveTo>
                  <a:pt x="114300" y="0"/>
                </a:moveTo>
                <a:lnTo>
                  <a:pt x="5513916" y="0"/>
                </a:lnTo>
                <a:cubicBezTo>
                  <a:pt x="5577043" y="0"/>
                  <a:pt x="5628217" y="51174"/>
                  <a:pt x="5628217" y="114300"/>
                </a:cubicBezTo>
                <a:lnTo>
                  <a:pt x="5628217" y="618066"/>
                </a:lnTo>
                <a:cubicBezTo>
                  <a:pt x="5628217" y="681193"/>
                  <a:pt x="5577043" y="732367"/>
                  <a:pt x="5513916" y="732367"/>
                </a:cubicBezTo>
                <a:lnTo>
                  <a:pt x="114300" y="732367"/>
                </a:lnTo>
                <a:cubicBezTo>
                  <a:pt x="51174" y="732367"/>
                  <a:pt x="0" y="681193"/>
                  <a:pt x="0" y="618066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2817" y="118956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18765" y="114360"/>
                </a:moveTo>
                <a:cubicBezTo>
                  <a:pt x="112187" y="102930"/>
                  <a:pt x="99834" y="95250"/>
                  <a:pt x="85725" y="95250"/>
                </a:cubicBezTo>
                <a:lnTo>
                  <a:pt x="66675" y="95250"/>
                </a:lnTo>
                <a:cubicBezTo>
                  <a:pt x="52566" y="95250"/>
                  <a:pt x="40213" y="102930"/>
                  <a:pt x="33635" y="114360"/>
                </a:cubicBezTo>
                <a:cubicBezTo>
                  <a:pt x="44113" y="126028"/>
                  <a:pt x="59293" y="133350"/>
                  <a:pt x="76200" y="133350"/>
                </a:cubicBezTo>
                <a:cubicBezTo>
                  <a:pt x="93107" y="133350"/>
                  <a:pt x="108287" y="125998"/>
                  <a:pt x="118765" y="114360"/>
                </a:cubicBez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76200" y="80962"/>
                </a:moveTo>
                <a:cubicBezTo>
                  <a:pt x="88028" y="80962"/>
                  <a:pt x="97631" y="71359"/>
                  <a:pt x="97631" y="59531"/>
                </a:cubicBezTo>
                <a:cubicBezTo>
                  <a:pt x="97631" y="47703"/>
                  <a:pt x="88028" y="38100"/>
                  <a:pt x="76200" y="38100"/>
                </a:cubicBezTo>
                <a:cubicBezTo>
                  <a:pt x="64372" y="38100"/>
                  <a:pt x="54769" y="47703"/>
                  <a:pt x="54769" y="59531"/>
                </a:cubicBezTo>
                <a:cubicBezTo>
                  <a:pt x="54769" y="71359"/>
                  <a:pt x="64372" y="80962"/>
                  <a:pt x="76200" y="80962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770467" y="1151465"/>
            <a:ext cx="1400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Historia de Usuario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3767" y="1456265"/>
            <a:ext cx="5457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"Como usuario, quiero ver el catálogo de libros disponibles de forma clara y navegable."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5233" y="1888072"/>
            <a:ext cx="5628217" cy="3770842"/>
          </a:xfrm>
          <a:custGeom>
            <a:avLst/>
            <a:gdLst/>
            <a:ahLst/>
            <a:cxnLst/>
            <a:rect l="l" t="t" r="r" b="b"/>
            <a:pathLst>
              <a:path w="5628217" h="3770842">
                <a:moveTo>
                  <a:pt x="114294" y="0"/>
                </a:moveTo>
                <a:lnTo>
                  <a:pt x="5513922" y="0"/>
                </a:lnTo>
                <a:cubicBezTo>
                  <a:pt x="5577045" y="0"/>
                  <a:pt x="5628217" y="51171"/>
                  <a:pt x="5628217" y="114294"/>
                </a:cubicBezTo>
                <a:lnTo>
                  <a:pt x="5628217" y="3656547"/>
                </a:lnTo>
                <a:cubicBezTo>
                  <a:pt x="5628217" y="3719670"/>
                  <a:pt x="5577045" y="3770842"/>
                  <a:pt x="5513922" y="3770842"/>
                </a:cubicBezTo>
                <a:lnTo>
                  <a:pt x="114294" y="3770842"/>
                </a:lnTo>
                <a:cubicBezTo>
                  <a:pt x="51171" y="3770842"/>
                  <a:pt x="0" y="3719670"/>
                  <a:pt x="0" y="3656547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3292" y="204470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770467" y="2006603"/>
            <a:ext cx="107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Implementado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8054" y="234950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722842" y="2311403"/>
            <a:ext cx="247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Listado completo de libros del catálogo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8054" y="259715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722842" y="2559053"/>
            <a:ext cx="2000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Por libro: título, autor, categoría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8054" y="284480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722842" y="2806703"/>
            <a:ext cx="3095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Datos vienen del backend real (no hardcodeados)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8054" y="309245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722842" y="3054353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Navegación básica entre vistas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18054" y="334010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722842" y="3302003"/>
            <a:ext cx="2657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Loading, error y catálogo vacío manejados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18054" y="358775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722842" y="3549653"/>
            <a:ext cx="2276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 lógica de negocio en el frontend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5233" y="5778504"/>
            <a:ext cx="5628217" cy="694267"/>
          </a:xfrm>
          <a:custGeom>
            <a:avLst/>
            <a:gdLst/>
            <a:ahLst/>
            <a:cxnLst/>
            <a:rect l="l" t="t" r="r" b="b"/>
            <a:pathLst>
              <a:path w="5628217" h="694267">
                <a:moveTo>
                  <a:pt x="114297" y="0"/>
                </a:moveTo>
                <a:lnTo>
                  <a:pt x="5513920" y="0"/>
                </a:lnTo>
                <a:cubicBezTo>
                  <a:pt x="5577044" y="0"/>
                  <a:pt x="5628217" y="51173"/>
                  <a:pt x="5628217" y="114297"/>
                </a:cubicBezTo>
                <a:lnTo>
                  <a:pt x="5628217" y="579970"/>
                </a:lnTo>
                <a:cubicBezTo>
                  <a:pt x="5628217" y="643094"/>
                  <a:pt x="5577044" y="694267"/>
                  <a:pt x="5513920" y="694267"/>
                </a:cubicBezTo>
                <a:lnTo>
                  <a:pt x="114297" y="694267"/>
                </a:lnTo>
                <a:cubicBezTo>
                  <a:pt x="51173" y="694267"/>
                  <a:pt x="0" y="643094"/>
                  <a:pt x="0" y="579970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0F172A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3767" y="5897035"/>
            <a:ext cx="5457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Tecnología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7579" y="617326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40040" y="59338"/>
                </a:moveTo>
                <a:cubicBezTo>
                  <a:pt x="138232" y="58735"/>
                  <a:pt x="136423" y="58166"/>
                  <a:pt x="134615" y="57630"/>
                </a:cubicBezTo>
                <a:cubicBezTo>
                  <a:pt x="134916" y="56391"/>
                  <a:pt x="135184" y="55152"/>
                  <a:pt x="135452" y="53913"/>
                </a:cubicBezTo>
                <a:cubicBezTo>
                  <a:pt x="139571" y="33955"/>
                  <a:pt x="136859" y="17915"/>
                  <a:pt x="127717" y="12624"/>
                </a:cubicBezTo>
                <a:cubicBezTo>
                  <a:pt x="118910" y="7568"/>
                  <a:pt x="104544" y="12825"/>
                  <a:pt x="90011" y="25483"/>
                </a:cubicBezTo>
                <a:cubicBezTo>
                  <a:pt x="88571" y="26722"/>
                  <a:pt x="87165" y="28028"/>
                  <a:pt x="85825" y="29334"/>
                </a:cubicBezTo>
                <a:cubicBezTo>
                  <a:pt x="84921" y="28463"/>
                  <a:pt x="83984" y="27593"/>
                  <a:pt x="83046" y="26756"/>
                </a:cubicBezTo>
                <a:cubicBezTo>
                  <a:pt x="67810" y="13227"/>
                  <a:pt x="52540" y="7534"/>
                  <a:pt x="43398" y="12859"/>
                </a:cubicBezTo>
                <a:cubicBezTo>
                  <a:pt x="34625" y="17949"/>
                  <a:pt x="32013" y="33051"/>
                  <a:pt x="35696" y="51937"/>
                </a:cubicBezTo>
                <a:cubicBezTo>
                  <a:pt x="36065" y="53813"/>
                  <a:pt x="36467" y="55654"/>
                  <a:pt x="36935" y="57530"/>
                </a:cubicBezTo>
                <a:cubicBezTo>
                  <a:pt x="34792" y="58132"/>
                  <a:pt x="32683" y="58802"/>
                  <a:pt x="30707" y="59505"/>
                </a:cubicBezTo>
                <a:cubicBezTo>
                  <a:pt x="12825" y="65700"/>
                  <a:pt x="0" y="75478"/>
                  <a:pt x="0" y="85591"/>
                </a:cubicBezTo>
                <a:cubicBezTo>
                  <a:pt x="0" y="96039"/>
                  <a:pt x="13662" y="106520"/>
                  <a:pt x="32247" y="112882"/>
                </a:cubicBezTo>
                <a:cubicBezTo>
                  <a:pt x="33754" y="113385"/>
                  <a:pt x="35261" y="113887"/>
                  <a:pt x="36801" y="114322"/>
                </a:cubicBezTo>
                <a:cubicBezTo>
                  <a:pt x="36299" y="116332"/>
                  <a:pt x="35864" y="118307"/>
                  <a:pt x="35462" y="120350"/>
                </a:cubicBezTo>
                <a:cubicBezTo>
                  <a:pt x="31946" y="138935"/>
                  <a:pt x="34692" y="153669"/>
                  <a:pt x="43465" y="158725"/>
                </a:cubicBezTo>
                <a:cubicBezTo>
                  <a:pt x="52507" y="163949"/>
                  <a:pt x="67709" y="158591"/>
                  <a:pt x="82510" y="145632"/>
                </a:cubicBezTo>
                <a:cubicBezTo>
                  <a:pt x="83682" y="144594"/>
                  <a:pt x="84854" y="143522"/>
                  <a:pt x="86026" y="142384"/>
                </a:cubicBezTo>
                <a:cubicBezTo>
                  <a:pt x="87500" y="143824"/>
                  <a:pt x="89040" y="145197"/>
                  <a:pt x="90581" y="146536"/>
                </a:cubicBezTo>
                <a:cubicBezTo>
                  <a:pt x="104913" y="158859"/>
                  <a:pt x="119077" y="163849"/>
                  <a:pt x="127817" y="158792"/>
                </a:cubicBezTo>
                <a:cubicBezTo>
                  <a:pt x="136859" y="153568"/>
                  <a:pt x="139805" y="137729"/>
                  <a:pt x="135988" y="118441"/>
                </a:cubicBezTo>
                <a:cubicBezTo>
                  <a:pt x="135687" y="116968"/>
                  <a:pt x="135352" y="115461"/>
                  <a:pt x="134983" y="113920"/>
                </a:cubicBezTo>
                <a:cubicBezTo>
                  <a:pt x="136055" y="113619"/>
                  <a:pt x="137093" y="113284"/>
                  <a:pt x="138131" y="112949"/>
                </a:cubicBezTo>
                <a:cubicBezTo>
                  <a:pt x="157453" y="106553"/>
                  <a:pt x="171450" y="96206"/>
                  <a:pt x="171450" y="85591"/>
                </a:cubicBezTo>
                <a:cubicBezTo>
                  <a:pt x="171450" y="75445"/>
                  <a:pt x="158256" y="65600"/>
                  <a:pt x="140040" y="59338"/>
                </a:cubicBezTo>
                <a:close/>
                <a:moveTo>
                  <a:pt x="94733" y="30908"/>
                </a:moveTo>
                <a:cubicBezTo>
                  <a:pt x="107190" y="20058"/>
                  <a:pt x="118809" y="15806"/>
                  <a:pt x="124100" y="18853"/>
                </a:cubicBezTo>
                <a:cubicBezTo>
                  <a:pt x="129760" y="22101"/>
                  <a:pt x="131936" y="35228"/>
                  <a:pt x="128387" y="52473"/>
                </a:cubicBezTo>
                <a:cubicBezTo>
                  <a:pt x="128152" y="53612"/>
                  <a:pt x="127918" y="54717"/>
                  <a:pt x="127616" y="55822"/>
                </a:cubicBezTo>
                <a:cubicBezTo>
                  <a:pt x="120182" y="54147"/>
                  <a:pt x="112648" y="52942"/>
                  <a:pt x="105080" y="52272"/>
                </a:cubicBezTo>
                <a:cubicBezTo>
                  <a:pt x="100727" y="46044"/>
                  <a:pt x="95972" y="40083"/>
                  <a:pt x="90815" y="34491"/>
                </a:cubicBezTo>
                <a:cubicBezTo>
                  <a:pt x="92121" y="33252"/>
                  <a:pt x="93393" y="32080"/>
                  <a:pt x="94733" y="30908"/>
                </a:cubicBezTo>
                <a:close/>
                <a:moveTo>
                  <a:pt x="55989" y="102970"/>
                </a:moveTo>
                <a:cubicBezTo>
                  <a:pt x="57697" y="105884"/>
                  <a:pt x="59438" y="108797"/>
                  <a:pt x="61280" y="111643"/>
                </a:cubicBezTo>
                <a:cubicBezTo>
                  <a:pt x="56056" y="111074"/>
                  <a:pt x="50866" y="110237"/>
                  <a:pt x="45742" y="109132"/>
                </a:cubicBezTo>
                <a:cubicBezTo>
                  <a:pt x="47216" y="104310"/>
                  <a:pt x="49057" y="99320"/>
                  <a:pt x="51201" y="94231"/>
                </a:cubicBezTo>
                <a:cubicBezTo>
                  <a:pt x="52741" y="97177"/>
                  <a:pt x="54315" y="100091"/>
                  <a:pt x="55989" y="102970"/>
                </a:cubicBezTo>
                <a:close/>
                <a:moveTo>
                  <a:pt x="45843" y="62686"/>
                </a:moveTo>
                <a:cubicBezTo>
                  <a:pt x="50665" y="61615"/>
                  <a:pt x="55788" y="60744"/>
                  <a:pt x="61113" y="60074"/>
                </a:cubicBezTo>
                <a:cubicBezTo>
                  <a:pt x="59338" y="62854"/>
                  <a:pt x="57596" y="65700"/>
                  <a:pt x="55956" y="68580"/>
                </a:cubicBezTo>
                <a:cubicBezTo>
                  <a:pt x="54315" y="71426"/>
                  <a:pt x="52707" y="74340"/>
                  <a:pt x="51201" y="77286"/>
                </a:cubicBezTo>
                <a:cubicBezTo>
                  <a:pt x="49091" y="72297"/>
                  <a:pt x="47316" y="67408"/>
                  <a:pt x="45843" y="62686"/>
                </a:cubicBezTo>
                <a:close/>
                <a:moveTo>
                  <a:pt x="55018" y="85758"/>
                </a:moveTo>
                <a:cubicBezTo>
                  <a:pt x="57228" y="81137"/>
                  <a:pt x="59639" y="76617"/>
                  <a:pt x="62184" y="72163"/>
                </a:cubicBezTo>
                <a:cubicBezTo>
                  <a:pt x="64729" y="67709"/>
                  <a:pt x="67475" y="63390"/>
                  <a:pt x="70355" y="59137"/>
                </a:cubicBezTo>
                <a:cubicBezTo>
                  <a:pt x="75378" y="58769"/>
                  <a:pt x="80501" y="58568"/>
                  <a:pt x="85725" y="58568"/>
                </a:cubicBezTo>
                <a:cubicBezTo>
                  <a:pt x="90949" y="58568"/>
                  <a:pt x="96106" y="58769"/>
                  <a:pt x="101095" y="59137"/>
                </a:cubicBezTo>
                <a:cubicBezTo>
                  <a:pt x="103942" y="63356"/>
                  <a:pt x="106654" y="67676"/>
                  <a:pt x="109232" y="72096"/>
                </a:cubicBezTo>
                <a:cubicBezTo>
                  <a:pt x="111811" y="76516"/>
                  <a:pt x="114222" y="81037"/>
                  <a:pt x="116499" y="85625"/>
                </a:cubicBezTo>
                <a:cubicBezTo>
                  <a:pt x="114255" y="90246"/>
                  <a:pt x="111844" y="94800"/>
                  <a:pt x="109266" y="99287"/>
                </a:cubicBezTo>
                <a:cubicBezTo>
                  <a:pt x="106721" y="103741"/>
                  <a:pt x="104009" y="108060"/>
                  <a:pt x="101162" y="112347"/>
                </a:cubicBezTo>
                <a:cubicBezTo>
                  <a:pt x="96173" y="112715"/>
                  <a:pt x="90982" y="112882"/>
                  <a:pt x="85725" y="112882"/>
                </a:cubicBezTo>
                <a:cubicBezTo>
                  <a:pt x="80468" y="112882"/>
                  <a:pt x="75378" y="112715"/>
                  <a:pt x="70455" y="112414"/>
                </a:cubicBezTo>
                <a:cubicBezTo>
                  <a:pt x="67542" y="108161"/>
                  <a:pt x="64796" y="103808"/>
                  <a:pt x="62218" y="99354"/>
                </a:cubicBezTo>
                <a:cubicBezTo>
                  <a:pt x="59639" y="94900"/>
                  <a:pt x="57262" y="90380"/>
                  <a:pt x="55018" y="85758"/>
                </a:cubicBezTo>
                <a:close/>
                <a:moveTo>
                  <a:pt x="115494" y="102903"/>
                </a:moveTo>
                <a:cubicBezTo>
                  <a:pt x="117202" y="99957"/>
                  <a:pt x="118809" y="96976"/>
                  <a:pt x="120383" y="93963"/>
                </a:cubicBezTo>
                <a:cubicBezTo>
                  <a:pt x="122526" y="98818"/>
                  <a:pt x="124402" y="103741"/>
                  <a:pt x="126043" y="108797"/>
                </a:cubicBezTo>
                <a:cubicBezTo>
                  <a:pt x="120852" y="109969"/>
                  <a:pt x="115595" y="110873"/>
                  <a:pt x="110304" y="111476"/>
                </a:cubicBezTo>
                <a:cubicBezTo>
                  <a:pt x="112112" y="108663"/>
                  <a:pt x="113820" y="105783"/>
                  <a:pt x="115494" y="102903"/>
                </a:cubicBezTo>
                <a:close/>
                <a:moveTo>
                  <a:pt x="120316" y="77286"/>
                </a:moveTo>
                <a:cubicBezTo>
                  <a:pt x="118743" y="74340"/>
                  <a:pt x="117135" y="71393"/>
                  <a:pt x="115461" y="68513"/>
                </a:cubicBezTo>
                <a:cubicBezTo>
                  <a:pt x="113820" y="65667"/>
                  <a:pt x="112112" y="62854"/>
                  <a:pt x="110337" y="60074"/>
                </a:cubicBezTo>
                <a:cubicBezTo>
                  <a:pt x="115729" y="60744"/>
                  <a:pt x="120886" y="61648"/>
                  <a:pt x="125708" y="62753"/>
                </a:cubicBezTo>
                <a:cubicBezTo>
                  <a:pt x="124167" y="67709"/>
                  <a:pt x="122359" y="72531"/>
                  <a:pt x="120316" y="77286"/>
                </a:cubicBezTo>
                <a:close/>
                <a:moveTo>
                  <a:pt x="85792" y="39614"/>
                </a:moveTo>
                <a:cubicBezTo>
                  <a:pt x="89308" y="43432"/>
                  <a:pt x="92623" y="47450"/>
                  <a:pt x="95704" y="51602"/>
                </a:cubicBezTo>
                <a:cubicBezTo>
                  <a:pt x="89074" y="51301"/>
                  <a:pt x="82410" y="51301"/>
                  <a:pt x="75780" y="51602"/>
                </a:cubicBezTo>
                <a:cubicBezTo>
                  <a:pt x="79061" y="47283"/>
                  <a:pt x="82443" y="43264"/>
                  <a:pt x="85792" y="39614"/>
                </a:cubicBezTo>
                <a:close/>
                <a:moveTo>
                  <a:pt x="46948" y="19087"/>
                </a:moveTo>
                <a:cubicBezTo>
                  <a:pt x="52574" y="15806"/>
                  <a:pt x="65064" y="20494"/>
                  <a:pt x="78224" y="32147"/>
                </a:cubicBezTo>
                <a:cubicBezTo>
                  <a:pt x="79061" y="32884"/>
                  <a:pt x="79898" y="33687"/>
                  <a:pt x="80769" y="34491"/>
                </a:cubicBezTo>
                <a:cubicBezTo>
                  <a:pt x="75579" y="40083"/>
                  <a:pt x="70790" y="46044"/>
                  <a:pt x="66403" y="52272"/>
                </a:cubicBezTo>
                <a:cubicBezTo>
                  <a:pt x="58835" y="52942"/>
                  <a:pt x="51335" y="54114"/>
                  <a:pt x="43901" y="55755"/>
                </a:cubicBezTo>
                <a:cubicBezTo>
                  <a:pt x="43465" y="54047"/>
                  <a:pt x="43097" y="52306"/>
                  <a:pt x="42729" y="50564"/>
                </a:cubicBezTo>
                <a:cubicBezTo>
                  <a:pt x="39581" y="34357"/>
                  <a:pt x="41657" y="22134"/>
                  <a:pt x="46948" y="19087"/>
                </a:cubicBezTo>
                <a:close/>
                <a:moveTo>
                  <a:pt x="38744" y="107357"/>
                </a:moveTo>
                <a:cubicBezTo>
                  <a:pt x="37337" y="106955"/>
                  <a:pt x="35964" y="106520"/>
                  <a:pt x="34591" y="106051"/>
                </a:cubicBezTo>
                <a:cubicBezTo>
                  <a:pt x="27459" y="103808"/>
                  <a:pt x="19355" y="100258"/>
                  <a:pt x="13495" y="95603"/>
                </a:cubicBezTo>
                <a:cubicBezTo>
                  <a:pt x="10113" y="93259"/>
                  <a:pt x="7836" y="89643"/>
                  <a:pt x="7200" y="85591"/>
                </a:cubicBezTo>
                <a:cubicBezTo>
                  <a:pt x="7200" y="79463"/>
                  <a:pt x="17781" y="71627"/>
                  <a:pt x="33051" y="66303"/>
                </a:cubicBezTo>
                <a:cubicBezTo>
                  <a:pt x="34960" y="65633"/>
                  <a:pt x="36902" y="65030"/>
                  <a:pt x="38844" y="64461"/>
                </a:cubicBezTo>
                <a:cubicBezTo>
                  <a:pt x="41121" y="71728"/>
                  <a:pt x="43867" y="78860"/>
                  <a:pt x="47048" y="85758"/>
                </a:cubicBezTo>
                <a:cubicBezTo>
                  <a:pt x="43834" y="92757"/>
                  <a:pt x="41054" y="99990"/>
                  <a:pt x="38744" y="107357"/>
                </a:cubicBezTo>
                <a:close/>
                <a:moveTo>
                  <a:pt x="77789" y="140174"/>
                </a:moveTo>
                <a:cubicBezTo>
                  <a:pt x="72263" y="145230"/>
                  <a:pt x="65868" y="149249"/>
                  <a:pt x="58902" y="151994"/>
                </a:cubicBezTo>
                <a:cubicBezTo>
                  <a:pt x="55185" y="153769"/>
                  <a:pt x="50899" y="153937"/>
                  <a:pt x="47082" y="152430"/>
                </a:cubicBezTo>
                <a:cubicBezTo>
                  <a:pt x="41757" y="149349"/>
                  <a:pt x="39547" y="137528"/>
                  <a:pt x="42561" y="121622"/>
                </a:cubicBezTo>
                <a:cubicBezTo>
                  <a:pt x="42929" y="119747"/>
                  <a:pt x="43331" y="117872"/>
                  <a:pt x="43800" y="116030"/>
                </a:cubicBezTo>
                <a:cubicBezTo>
                  <a:pt x="51301" y="117637"/>
                  <a:pt x="58869" y="118743"/>
                  <a:pt x="66537" y="119312"/>
                </a:cubicBezTo>
                <a:cubicBezTo>
                  <a:pt x="70958" y="125574"/>
                  <a:pt x="75813" y="131568"/>
                  <a:pt x="81003" y="137193"/>
                </a:cubicBezTo>
                <a:cubicBezTo>
                  <a:pt x="79932" y="138232"/>
                  <a:pt x="78860" y="139236"/>
                  <a:pt x="77789" y="140174"/>
                </a:cubicBezTo>
                <a:close/>
                <a:moveTo>
                  <a:pt x="85993" y="132037"/>
                </a:moveTo>
                <a:cubicBezTo>
                  <a:pt x="82577" y="128353"/>
                  <a:pt x="79162" y="124268"/>
                  <a:pt x="75847" y="119881"/>
                </a:cubicBezTo>
                <a:cubicBezTo>
                  <a:pt x="79061" y="120015"/>
                  <a:pt x="82376" y="120082"/>
                  <a:pt x="85725" y="120082"/>
                </a:cubicBezTo>
                <a:cubicBezTo>
                  <a:pt x="89174" y="120082"/>
                  <a:pt x="92556" y="120015"/>
                  <a:pt x="95905" y="119848"/>
                </a:cubicBezTo>
                <a:cubicBezTo>
                  <a:pt x="92824" y="124100"/>
                  <a:pt x="89509" y="128152"/>
                  <a:pt x="85993" y="132037"/>
                </a:cubicBezTo>
                <a:close/>
                <a:moveTo>
                  <a:pt x="129760" y="142082"/>
                </a:moveTo>
                <a:cubicBezTo>
                  <a:pt x="129458" y="146168"/>
                  <a:pt x="127449" y="149985"/>
                  <a:pt x="124234" y="152564"/>
                </a:cubicBezTo>
                <a:cubicBezTo>
                  <a:pt x="118910" y="155644"/>
                  <a:pt x="107558" y="151626"/>
                  <a:pt x="95302" y="141111"/>
                </a:cubicBezTo>
                <a:cubicBezTo>
                  <a:pt x="93896" y="139906"/>
                  <a:pt x="92489" y="138600"/>
                  <a:pt x="91049" y="137260"/>
                </a:cubicBezTo>
                <a:cubicBezTo>
                  <a:pt x="96173" y="131601"/>
                  <a:pt x="100894" y="125607"/>
                  <a:pt x="105181" y="119312"/>
                </a:cubicBezTo>
                <a:cubicBezTo>
                  <a:pt x="112849" y="118676"/>
                  <a:pt x="120484" y="117504"/>
                  <a:pt x="128018" y="115796"/>
                </a:cubicBezTo>
                <a:cubicBezTo>
                  <a:pt x="128353" y="117169"/>
                  <a:pt x="128654" y="118542"/>
                  <a:pt x="128922" y="119881"/>
                </a:cubicBezTo>
                <a:cubicBezTo>
                  <a:pt x="130563" y="127114"/>
                  <a:pt x="130831" y="134649"/>
                  <a:pt x="129760" y="142082"/>
                </a:cubicBezTo>
                <a:close/>
                <a:moveTo>
                  <a:pt x="135854" y="106085"/>
                </a:moveTo>
                <a:cubicBezTo>
                  <a:pt x="134916" y="106386"/>
                  <a:pt x="133979" y="106687"/>
                  <a:pt x="133008" y="106955"/>
                </a:cubicBezTo>
                <a:cubicBezTo>
                  <a:pt x="130664" y="99655"/>
                  <a:pt x="127784" y="92523"/>
                  <a:pt x="124469" y="85591"/>
                </a:cubicBezTo>
                <a:cubicBezTo>
                  <a:pt x="127683" y="78760"/>
                  <a:pt x="130396" y="71728"/>
                  <a:pt x="132673" y="64528"/>
                </a:cubicBezTo>
                <a:cubicBezTo>
                  <a:pt x="134414" y="65030"/>
                  <a:pt x="136088" y="65566"/>
                  <a:pt x="137696" y="66102"/>
                </a:cubicBezTo>
                <a:cubicBezTo>
                  <a:pt x="153300" y="71460"/>
                  <a:pt x="164250" y="79430"/>
                  <a:pt x="164250" y="85524"/>
                </a:cubicBezTo>
                <a:cubicBezTo>
                  <a:pt x="164250" y="92087"/>
                  <a:pt x="152564" y="100559"/>
                  <a:pt x="135854" y="106085"/>
                </a:cubicBezTo>
                <a:close/>
                <a:moveTo>
                  <a:pt x="85725" y="101062"/>
                </a:moveTo>
                <a:cubicBezTo>
                  <a:pt x="94190" y="101062"/>
                  <a:pt x="101062" y="94190"/>
                  <a:pt x="101062" y="85725"/>
                </a:cubicBezTo>
                <a:cubicBezTo>
                  <a:pt x="101062" y="77260"/>
                  <a:pt x="94190" y="70388"/>
                  <a:pt x="85725" y="70388"/>
                </a:cubicBezTo>
                <a:cubicBezTo>
                  <a:pt x="77260" y="70388"/>
                  <a:pt x="70388" y="77260"/>
                  <a:pt x="70388" y="85725"/>
                </a:cubicBezTo>
                <a:cubicBezTo>
                  <a:pt x="70388" y="94190"/>
                  <a:pt x="77260" y="101062"/>
                  <a:pt x="85725" y="101062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2" name="Text 30"/>
          <p:cNvSpPr/>
          <p:nvPr/>
        </p:nvSpPr>
        <p:spPr>
          <a:xfrm>
            <a:off x="794279" y="6163735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React 18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464204" y="617326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0" y="10716"/>
                </a:moveTo>
                <a:lnTo>
                  <a:pt x="0" y="160734"/>
                </a:lnTo>
                <a:lnTo>
                  <a:pt x="150019" y="160734"/>
                </a:lnTo>
                <a:lnTo>
                  <a:pt x="150019" y="10716"/>
                </a:lnTo>
                <a:lnTo>
                  <a:pt x="0" y="10716"/>
                </a:lnTo>
                <a:close/>
                <a:moveTo>
                  <a:pt x="81640" y="127717"/>
                </a:moveTo>
                <a:cubicBezTo>
                  <a:pt x="81640" y="142317"/>
                  <a:pt x="73067" y="148981"/>
                  <a:pt x="60577" y="148981"/>
                </a:cubicBezTo>
                <a:cubicBezTo>
                  <a:pt x="49292" y="148981"/>
                  <a:pt x="42762" y="143154"/>
                  <a:pt x="39413" y="136088"/>
                </a:cubicBezTo>
                <a:lnTo>
                  <a:pt x="50899" y="129157"/>
                </a:lnTo>
                <a:cubicBezTo>
                  <a:pt x="53109" y="133075"/>
                  <a:pt x="55118" y="136390"/>
                  <a:pt x="59974" y="136390"/>
                </a:cubicBezTo>
                <a:cubicBezTo>
                  <a:pt x="64595" y="136390"/>
                  <a:pt x="67542" y="134582"/>
                  <a:pt x="67542" y="127516"/>
                </a:cubicBezTo>
                <a:lnTo>
                  <a:pt x="67542" y="79597"/>
                </a:lnTo>
                <a:lnTo>
                  <a:pt x="81640" y="79597"/>
                </a:lnTo>
                <a:lnTo>
                  <a:pt x="81640" y="127717"/>
                </a:lnTo>
                <a:close/>
                <a:moveTo>
                  <a:pt x="114992" y="148981"/>
                </a:moveTo>
                <a:cubicBezTo>
                  <a:pt x="101899" y="148981"/>
                  <a:pt x="93427" y="142752"/>
                  <a:pt x="89308" y="134582"/>
                </a:cubicBezTo>
                <a:lnTo>
                  <a:pt x="100794" y="127951"/>
                </a:lnTo>
                <a:cubicBezTo>
                  <a:pt x="103808" y="132874"/>
                  <a:pt x="107759" y="136524"/>
                  <a:pt x="114691" y="136524"/>
                </a:cubicBezTo>
                <a:cubicBezTo>
                  <a:pt x="120517" y="136524"/>
                  <a:pt x="124268" y="133610"/>
                  <a:pt x="124268" y="129559"/>
                </a:cubicBezTo>
                <a:cubicBezTo>
                  <a:pt x="124268" y="124737"/>
                  <a:pt x="120450" y="123029"/>
                  <a:pt x="113987" y="120182"/>
                </a:cubicBezTo>
                <a:lnTo>
                  <a:pt x="110471" y="118676"/>
                </a:lnTo>
                <a:cubicBezTo>
                  <a:pt x="100292" y="114356"/>
                  <a:pt x="93561" y="108898"/>
                  <a:pt x="93561" y="97412"/>
                </a:cubicBezTo>
                <a:cubicBezTo>
                  <a:pt x="93561" y="86830"/>
                  <a:pt x="101631" y="78793"/>
                  <a:pt x="114188" y="78793"/>
                </a:cubicBezTo>
                <a:cubicBezTo>
                  <a:pt x="123163" y="78793"/>
                  <a:pt x="129592" y="81908"/>
                  <a:pt x="134213" y="90078"/>
                </a:cubicBezTo>
                <a:lnTo>
                  <a:pt x="123230" y="97110"/>
                </a:lnTo>
                <a:cubicBezTo>
                  <a:pt x="120819" y="92791"/>
                  <a:pt x="118207" y="91083"/>
                  <a:pt x="114155" y="91083"/>
                </a:cubicBezTo>
                <a:cubicBezTo>
                  <a:pt x="110036" y="91083"/>
                  <a:pt x="107424" y="93695"/>
                  <a:pt x="107424" y="97110"/>
                </a:cubicBezTo>
                <a:cubicBezTo>
                  <a:pt x="107424" y="101330"/>
                  <a:pt x="110036" y="103037"/>
                  <a:pt x="116097" y="105683"/>
                </a:cubicBezTo>
                <a:lnTo>
                  <a:pt x="119613" y="107190"/>
                </a:lnTo>
                <a:cubicBezTo>
                  <a:pt x="131601" y="112313"/>
                  <a:pt x="138332" y="117570"/>
                  <a:pt x="138332" y="129358"/>
                </a:cubicBezTo>
                <a:cubicBezTo>
                  <a:pt x="138332" y="142016"/>
                  <a:pt x="128353" y="148981"/>
                  <a:pt x="114992" y="148981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1720189" y="6163735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JavaScript/TypeScript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191933" y="617326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83046" y="29468"/>
                </a:moveTo>
                <a:lnTo>
                  <a:pt x="109835" y="29468"/>
                </a:lnTo>
                <a:lnTo>
                  <a:pt x="109835" y="45541"/>
                </a:lnTo>
                <a:lnTo>
                  <a:pt x="83046" y="45541"/>
                </a:lnTo>
                <a:lnTo>
                  <a:pt x="83046" y="29468"/>
                </a:lnTo>
                <a:close/>
                <a:moveTo>
                  <a:pt x="80367" y="10716"/>
                </a:moveTo>
                <a:cubicBezTo>
                  <a:pt x="71493" y="10716"/>
                  <a:pt x="64294" y="17915"/>
                  <a:pt x="64294" y="26789"/>
                </a:cubicBezTo>
                <a:lnTo>
                  <a:pt x="64294" y="48220"/>
                </a:lnTo>
                <a:cubicBezTo>
                  <a:pt x="64294" y="57094"/>
                  <a:pt x="71493" y="64294"/>
                  <a:pt x="80367" y="64294"/>
                </a:cubicBezTo>
                <a:lnTo>
                  <a:pt x="85725" y="64294"/>
                </a:lnTo>
                <a:lnTo>
                  <a:pt x="85725" y="75009"/>
                </a:lnTo>
                <a:lnTo>
                  <a:pt x="10716" y="75009"/>
                </a:lnTo>
                <a:cubicBezTo>
                  <a:pt x="4789" y="75009"/>
                  <a:pt x="0" y="79798"/>
                  <a:pt x="0" y="85725"/>
                </a:cubicBezTo>
                <a:cubicBezTo>
                  <a:pt x="0" y="91652"/>
                  <a:pt x="4789" y="96441"/>
                  <a:pt x="10716" y="96441"/>
                </a:cubicBezTo>
                <a:lnTo>
                  <a:pt x="42863" y="96441"/>
                </a:lnTo>
                <a:lnTo>
                  <a:pt x="42863" y="107156"/>
                </a:lnTo>
                <a:lnTo>
                  <a:pt x="37505" y="107156"/>
                </a:lnTo>
                <a:cubicBezTo>
                  <a:pt x="28631" y="107156"/>
                  <a:pt x="21431" y="114356"/>
                  <a:pt x="21431" y="123230"/>
                </a:cubicBezTo>
                <a:lnTo>
                  <a:pt x="21431" y="144661"/>
                </a:lnTo>
                <a:cubicBezTo>
                  <a:pt x="21431" y="153535"/>
                  <a:pt x="28631" y="160734"/>
                  <a:pt x="37505" y="160734"/>
                </a:cubicBezTo>
                <a:lnTo>
                  <a:pt x="69652" y="160734"/>
                </a:lnTo>
                <a:cubicBezTo>
                  <a:pt x="78525" y="160734"/>
                  <a:pt x="85725" y="153535"/>
                  <a:pt x="85725" y="144661"/>
                </a:cubicBezTo>
                <a:lnTo>
                  <a:pt x="85725" y="123230"/>
                </a:lnTo>
                <a:cubicBezTo>
                  <a:pt x="85725" y="114356"/>
                  <a:pt x="78525" y="107156"/>
                  <a:pt x="69652" y="107156"/>
                </a:cubicBezTo>
                <a:lnTo>
                  <a:pt x="64294" y="107156"/>
                </a:lnTo>
                <a:lnTo>
                  <a:pt x="64294" y="96441"/>
                </a:lnTo>
                <a:lnTo>
                  <a:pt x="128588" y="96441"/>
                </a:lnTo>
                <a:lnTo>
                  <a:pt x="128588" y="107156"/>
                </a:lnTo>
                <a:lnTo>
                  <a:pt x="123230" y="107156"/>
                </a:lnTo>
                <a:cubicBezTo>
                  <a:pt x="114356" y="107156"/>
                  <a:pt x="107156" y="114356"/>
                  <a:pt x="107156" y="123230"/>
                </a:cubicBezTo>
                <a:lnTo>
                  <a:pt x="107156" y="144661"/>
                </a:lnTo>
                <a:cubicBezTo>
                  <a:pt x="107156" y="153535"/>
                  <a:pt x="114356" y="160734"/>
                  <a:pt x="123230" y="160734"/>
                </a:cubicBezTo>
                <a:lnTo>
                  <a:pt x="155377" y="160734"/>
                </a:lnTo>
                <a:cubicBezTo>
                  <a:pt x="164250" y="160734"/>
                  <a:pt x="171450" y="153535"/>
                  <a:pt x="171450" y="144661"/>
                </a:cubicBezTo>
                <a:lnTo>
                  <a:pt x="171450" y="123230"/>
                </a:lnTo>
                <a:cubicBezTo>
                  <a:pt x="171450" y="114356"/>
                  <a:pt x="164250" y="107156"/>
                  <a:pt x="155377" y="107156"/>
                </a:cubicBezTo>
                <a:lnTo>
                  <a:pt x="150019" y="107156"/>
                </a:lnTo>
                <a:lnTo>
                  <a:pt x="150019" y="96441"/>
                </a:lnTo>
                <a:lnTo>
                  <a:pt x="182166" y="96441"/>
                </a:lnTo>
                <a:cubicBezTo>
                  <a:pt x="188093" y="96441"/>
                  <a:pt x="192881" y="91652"/>
                  <a:pt x="192881" y="85725"/>
                </a:cubicBezTo>
                <a:cubicBezTo>
                  <a:pt x="192881" y="79798"/>
                  <a:pt x="188093" y="75009"/>
                  <a:pt x="182166" y="75009"/>
                </a:cubicBezTo>
                <a:lnTo>
                  <a:pt x="107156" y="75009"/>
                </a:lnTo>
                <a:lnTo>
                  <a:pt x="107156" y="64294"/>
                </a:lnTo>
                <a:lnTo>
                  <a:pt x="112514" y="64294"/>
                </a:lnTo>
                <a:cubicBezTo>
                  <a:pt x="121388" y="64294"/>
                  <a:pt x="128588" y="57094"/>
                  <a:pt x="128588" y="48220"/>
                </a:cubicBezTo>
                <a:lnTo>
                  <a:pt x="128588" y="26789"/>
                </a:lnTo>
                <a:cubicBezTo>
                  <a:pt x="128588" y="17915"/>
                  <a:pt x="121388" y="10716"/>
                  <a:pt x="112514" y="10716"/>
                </a:cubicBezTo>
                <a:lnTo>
                  <a:pt x="80367" y="10716"/>
                </a:lnTo>
                <a:close/>
                <a:moveTo>
                  <a:pt x="150019" y="125909"/>
                </a:moveTo>
                <a:lnTo>
                  <a:pt x="152698" y="125909"/>
                </a:lnTo>
                <a:lnTo>
                  <a:pt x="152698" y="141982"/>
                </a:lnTo>
                <a:lnTo>
                  <a:pt x="125909" y="141982"/>
                </a:lnTo>
                <a:lnTo>
                  <a:pt x="125909" y="125909"/>
                </a:lnTo>
                <a:lnTo>
                  <a:pt x="150019" y="125909"/>
                </a:lnTo>
                <a:close/>
                <a:moveTo>
                  <a:pt x="64294" y="125909"/>
                </a:moveTo>
                <a:lnTo>
                  <a:pt x="66973" y="125909"/>
                </a:lnTo>
                <a:lnTo>
                  <a:pt x="66973" y="141982"/>
                </a:lnTo>
                <a:lnTo>
                  <a:pt x="40184" y="141982"/>
                </a:lnTo>
                <a:lnTo>
                  <a:pt x="40184" y="125909"/>
                </a:lnTo>
                <a:lnTo>
                  <a:pt x="64294" y="125909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3469349" y="6163735"/>
            <a:ext cx="790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Axios/Fetch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76433" y="1032933"/>
            <a:ext cx="5628217" cy="1646767"/>
          </a:xfrm>
          <a:custGeom>
            <a:avLst/>
            <a:gdLst/>
            <a:ahLst/>
            <a:cxnLst/>
            <a:rect l="l" t="t" r="r" b="b"/>
            <a:pathLst>
              <a:path w="5628217" h="1646767">
                <a:moveTo>
                  <a:pt x="114302" y="0"/>
                </a:moveTo>
                <a:lnTo>
                  <a:pt x="5513915" y="0"/>
                </a:lnTo>
                <a:cubicBezTo>
                  <a:pt x="5577042" y="0"/>
                  <a:pt x="5628217" y="51175"/>
                  <a:pt x="5628217" y="114302"/>
                </a:cubicBezTo>
                <a:lnTo>
                  <a:pt x="5628217" y="1532465"/>
                </a:lnTo>
                <a:cubicBezTo>
                  <a:pt x="5628217" y="1595592"/>
                  <a:pt x="5577042" y="1646767"/>
                  <a:pt x="5513915" y="1646767"/>
                </a:cubicBezTo>
                <a:lnTo>
                  <a:pt x="114302" y="1646767"/>
                </a:lnTo>
                <a:cubicBezTo>
                  <a:pt x="51175" y="1646767"/>
                  <a:pt x="0" y="1595592"/>
                  <a:pt x="0" y="1532465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14017" y="118956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9826" y="10805"/>
                </a:moveTo>
                <a:cubicBezTo>
                  <a:pt x="43071" y="13067"/>
                  <a:pt x="43845" y="17532"/>
                  <a:pt x="41583" y="20747"/>
                </a:cubicBezTo>
                <a:lnTo>
                  <a:pt x="24914" y="44559"/>
                </a:lnTo>
                <a:cubicBezTo>
                  <a:pt x="23693" y="46286"/>
                  <a:pt x="21788" y="47387"/>
                  <a:pt x="19675" y="47565"/>
                </a:cubicBezTo>
                <a:cubicBezTo>
                  <a:pt x="17562" y="47744"/>
                  <a:pt x="15478" y="47030"/>
                  <a:pt x="13990" y="45541"/>
                </a:cubicBezTo>
                <a:lnTo>
                  <a:pt x="2084" y="33635"/>
                </a:lnTo>
                <a:cubicBezTo>
                  <a:pt x="-685" y="30837"/>
                  <a:pt x="-685" y="26313"/>
                  <a:pt x="2084" y="23515"/>
                </a:cubicBezTo>
                <a:cubicBezTo>
                  <a:pt x="4852" y="20717"/>
                  <a:pt x="9406" y="20747"/>
                  <a:pt x="12204" y="23515"/>
                </a:cubicBezTo>
                <a:lnTo>
                  <a:pt x="18098" y="29408"/>
                </a:lnTo>
                <a:lnTo>
                  <a:pt x="29885" y="12561"/>
                </a:lnTo>
                <a:cubicBezTo>
                  <a:pt x="32147" y="9317"/>
                  <a:pt x="36612" y="8543"/>
                  <a:pt x="39826" y="10805"/>
                </a:cubicBezTo>
                <a:close/>
                <a:moveTo>
                  <a:pt x="39826" y="58430"/>
                </a:moveTo>
                <a:cubicBezTo>
                  <a:pt x="43071" y="60692"/>
                  <a:pt x="43845" y="65157"/>
                  <a:pt x="41583" y="68372"/>
                </a:cubicBezTo>
                <a:lnTo>
                  <a:pt x="24914" y="92184"/>
                </a:lnTo>
                <a:cubicBezTo>
                  <a:pt x="23693" y="93911"/>
                  <a:pt x="21788" y="95012"/>
                  <a:pt x="19675" y="95190"/>
                </a:cubicBezTo>
                <a:cubicBezTo>
                  <a:pt x="17562" y="95369"/>
                  <a:pt x="15478" y="94655"/>
                  <a:pt x="13990" y="93166"/>
                </a:cubicBezTo>
                <a:lnTo>
                  <a:pt x="2084" y="81260"/>
                </a:lnTo>
                <a:cubicBezTo>
                  <a:pt x="-714" y="78462"/>
                  <a:pt x="-714" y="73938"/>
                  <a:pt x="2084" y="71170"/>
                </a:cubicBezTo>
                <a:cubicBezTo>
                  <a:pt x="4882" y="68401"/>
                  <a:pt x="9406" y="68372"/>
                  <a:pt x="12174" y="71170"/>
                </a:cubicBezTo>
                <a:lnTo>
                  <a:pt x="18068" y="77063"/>
                </a:lnTo>
                <a:lnTo>
                  <a:pt x="29855" y="60216"/>
                </a:lnTo>
                <a:cubicBezTo>
                  <a:pt x="32117" y="56971"/>
                  <a:pt x="36582" y="56197"/>
                  <a:pt x="39797" y="58460"/>
                </a:cubicBezTo>
                <a:close/>
                <a:moveTo>
                  <a:pt x="66675" y="28575"/>
                </a:moveTo>
                <a:cubicBezTo>
                  <a:pt x="66675" y="23306"/>
                  <a:pt x="70931" y="19050"/>
                  <a:pt x="76200" y="19050"/>
                </a:cubicBezTo>
                <a:lnTo>
                  <a:pt x="142875" y="19050"/>
                </a:lnTo>
                <a:cubicBezTo>
                  <a:pt x="148144" y="19050"/>
                  <a:pt x="152400" y="23306"/>
                  <a:pt x="152400" y="28575"/>
                </a:cubicBezTo>
                <a:cubicBezTo>
                  <a:pt x="152400" y="33844"/>
                  <a:pt x="148144" y="38100"/>
                  <a:pt x="142875" y="38100"/>
                </a:cubicBezTo>
                <a:lnTo>
                  <a:pt x="76200" y="38100"/>
                </a:lnTo>
                <a:cubicBezTo>
                  <a:pt x="70931" y="38100"/>
                  <a:pt x="66675" y="33844"/>
                  <a:pt x="66675" y="28575"/>
                </a:cubicBezTo>
                <a:close/>
                <a:moveTo>
                  <a:pt x="66675" y="76200"/>
                </a:moveTo>
                <a:cubicBezTo>
                  <a:pt x="66675" y="70931"/>
                  <a:pt x="70931" y="66675"/>
                  <a:pt x="76200" y="66675"/>
                </a:cubicBezTo>
                <a:lnTo>
                  <a:pt x="142875" y="66675"/>
                </a:lnTo>
                <a:cubicBezTo>
                  <a:pt x="148144" y="66675"/>
                  <a:pt x="152400" y="70931"/>
                  <a:pt x="152400" y="76200"/>
                </a:cubicBezTo>
                <a:cubicBezTo>
                  <a:pt x="152400" y="81469"/>
                  <a:pt x="148144" y="85725"/>
                  <a:pt x="142875" y="85725"/>
                </a:cubicBezTo>
                <a:lnTo>
                  <a:pt x="76200" y="85725"/>
                </a:lnTo>
                <a:cubicBezTo>
                  <a:pt x="70931" y="85725"/>
                  <a:pt x="66675" y="81469"/>
                  <a:pt x="66675" y="76200"/>
                </a:cubicBezTo>
                <a:close/>
                <a:moveTo>
                  <a:pt x="47625" y="123825"/>
                </a:moveTo>
                <a:cubicBezTo>
                  <a:pt x="47625" y="118556"/>
                  <a:pt x="51881" y="114300"/>
                  <a:pt x="57150" y="114300"/>
                </a:cubicBezTo>
                <a:lnTo>
                  <a:pt x="142875" y="114300"/>
                </a:lnTo>
                <a:cubicBezTo>
                  <a:pt x="148144" y="114300"/>
                  <a:pt x="152400" y="118556"/>
                  <a:pt x="152400" y="123825"/>
                </a:cubicBezTo>
                <a:cubicBezTo>
                  <a:pt x="152400" y="129094"/>
                  <a:pt x="148144" y="133350"/>
                  <a:pt x="142875" y="133350"/>
                </a:cubicBezTo>
                <a:lnTo>
                  <a:pt x="57150" y="133350"/>
                </a:lnTo>
                <a:cubicBezTo>
                  <a:pt x="51881" y="133350"/>
                  <a:pt x="47625" y="129094"/>
                  <a:pt x="47625" y="123825"/>
                </a:cubicBezTo>
                <a:close/>
                <a:moveTo>
                  <a:pt x="19050" y="111919"/>
                </a:moveTo>
                <a:cubicBezTo>
                  <a:pt x="25621" y="111919"/>
                  <a:pt x="30956" y="117254"/>
                  <a:pt x="30956" y="123825"/>
                </a:cubicBezTo>
                <a:cubicBezTo>
                  <a:pt x="30956" y="130396"/>
                  <a:pt x="25621" y="135731"/>
                  <a:pt x="19050" y="135731"/>
                </a:cubicBezTo>
                <a:cubicBezTo>
                  <a:pt x="12479" y="135731"/>
                  <a:pt x="7144" y="130396"/>
                  <a:pt x="7144" y="123825"/>
                </a:cubicBezTo>
                <a:cubicBezTo>
                  <a:pt x="7144" y="117254"/>
                  <a:pt x="12479" y="111919"/>
                  <a:pt x="19050" y="111919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6561667" y="1151465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Criterios Cumplidos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16398" y="149436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6514042" y="1456265"/>
            <a:ext cx="149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Listado de libros visible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16398" y="172296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6514042" y="1684865"/>
            <a:ext cx="2028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Información desde backend real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16398" y="195156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6514042" y="1913465"/>
            <a:ext cx="2200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Título, autor y categoría mostrados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16398" y="218016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7" name="Text 45"/>
          <p:cNvSpPr/>
          <p:nvPr/>
        </p:nvSpPr>
        <p:spPr>
          <a:xfrm>
            <a:off x="6514042" y="2142065"/>
            <a:ext cx="180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Navegación básica funcional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16398" y="240876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9" name="Text 47"/>
          <p:cNvSpPr/>
          <p:nvPr/>
        </p:nvSpPr>
        <p:spPr>
          <a:xfrm>
            <a:off x="6514042" y="2370665"/>
            <a:ext cx="170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Loading y error manejados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76433" y="2802472"/>
            <a:ext cx="5628217" cy="770467"/>
          </a:xfrm>
          <a:custGeom>
            <a:avLst/>
            <a:gdLst/>
            <a:ahLst/>
            <a:cxnLst/>
            <a:rect l="l" t="t" r="r" b="b"/>
            <a:pathLst>
              <a:path w="5628217" h="770467">
                <a:moveTo>
                  <a:pt x="114299" y="0"/>
                </a:moveTo>
                <a:lnTo>
                  <a:pt x="5513918" y="0"/>
                </a:lnTo>
                <a:cubicBezTo>
                  <a:pt x="5577043" y="0"/>
                  <a:pt x="5628217" y="51173"/>
                  <a:pt x="5628217" y="114299"/>
                </a:cubicBezTo>
                <a:lnTo>
                  <a:pt x="5628217" y="656168"/>
                </a:lnTo>
                <a:cubicBezTo>
                  <a:pt x="5628217" y="719293"/>
                  <a:pt x="5577043" y="770467"/>
                  <a:pt x="5513918" y="770467"/>
                </a:cubicBezTo>
                <a:lnTo>
                  <a:pt x="114299" y="770467"/>
                </a:lnTo>
                <a:cubicBezTo>
                  <a:pt x="51173" y="770467"/>
                  <a:pt x="0" y="719293"/>
                  <a:pt x="0" y="656168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14017" y="295910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42059"/>
                </a:moveTo>
                <a:lnTo>
                  <a:pt x="76200" y="134124"/>
                </a:lnTo>
                <a:lnTo>
                  <a:pt x="76349" y="134064"/>
                </a:lnTo>
                <a:cubicBezTo>
                  <a:pt x="92601" y="127308"/>
                  <a:pt x="110044" y="123825"/>
                  <a:pt x="127635" y="123825"/>
                </a:cubicBezTo>
                <a:lnTo>
                  <a:pt x="133350" y="123825"/>
                </a:lnTo>
                <a:lnTo>
                  <a:pt x="133350" y="28575"/>
                </a:lnTo>
                <a:lnTo>
                  <a:pt x="127635" y="28575"/>
                </a:lnTo>
                <a:cubicBezTo>
                  <a:pt x="115074" y="28575"/>
                  <a:pt x="102602" y="31075"/>
                  <a:pt x="90994" y="35897"/>
                </a:cubicBezTo>
                <a:cubicBezTo>
                  <a:pt x="85993" y="37981"/>
                  <a:pt x="81052" y="40035"/>
                  <a:pt x="76200" y="42059"/>
                </a:cubicBezTo>
                <a:close/>
                <a:moveTo>
                  <a:pt x="68729" y="18306"/>
                </a:moveTo>
                <a:lnTo>
                  <a:pt x="76200" y="21431"/>
                </a:lnTo>
                <a:lnTo>
                  <a:pt x="83671" y="18306"/>
                </a:lnTo>
                <a:cubicBezTo>
                  <a:pt x="97601" y="12502"/>
                  <a:pt x="112544" y="9525"/>
                  <a:pt x="127635" y="9525"/>
                </a:cubicBezTo>
                <a:lnTo>
                  <a:pt x="138113" y="9525"/>
                </a:lnTo>
                <a:cubicBezTo>
                  <a:pt x="146000" y="9525"/>
                  <a:pt x="152400" y="15925"/>
                  <a:pt x="152400" y="23813"/>
                </a:cubicBezTo>
                <a:lnTo>
                  <a:pt x="152400" y="128588"/>
                </a:lnTo>
                <a:cubicBezTo>
                  <a:pt x="152400" y="136475"/>
                  <a:pt x="146000" y="142875"/>
                  <a:pt x="138113" y="142875"/>
                </a:cubicBezTo>
                <a:lnTo>
                  <a:pt x="127635" y="142875"/>
                </a:lnTo>
                <a:cubicBezTo>
                  <a:pt x="112544" y="142875"/>
                  <a:pt x="97601" y="145852"/>
                  <a:pt x="83671" y="151656"/>
                </a:cubicBezTo>
                <a:lnTo>
                  <a:pt x="79861" y="153233"/>
                </a:lnTo>
                <a:cubicBezTo>
                  <a:pt x="77510" y="154216"/>
                  <a:pt x="74890" y="154216"/>
                  <a:pt x="72539" y="153233"/>
                </a:cubicBezTo>
                <a:lnTo>
                  <a:pt x="68729" y="151656"/>
                </a:lnTo>
                <a:cubicBezTo>
                  <a:pt x="54799" y="145852"/>
                  <a:pt x="39856" y="142875"/>
                  <a:pt x="24765" y="142875"/>
                </a:cubicBezTo>
                <a:lnTo>
                  <a:pt x="14288" y="142875"/>
                </a:lnTo>
                <a:cubicBezTo>
                  <a:pt x="6400" y="142875"/>
                  <a:pt x="0" y="136475"/>
                  <a:pt x="0" y="128588"/>
                </a:cubicBezTo>
                <a:lnTo>
                  <a:pt x="0" y="23813"/>
                </a:lnTo>
                <a:cubicBezTo>
                  <a:pt x="0" y="15925"/>
                  <a:pt x="6400" y="9525"/>
                  <a:pt x="14288" y="9525"/>
                </a:cubicBezTo>
                <a:lnTo>
                  <a:pt x="24765" y="9525"/>
                </a:lnTo>
                <a:cubicBezTo>
                  <a:pt x="39856" y="9525"/>
                  <a:pt x="54799" y="12502"/>
                  <a:pt x="68729" y="18306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52" name="Text 50"/>
          <p:cNvSpPr/>
          <p:nvPr/>
        </p:nvSpPr>
        <p:spPr>
          <a:xfrm>
            <a:off x="6561667" y="2921003"/>
            <a:ext cx="1609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Información Mostrada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294967" y="3225803"/>
            <a:ext cx="904875" cy="228600"/>
          </a:xfrm>
          <a:custGeom>
            <a:avLst/>
            <a:gdLst/>
            <a:ahLst/>
            <a:cxnLst/>
            <a:rect l="l" t="t" r="r" b="b"/>
            <a:pathLst>
              <a:path w="904875" h="228600">
                <a:moveTo>
                  <a:pt x="38101" y="0"/>
                </a:moveTo>
                <a:lnTo>
                  <a:pt x="866774" y="0"/>
                </a:lnTo>
                <a:cubicBezTo>
                  <a:pt x="887817" y="0"/>
                  <a:pt x="904875" y="17058"/>
                  <a:pt x="904875" y="38101"/>
                </a:cubicBezTo>
                <a:lnTo>
                  <a:pt x="904875" y="190499"/>
                </a:lnTo>
                <a:cubicBezTo>
                  <a:pt x="904875" y="211542"/>
                  <a:pt x="887817" y="228600"/>
                  <a:pt x="8667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4" name="Text 52"/>
          <p:cNvSpPr/>
          <p:nvPr/>
        </p:nvSpPr>
        <p:spPr>
          <a:xfrm>
            <a:off x="6294967" y="3225803"/>
            <a:ext cx="9620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Título del libro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274454" y="3225803"/>
            <a:ext cx="438150" cy="228600"/>
          </a:xfrm>
          <a:custGeom>
            <a:avLst/>
            <a:gdLst/>
            <a:ahLst/>
            <a:cxnLst/>
            <a:rect l="l" t="t" r="r" b="b"/>
            <a:pathLst>
              <a:path w="438150" h="228600">
                <a:moveTo>
                  <a:pt x="38101" y="0"/>
                </a:moveTo>
                <a:lnTo>
                  <a:pt x="400049" y="0"/>
                </a:lnTo>
                <a:cubicBezTo>
                  <a:pt x="421092" y="0"/>
                  <a:pt x="438150" y="17058"/>
                  <a:pt x="438150" y="38101"/>
                </a:cubicBezTo>
                <a:lnTo>
                  <a:pt x="438150" y="190499"/>
                </a:lnTo>
                <a:cubicBezTo>
                  <a:pt x="438150" y="211542"/>
                  <a:pt x="421092" y="228600"/>
                  <a:pt x="4000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6" name="Text 54"/>
          <p:cNvSpPr/>
          <p:nvPr/>
        </p:nvSpPr>
        <p:spPr>
          <a:xfrm>
            <a:off x="7274454" y="3225803"/>
            <a:ext cx="4953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Autor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792376" y="3225803"/>
            <a:ext cx="657225" cy="228600"/>
          </a:xfrm>
          <a:custGeom>
            <a:avLst/>
            <a:gdLst/>
            <a:ahLst/>
            <a:cxnLst/>
            <a:rect l="l" t="t" r="r" b="b"/>
            <a:pathLst>
              <a:path w="657225" h="228600">
                <a:moveTo>
                  <a:pt x="38101" y="0"/>
                </a:moveTo>
                <a:lnTo>
                  <a:pt x="619124" y="0"/>
                </a:lnTo>
                <a:cubicBezTo>
                  <a:pt x="640167" y="0"/>
                  <a:pt x="657225" y="17058"/>
                  <a:pt x="657225" y="38101"/>
                </a:cubicBezTo>
                <a:lnTo>
                  <a:pt x="657225" y="190499"/>
                </a:lnTo>
                <a:cubicBezTo>
                  <a:pt x="657225" y="211542"/>
                  <a:pt x="640167" y="228600"/>
                  <a:pt x="6191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8" name="Text 56"/>
          <p:cNvSpPr/>
          <p:nvPr/>
        </p:nvSpPr>
        <p:spPr>
          <a:xfrm>
            <a:off x="7792376" y="3225803"/>
            <a:ext cx="7143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Categoría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176433" y="3695571"/>
            <a:ext cx="5628217" cy="2780242"/>
          </a:xfrm>
          <a:custGeom>
            <a:avLst/>
            <a:gdLst/>
            <a:ahLst/>
            <a:cxnLst/>
            <a:rect l="l" t="t" r="r" b="b"/>
            <a:pathLst>
              <a:path w="5628217" h="2780242">
                <a:moveTo>
                  <a:pt x="114296" y="0"/>
                </a:moveTo>
                <a:lnTo>
                  <a:pt x="5513921" y="0"/>
                </a:lnTo>
                <a:cubicBezTo>
                  <a:pt x="5577045" y="0"/>
                  <a:pt x="5628217" y="51172"/>
                  <a:pt x="5628217" y="114296"/>
                </a:cubicBezTo>
                <a:lnTo>
                  <a:pt x="5628217" y="2665946"/>
                </a:lnTo>
                <a:cubicBezTo>
                  <a:pt x="5628217" y="2729070"/>
                  <a:pt x="5577045" y="2780242"/>
                  <a:pt x="5513921" y="2780242"/>
                </a:cubicBezTo>
                <a:lnTo>
                  <a:pt x="114296" y="2780242"/>
                </a:lnTo>
                <a:cubicBezTo>
                  <a:pt x="51172" y="2780242"/>
                  <a:pt x="0" y="2729070"/>
                  <a:pt x="0" y="2665946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14017" y="385220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4381" y="19288"/>
                </a:moveTo>
                <a:lnTo>
                  <a:pt x="41285" y="28575"/>
                </a:lnTo>
                <a:lnTo>
                  <a:pt x="19050" y="28575"/>
                </a:lnTo>
                <a:cubicBezTo>
                  <a:pt x="8543" y="28575"/>
                  <a:pt x="0" y="37118"/>
                  <a:pt x="0" y="4762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33350" y="142875"/>
                </a:lnTo>
                <a:cubicBezTo>
                  <a:pt x="143857" y="142875"/>
                  <a:pt x="152400" y="134332"/>
                  <a:pt x="152400" y="123825"/>
                </a:cubicBezTo>
                <a:lnTo>
                  <a:pt x="152400" y="47625"/>
                </a:lnTo>
                <a:cubicBezTo>
                  <a:pt x="152400" y="37118"/>
                  <a:pt x="143857" y="28575"/>
                  <a:pt x="133350" y="28575"/>
                </a:cubicBezTo>
                <a:lnTo>
                  <a:pt x="111115" y="28575"/>
                </a:lnTo>
                <a:lnTo>
                  <a:pt x="108019" y="19288"/>
                </a:lnTo>
                <a:cubicBezTo>
                  <a:pt x="106085" y="13454"/>
                  <a:pt x="100638" y="9525"/>
                  <a:pt x="94476" y="9525"/>
                </a:cubicBezTo>
                <a:lnTo>
                  <a:pt x="57924" y="9525"/>
                </a:lnTo>
                <a:cubicBezTo>
                  <a:pt x="51762" y="9525"/>
                  <a:pt x="46315" y="13454"/>
                  <a:pt x="44381" y="19288"/>
                </a:cubicBezTo>
                <a:close/>
                <a:moveTo>
                  <a:pt x="76200" y="57150"/>
                </a:moveTo>
                <a:cubicBezTo>
                  <a:pt x="91971" y="57150"/>
                  <a:pt x="104775" y="69954"/>
                  <a:pt x="104775" y="85725"/>
                </a:cubicBezTo>
                <a:cubicBezTo>
                  <a:pt x="104775" y="101496"/>
                  <a:pt x="91971" y="114300"/>
                  <a:pt x="76200" y="114300"/>
                </a:cubicBezTo>
                <a:cubicBezTo>
                  <a:pt x="60429" y="114300"/>
                  <a:pt x="47625" y="101496"/>
                  <a:pt x="47625" y="85725"/>
                </a:cubicBezTo>
                <a:cubicBezTo>
                  <a:pt x="47625" y="69954"/>
                  <a:pt x="60429" y="57150"/>
                  <a:pt x="76200" y="5715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61" name="Text 59"/>
          <p:cNvSpPr/>
          <p:nvPr/>
        </p:nvSpPr>
        <p:spPr>
          <a:xfrm>
            <a:off x="6561667" y="3814102"/>
            <a:ext cx="74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Evidencia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03434" y="4127369"/>
            <a:ext cx="2645833" cy="1474258"/>
          </a:xfrm>
          <a:custGeom>
            <a:avLst/>
            <a:gdLst/>
            <a:ahLst/>
            <a:cxnLst/>
            <a:rect l="l" t="t" r="r" b="b"/>
            <a:pathLst>
              <a:path w="2645833" h="1474258">
                <a:moveTo>
                  <a:pt x="76204" y="0"/>
                </a:moveTo>
                <a:lnTo>
                  <a:pt x="2569629" y="0"/>
                </a:lnTo>
                <a:cubicBezTo>
                  <a:pt x="2611715" y="0"/>
                  <a:pt x="2645833" y="34118"/>
                  <a:pt x="2645833" y="76204"/>
                </a:cubicBezTo>
                <a:lnTo>
                  <a:pt x="2645833" y="1398054"/>
                </a:lnTo>
                <a:cubicBezTo>
                  <a:pt x="2645833" y="1440140"/>
                  <a:pt x="2611715" y="1474258"/>
                  <a:pt x="2569629" y="1474258"/>
                </a:cubicBezTo>
                <a:lnTo>
                  <a:pt x="76204" y="1474258"/>
                </a:lnTo>
                <a:cubicBezTo>
                  <a:pt x="34146" y="1474258"/>
                  <a:pt x="0" y="1440112"/>
                  <a:pt x="0" y="1398054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0F172A"/>
          </a:solidFill>
          <a:ln w="22578">
            <a:solidFill>
              <a:srgbClr val="475569"/>
            </a:solidFill>
            <a:prstDash val="dash"/>
          </a:ln>
        </p:spPr>
      </p:sp>
      <p:sp>
        <p:nvSpPr>
          <p:cNvPr id="63" name="Shape 61"/>
          <p:cNvSpPr/>
          <p:nvPr/>
        </p:nvSpPr>
        <p:spPr>
          <a:xfrm>
            <a:off x="7540890" y="467611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47625" y="41672"/>
                </a:moveTo>
                <a:cubicBezTo>
                  <a:pt x="57482" y="41672"/>
                  <a:pt x="65484" y="49674"/>
                  <a:pt x="65484" y="59531"/>
                </a:cubicBezTo>
                <a:cubicBezTo>
                  <a:pt x="65484" y="69388"/>
                  <a:pt x="57482" y="77391"/>
                  <a:pt x="47625" y="77391"/>
                </a:cubicBezTo>
                <a:cubicBezTo>
                  <a:pt x="37768" y="77391"/>
                  <a:pt x="29766" y="69388"/>
                  <a:pt x="29766" y="59531"/>
                </a:cubicBezTo>
                <a:cubicBezTo>
                  <a:pt x="29766" y="49674"/>
                  <a:pt x="37768" y="41672"/>
                  <a:pt x="47625" y="41672"/>
                </a:cubicBezTo>
                <a:close/>
                <a:moveTo>
                  <a:pt x="101203" y="83344"/>
                </a:moveTo>
                <a:cubicBezTo>
                  <a:pt x="104329" y="83344"/>
                  <a:pt x="107193" y="84981"/>
                  <a:pt x="108831" y="87623"/>
                </a:cubicBezTo>
                <a:lnTo>
                  <a:pt x="141573" y="141201"/>
                </a:lnTo>
                <a:cubicBezTo>
                  <a:pt x="143247" y="143954"/>
                  <a:pt x="143321" y="147414"/>
                  <a:pt x="141759" y="150242"/>
                </a:cubicBezTo>
                <a:cubicBezTo>
                  <a:pt x="140196" y="153070"/>
                  <a:pt x="137182" y="154781"/>
                  <a:pt x="133945" y="154781"/>
                </a:cubicBezTo>
                <a:lnTo>
                  <a:pt x="32742" y="154781"/>
                </a:lnTo>
                <a:cubicBezTo>
                  <a:pt x="29431" y="154781"/>
                  <a:pt x="26343" y="152921"/>
                  <a:pt x="24817" y="149982"/>
                </a:cubicBezTo>
                <a:cubicBezTo>
                  <a:pt x="23292" y="147042"/>
                  <a:pt x="23515" y="143470"/>
                  <a:pt x="25412" y="140754"/>
                </a:cubicBezTo>
                <a:lnTo>
                  <a:pt x="46248" y="110989"/>
                </a:lnTo>
                <a:cubicBezTo>
                  <a:pt x="47923" y="108607"/>
                  <a:pt x="50639" y="107193"/>
                  <a:pt x="53578" y="107193"/>
                </a:cubicBezTo>
                <a:cubicBezTo>
                  <a:pt x="56517" y="107193"/>
                  <a:pt x="59234" y="108607"/>
                  <a:pt x="60908" y="110989"/>
                </a:cubicBezTo>
                <a:lnTo>
                  <a:pt x="70731" y="125053"/>
                </a:lnTo>
                <a:lnTo>
                  <a:pt x="93576" y="87660"/>
                </a:lnTo>
                <a:cubicBezTo>
                  <a:pt x="95213" y="85018"/>
                  <a:pt x="98078" y="83381"/>
                  <a:pt x="101203" y="83381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64" name="Text 62"/>
          <p:cNvSpPr/>
          <p:nvPr/>
        </p:nvSpPr>
        <p:spPr>
          <a:xfrm>
            <a:off x="7140707" y="4904715"/>
            <a:ext cx="971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CATÁLOGO WEB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9038167" y="4127369"/>
            <a:ext cx="2645833" cy="1474258"/>
          </a:xfrm>
          <a:custGeom>
            <a:avLst/>
            <a:gdLst/>
            <a:ahLst/>
            <a:cxnLst/>
            <a:rect l="l" t="t" r="r" b="b"/>
            <a:pathLst>
              <a:path w="2645833" h="1474258">
                <a:moveTo>
                  <a:pt x="76204" y="0"/>
                </a:moveTo>
                <a:lnTo>
                  <a:pt x="2569629" y="0"/>
                </a:lnTo>
                <a:cubicBezTo>
                  <a:pt x="2611715" y="0"/>
                  <a:pt x="2645833" y="34118"/>
                  <a:pt x="2645833" y="76204"/>
                </a:cubicBezTo>
                <a:lnTo>
                  <a:pt x="2645833" y="1398054"/>
                </a:lnTo>
                <a:cubicBezTo>
                  <a:pt x="2645833" y="1440140"/>
                  <a:pt x="2611715" y="1474258"/>
                  <a:pt x="2569629" y="1474258"/>
                </a:cubicBezTo>
                <a:lnTo>
                  <a:pt x="76204" y="1474258"/>
                </a:lnTo>
                <a:cubicBezTo>
                  <a:pt x="34146" y="1474258"/>
                  <a:pt x="0" y="1440112"/>
                  <a:pt x="0" y="1398054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0F172A"/>
          </a:solidFill>
          <a:ln w="22578">
            <a:solidFill>
              <a:srgbClr val="475569"/>
            </a:solidFill>
            <a:prstDash val="dash"/>
          </a:ln>
        </p:spPr>
      </p:sp>
      <p:sp>
        <p:nvSpPr>
          <p:cNvPr id="66" name="Shape 64"/>
          <p:cNvSpPr/>
          <p:nvPr/>
        </p:nvSpPr>
        <p:spPr>
          <a:xfrm>
            <a:off x="10275623" y="467611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47625" y="41672"/>
                </a:moveTo>
                <a:cubicBezTo>
                  <a:pt x="57482" y="41672"/>
                  <a:pt x="65484" y="49674"/>
                  <a:pt x="65484" y="59531"/>
                </a:cubicBezTo>
                <a:cubicBezTo>
                  <a:pt x="65484" y="69388"/>
                  <a:pt x="57482" y="77391"/>
                  <a:pt x="47625" y="77391"/>
                </a:cubicBezTo>
                <a:cubicBezTo>
                  <a:pt x="37768" y="77391"/>
                  <a:pt x="29766" y="69388"/>
                  <a:pt x="29766" y="59531"/>
                </a:cubicBezTo>
                <a:cubicBezTo>
                  <a:pt x="29766" y="49674"/>
                  <a:pt x="37768" y="41672"/>
                  <a:pt x="47625" y="41672"/>
                </a:cubicBezTo>
                <a:close/>
                <a:moveTo>
                  <a:pt x="101203" y="83344"/>
                </a:moveTo>
                <a:cubicBezTo>
                  <a:pt x="104329" y="83344"/>
                  <a:pt x="107193" y="84981"/>
                  <a:pt x="108831" y="87623"/>
                </a:cubicBezTo>
                <a:lnTo>
                  <a:pt x="141573" y="141201"/>
                </a:lnTo>
                <a:cubicBezTo>
                  <a:pt x="143247" y="143954"/>
                  <a:pt x="143321" y="147414"/>
                  <a:pt x="141759" y="150242"/>
                </a:cubicBezTo>
                <a:cubicBezTo>
                  <a:pt x="140196" y="153070"/>
                  <a:pt x="137182" y="154781"/>
                  <a:pt x="133945" y="154781"/>
                </a:cubicBezTo>
                <a:lnTo>
                  <a:pt x="32742" y="154781"/>
                </a:lnTo>
                <a:cubicBezTo>
                  <a:pt x="29431" y="154781"/>
                  <a:pt x="26343" y="152921"/>
                  <a:pt x="24817" y="149982"/>
                </a:cubicBezTo>
                <a:cubicBezTo>
                  <a:pt x="23292" y="147042"/>
                  <a:pt x="23515" y="143470"/>
                  <a:pt x="25412" y="140754"/>
                </a:cubicBezTo>
                <a:lnTo>
                  <a:pt x="46248" y="110989"/>
                </a:lnTo>
                <a:cubicBezTo>
                  <a:pt x="47923" y="108607"/>
                  <a:pt x="50639" y="107193"/>
                  <a:pt x="53578" y="107193"/>
                </a:cubicBezTo>
                <a:cubicBezTo>
                  <a:pt x="56517" y="107193"/>
                  <a:pt x="59234" y="108607"/>
                  <a:pt x="60908" y="110989"/>
                </a:cubicBezTo>
                <a:lnTo>
                  <a:pt x="70731" y="125053"/>
                </a:lnTo>
                <a:lnTo>
                  <a:pt x="93576" y="87660"/>
                </a:lnTo>
                <a:cubicBezTo>
                  <a:pt x="95213" y="85018"/>
                  <a:pt x="98078" y="83381"/>
                  <a:pt x="101203" y="83381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67" name="Text 65"/>
          <p:cNvSpPr/>
          <p:nvPr/>
        </p:nvSpPr>
        <p:spPr>
          <a:xfrm>
            <a:off x="9960505" y="4904715"/>
            <a:ext cx="800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NAVEGACIÓN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49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rotWithShape="1" flip="none">
            <a:gsLst>
              <a:gs pos="0">
                <a:srgbClr val="EC4899"/>
              </a:gs>
              <a:gs pos="100000">
                <a:srgbClr val="DB2777"/>
              </a:gs>
            </a:gsLst>
            <a:lin ang="27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401395" y="428625"/>
            <a:ext cx="293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3750" y="317500"/>
            <a:ext cx="35163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AI Enrichment Service (Mock)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3750" y="603250"/>
            <a:ext cx="817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48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enrichment_db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20463" y="603250"/>
            <a:ext cx="7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|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08437" y="603250"/>
            <a:ext cx="436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FastAPI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700191" y="377474"/>
            <a:ext cx="1173868" cy="324556"/>
          </a:xfrm>
          <a:custGeom>
            <a:avLst/>
            <a:gdLst/>
            <a:ahLst/>
            <a:cxnLst/>
            <a:rect l="l" t="t" r="r" b="b"/>
            <a:pathLst>
              <a:path w="1173868" h="324556">
                <a:moveTo>
                  <a:pt x="63499" y="0"/>
                </a:moveTo>
                <a:lnTo>
                  <a:pt x="1110369" y="0"/>
                </a:lnTo>
                <a:cubicBezTo>
                  <a:pt x="1145438" y="0"/>
                  <a:pt x="1173868" y="28430"/>
                  <a:pt x="1173868" y="63499"/>
                </a:cubicBezTo>
                <a:lnTo>
                  <a:pt x="1173868" y="261056"/>
                </a:lnTo>
                <a:cubicBezTo>
                  <a:pt x="1173868" y="296102"/>
                  <a:pt x="1145415" y="324556"/>
                  <a:pt x="1110369" y="324556"/>
                </a:cubicBezTo>
                <a:lnTo>
                  <a:pt x="63499" y="324556"/>
                </a:lnTo>
                <a:cubicBezTo>
                  <a:pt x="28430" y="324556"/>
                  <a:pt x="0" y="296126"/>
                  <a:pt x="0" y="261056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11289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30719" y="472723"/>
            <a:ext cx="965288" cy="14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COMPLETADO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1028" y="860778"/>
            <a:ext cx="5706181" cy="769056"/>
          </a:xfrm>
          <a:custGeom>
            <a:avLst/>
            <a:gdLst/>
            <a:ahLst/>
            <a:cxnLst/>
            <a:rect l="l" t="t" r="r" b="b"/>
            <a:pathLst>
              <a:path w="5706181" h="769056">
                <a:moveTo>
                  <a:pt x="95248" y="0"/>
                </a:moveTo>
                <a:lnTo>
                  <a:pt x="5610933" y="0"/>
                </a:lnTo>
                <a:cubicBezTo>
                  <a:pt x="5663537" y="0"/>
                  <a:pt x="5706181" y="42644"/>
                  <a:pt x="5706181" y="95248"/>
                </a:cubicBezTo>
                <a:lnTo>
                  <a:pt x="5706181" y="673808"/>
                </a:lnTo>
                <a:cubicBezTo>
                  <a:pt x="5706181" y="726412"/>
                  <a:pt x="5663537" y="769056"/>
                  <a:pt x="5610933" y="769056"/>
                </a:cubicBezTo>
                <a:lnTo>
                  <a:pt x="95248" y="769056"/>
                </a:lnTo>
                <a:cubicBezTo>
                  <a:pt x="42644" y="769056"/>
                  <a:pt x="0" y="726412"/>
                  <a:pt x="0" y="673808"/>
                </a:cubicBezTo>
                <a:lnTo>
                  <a:pt x="0" y="95248"/>
                </a:lnTo>
                <a:cubicBezTo>
                  <a:pt x="0" y="42644"/>
                  <a:pt x="42644" y="0"/>
                  <a:pt x="95248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5681" y="991304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98971" y="95300"/>
                </a:moveTo>
                <a:cubicBezTo>
                  <a:pt x="93489" y="85775"/>
                  <a:pt x="83195" y="79375"/>
                  <a:pt x="71438" y="79375"/>
                </a:cubicBezTo>
                <a:lnTo>
                  <a:pt x="55563" y="79375"/>
                </a:lnTo>
                <a:cubicBezTo>
                  <a:pt x="43805" y="79375"/>
                  <a:pt x="33511" y="85775"/>
                  <a:pt x="28029" y="95300"/>
                </a:cubicBezTo>
                <a:cubicBezTo>
                  <a:pt x="36761" y="105023"/>
                  <a:pt x="49411" y="111125"/>
                  <a:pt x="63500" y="111125"/>
                </a:cubicBezTo>
                <a:cubicBezTo>
                  <a:pt x="77589" y="111125"/>
                  <a:pt x="90239" y="104998"/>
                  <a:pt x="98971" y="95300"/>
                </a:cubicBezTo>
                <a:close/>
                <a:moveTo>
                  <a:pt x="0" y="63500"/>
                </a:moveTo>
                <a:cubicBezTo>
                  <a:pt x="0" y="28453"/>
                  <a:pt x="28453" y="0"/>
                  <a:pt x="63500" y="0"/>
                </a:cubicBez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lose/>
                <a:moveTo>
                  <a:pt x="63500" y="67469"/>
                </a:moveTo>
                <a:cubicBezTo>
                  <a:pt x="73357" y="67469"/>
                  <a:pt x="81359" y="59466"/>
                  <a:pt x="81359" y="49609"/>
                </a:cubicBezTo>
                <a:cubicBezTo>
                  <a:pt x="81359" y="39753"/>
                  <a:pt x="73357" y="31750"/>
                  <a:pt x="63500" y="31750"/>
                </a:cubicBezTo>
                <a:cubicBezTo>
                  <a:pt x="53643" y="31750"/>
                  <a:pt x="45641" y="39753"/>
                  <a:pt x="45641" y="49609"/>
                </a:cubicBezTo>
                <a:cubicBezTo>
                  <a:pt x="45641" y="59466"/>
                  <a:pt x="53643" y="67469"/>
                  <a:pt x="63500" y="67469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12" name="Text 10"/>
          <p:cNvSpPr/>
          <p:nvPr/>
        </p:nvSpPr>
        <p:spPr>
          <a:xfrm>
            <a:off x="642056" y="959554"/>
            <a:ext cx="1166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Historia de Usuario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9806" y="1213554"/>
            <a:ext cx="556418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"Como sistema, quiero tener el servicio de enriquecimiento desacoplado y listo para conectar IA real en Sprint 2."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1028" y="1732143"/>
            <a:ext cx="5706181" cy="5214056"/>
          </a:xfrm>
          <a:custGeom>
            <a:avLst/>
            <a:gdLst/>
            <a:ahLst/>
            <a:cxnLst/>
            <a:rect l="l" t="t" r="r" b="b"/>
            <a:pathLst>
              <a:path w="5706181" h="5214056">
                <a:moveTo>
                  <a:pt x="95261" y="0"/>
                </a:moveTo>
                <a:lnTo>
                  <a:pt x="5610920" y="0"/>
                </a:lnTo>
                <a:cubicBezTo>
                  <a:pt x="5663531" y="0"/>
                  <a:pt x="5706181" y="42650"/>
                  <a:pt x="5706181" y="95261"/>
                </a:cubicBezTo>
                <a:lnTo>
                  <a:pt x="5706181" y="5118795"/>
                </a:lnTo>
                <a:cubicBezTo>
                  <a:pt x="5706181" y="5171406"/>
                  <a:pt x="5663531" y="5214056"/>
                  <a:pt x="5610920" y="5214056"/>
                </a:cubicBezTo>
                <a:lnTo>
                  <a:pt x="95261" y="5214056"/>
                </a:lnTo>
                <a:cubicBezTo>
                  <a:pt x="42650" y="5214056"/>
                  <a:pt x="0" y="5171406"/>
                  <a:pt x="0" y="5118795"/>
                </a:cubicBezTo>
                <a:lnTo>
                  <a:pt x="0" y="95261"/>
                </a:lnTo>
                <a:cubicBezTo>
                  <a:pt x="0" y="42650"/>
                  <a:pt x="42650" y="0"/>
                  <a:pt x="95261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7743" y="1862669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89495" y="298"/>
                </a:moveTo>
                <a:cubicBezTo>
                  <a:pt x="85279" y="-918"/>
                  <a:pt x="80888" y="1538"/>
                  <a:pt x="79673" y="5755"/>
                </a:cubicBezTo>
                <a:lnTo>
                  <a:pt x="47923" y="116880"/>
                </a:lnTo>
                <a:cubicBezTo>
                  <a:pt x="46707" y="121096"/>
                  <a:pt x="49163" y="125487"/>
                  <a:pt x="53380" y="126702"/>
                </a:cubicBezTo>
                <a:cubicBezTo>
                  <a:pt x="57596" y="127918"/>
                  <a:pt x="61987" y="125462"/>
                  <a:pt x="63202" y="121245"/>
                </a:cubicBezTo>
                <a:lnTo>
                  <a:pt x="94952" y="10120"/>
                </a:lnTo>
                <a:cubicBezTo>
                  <a:pt x="96168" y="5904"/>
                  <a:pt x="93712" y="1513"/>
                  <a:pt x="89495" y="298"/>
                </a:cubicBezTo>
                <a:close/>
                <a:moveTo>
                  <a:pt x="105519" y="34057"/>
                </a:moveTo>
                <a:cubicBezTo>
                  <a:pt x="102419" y="37157"/>
                  <a:pt x="102419" y="42193"/>
                  <a:pt x="105519" y="45293"/>
                </a:cubicBezTo>
                <a:lnTo>
                  <a:pt x="123726" y="63500"/>
                </a:lnTo>
                <a:lnTo>
                  <a:pt x="105519" y="81707"/>
                </a:lnTo>
                <a:cubicBezTo>
                  <a:pt x="102419" y="84807"/>
                  <a:pt x="102419" y="89843"/>
                  <a:pt x="105519" y="92943"/>
                </a:cubicBezTo>
                <a:cubicBezTo>
                  <a:pt x="108620" y="96044"/>
                  <a:pt x="113655" y="96044"/>
                  <a:pt x="116756" y="92943"/>
                </a:cubicBezTo>
                <a:lnTo>
                  <a:pt x="140568" y="69131"/>
                </a:lnTo>
                <a:cubicBezTo>
                  <a:pt x="143669" y="66030"/>
                  <a:pt x="143669" y="60995"/>
                  <a:pt x="140568" y="57894"/>
                </a:cubicBezTo>
                <a:lnTo>
                  <a:pt x="116756" y="34082"/>
                </a:lnTo>
                <a:cubicBezTo>
                  <a:pt x="113655" y="30981"/>
                  <a:pt x="108620" y="30981"/>
                  <a:pt x="105519" y="34082"/>
                </a:cubicBezTo>
                <a:close/>
                <a:moveTo>
                  <a:pt x="37381" y="34057"/>
                </a:moveTo>
                <a:cubicBezTo>
                  <a:pt x="34280" y="30956"/>
                  <a:pt x="29245" y="30956"/>
                  <a:pt x="26144" y="34057"/>
                </a:cubicBezTo>
                <a:lnTo>
                  <a:pt x="2332" y="57869"/>
                </a:lnTo>
                <a:cubicBezTo>
                  <a:pt x="-769" y="60970"/>
                  <a:pt x="-769" y="66005"/>
                  <a:pt x="2332" y="69106"/>
                </a:cubicBezTo>
                <a:lnTo>
                  <a:pt x="26144" y="92918"/>
                </a:lnTo>
                <a:cubicBezTo>
                  <a:pt x="29245" y="96019"/>
                  <a:pt x="34280" y="96019"/>
                  <a:pt x="37381" y="92918"/>
                </a:cubicBezTo>
                <a:cubicBezTo>
                  <a:pt x="40481" y="89818"/>
                  <a:pt x="40481" y="84782"/>
                  <a:pt x="37381" y="81682"/>
                </a:cubicBezTo>
                <a:lnTo>
                  <a:pt x="19174" y="63500"/>
                </a:lnTo>
                <a:lnTo>
                  <a:pt x="37356" y="45293"/>
                </a:lnTo>
                <a:cubicBezTo>
                  <a:pt x="40456" y="42193"/>
                  <a:pt x="40456" y="37157"/>
                  <a:pt x="37356" y="3405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42056" y="1830919"/>
            <a:ext cx="89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Implementado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31712" y="2116669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95250"/>
                </a:moveTo>
                <a:cubicBezTo>
                  <a:pt x="73910" y="95250"/>
                  <a:pt x="95250" y="73910"/>
                  <a:pt x="95250" y="47625"/>
                </a:cubicBezTo>
                <a:cubicBezTo>
                  <a:pt x="95250" y="21340"/>
                  <a:pt x="73910" y="0"/>
                  <a:pt x="47625" y="0"/>
                </a:cubicBezTo>
                <a:cubicBezTo>
                  <a:pt x="21340" y="0"/>
                  <a:pt x="0" y="21340"/>
                  <a:pt x="0" y="47625"/>
                </a:cubicBezTo>
                <a:cubicBezTo>
                  <a:pt x="0" y="73910"/>
                  <a:pt x="21340" y="95250"/>
                  <a:pt x="47625" y="95250"/>
                </a:cubicBezTo>
                <a:close/>
                <a:moveTo>
                  <a:pt x="63326" y="39570"/>
                </a:moveTo>
                <a:lnTo>
                  <a:pt x="48444" y="63382"/>
                </a:lnTo>
                <a:cubicBezTo>
                  <a:pt x="47662" y="64629"/>
                  <a:pt x="46323" y="65410"/>
                  <a:pt x="44853" y="65484"/>
                </a:cubicBezTo>
                <a:cubicBezTo>
                  <a:pt x="43383" y="65559"/>
                  <a:pt x="41970" y="64889"/>
                  <a:pt x="41095" y="63698"/>
                </a:cubicBezTo>
                <a:lnTo>
                  <a:pt x="32165" y="51792"/>
                </a:lnTo>
                <a:cubicBezTo>
                  <a:pt x="30677" y="49820"/>
                  <a:pt x="31086" y="47030"/>
                  <a:pt x="33058" y="45541"/>
                </a:cubicBezTo>
                <a:cubicBezTo>
                  <a:pt x="35030" y="44053"/>
                  <a:pt x="37821" y="44462"/>
                  <a:pt x="39309" y="46434"/>
                </a:cubicBezTo>
                <a:lnTo>
                  <a:pt x="44332" y="53132"/>
                </a:lnTo>
                <a:lnTo>
                  <a:pt x="55755" y="34844"/>
                </a:lnTo>
                <a:cubicBezTo>
                  <a:pt x="57057" y="32761"/>
                  <a:pt x="59810" y="32110"/>
                  <a:pt x="61913" y="33431"/>
                </a:cubicBezTo>
                <a:cubicBezTo>
                  <a:pt x="64015" y="34751"/>
                  <a:pt x="64647" y="37486"/>
                  <a:pt x="63326" y="3958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02368" y="2084919"/>
            <a:ext cx="2325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Microservicio completamente independiente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1712" y="2323044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95250"/>
                </a:moveTo>
                <a:cubicBezTo>
                  <a:pt x="73910" y="95250"/>
                  <a:pt x="95250" y="73910"/>
                  <a:pt x="95250" y="47625"/>
                </a:cubicBezTo>
                <a:cubicBezTo>
                  <a:pt x="95250" y="21340"/>
                  <a:pt x="73910" y="0"/>
                  <a:pt x="47625" y="0"/>
                </a:cubicBezTo>
                <a:cubicBezTo>
                  <a:pt x="21340" y="0"/>
                  <a:pt x="0" y="21340"/>
                  <a:pt x="0" y="47625"/>
                </a:cubicBezTo>
                <a:cubicBezTo>
                  <a:pt x="0" y="73910"/>
                  <a:pt x="21340" y="95250"/>
                  <a:pt x="47625" y="95250"/>
                </a:cubicBezTo>
                <a:close/>
                <a:moveTo>
                  <a:pt x="63326" y="39570"/>
                </a:moveTo>
                <a:lnTo>
                  <a:pt x="48444" y="63382"/>
                </a:lnTo>
                <a:cubicBezTo>
                  <a:pt x="47662" y="64629"/>
                  <a:pt x="46323" y="65410"/>
                  <a:pt x="44853" y="65484"/>
                </a:cubicBezTo>
                <a:cubicBezTo>
                  <a:pt x="43383" y="65559"/>
                  <a:pt x="41970" y="64889"/>
                  <a:pt x="41095" y="63698"/>
                </a:cubicBezTo>
                <a:lnTo>
                  <a:pt x="32165" y="51792"/>
                </a:lnTo>
                <a:cubicBezTo>
                  <a:pt x="30677" y="49820"/>
                  <a:pt x="31086" y="47030"/>
                  <a:pt x="33058" y="45541"/>
                </a:cubicBezTo>
                <a:cubicBezTo>
                  <a:pt x="35030" y="44053"/>
                  <a:pt x="37821" y="44462"/>
                  <a:pt x="39309" y="46434"/>
                </a:cubicBezTo>
                <a:lnTo>
                  <a:pt x="44332" y="53132"/>
                </a:lnTo>
                <a:lnTo>
                  <a:pt x="55755" y="34844"/>
                </a:lnTo>
                <a:cubicBezTo>
                  <a:pt x="57057" y="32761"/>
                  <a:pt x="59810" y="32110"/>
                  <a:pt x="61913" y="33431"/>
                </a:cubicBezTo>
                <a:cubicBezTo>
                  <a:pt x="64015" y="34751"/>
                  <a:pt x="64647" y="37486"/>
                  <a:pt x="63326" y="3958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02368" y="2291294"/>
            <a:ext cx="199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 /enrich → recibe datos del libro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31712" y="2529419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95250"/>
                </a:moveTo>
                <a:cubicBezTo>
                  <a:pt x="73910" y="95250"/>
                  <a:pt x="95250" y="73910"/>
                  <a:pt x="95250" y="47625"/>
                </a:cubicBezTo>
                <a:cubicBezTo>
                  <a:pt x="95250" y="21340"/>
                  <a:pt x="73910" y="0"/>
                  <a:pt x="47625" y="0"/>
                </a:cubicBezTo>
                <a:cubicBezTo>
                  <a:pt x="21340" y="0"/>
                  <a:pt x="0" y="21340"/>
                  <a:pt x="0" y="47625"/>
                </a:cubicBezTo>
                <a:cubicBezTo>
                  <a:pt x="0" y="73910"/>
                  <a:pt x="21340" y="95250"/>
                  <a:pt x="47625" y="95250"/>
                </a:cubicBezTo>
                <a:close/>
                <a:moveTo>
                  <a:pt x="63326" y="39570"/>
                </a:moveTo>
                <a:lnTo>
                  <a:pt x="48444" y="63382"/>
                </a:lnTo>
                <a:cubicBezTo>
                  <a:pt x="47662" y="64629"/>
                  <a:pt x="46323" y="65410"/>
                  <a:pt x="44853" y="65484"/>
                </a:cubicBezTo>
                <a:cubicBezTo>
                  <a:pt x="43383" y="65559"/>
                  <a:pt x="41970" y="64889"/>
                  <a:pt x="41095" y="63698"/>
                </a:cubicBezTo>
                <a:lnTo>
                  <a:pt x="32165" y="51792"/>
                </a:lnTo>
                <a:cubicBezTo>
                  <a:pt x="30677" y="49820"/>
                  <a:pt x="31086" y="47030"/>
                  <a:pt x="33058" y="45541"/>
                </a:cubicBezTo>
                <a:cubicBezTo>
                  <a:pt x="35030" y="44053"/>
                  <a:pt x="37821" y="44462"/>
                  <a:pt x="39309" y="46434"/>
                </a:cubicBezTo>
                <a:lnTo>
                  <a:pt x="44332" y="53132"/>
                </a:lnTo>
                <a:lnTo>
                  <a:pt x="55755" y="34844"/>
                </a:lnTo>
                <a:cubicBezTo>
                  <a:pt x="57057" y="32761"/>
                  <a:pt x="59810" y="32110"/>
                  <a:pt x="61913" y="33431"/>
                </a:cubicBezTo>
                <a:cubicBezTo>
                  <a:pt x="64015" y="34751"/>
                  <a:pt x="64647" y="37486"/>
                  <a:pt x="63326" y="3958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02368" y="2497669"/>
            <a:ext cx="3857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Devuelve: descripción generada (mock), categoría sugerida, palabras clave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31712" y="2735794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95250"/>
                </a:moveTo>
                <a:cubicBezTo>
                  <a:pt x="73910" y="95250"/>
                  <a:pt x="95250" y="73910"/>
                  <a:pt x="95250" y="47625"/>
                </a:cubicBezTo>
                <a:cubicBezTo>
                  <a:pt x="95250" y="21340"/>
                  <a:pt x="73910" y="0"/>
                  <a:pt x="47625" y="0"/>
                </a:cubicBezTo>
                <a:cubicBezTo>
                  <a:pt x="21340" y="0"/>
                  <a:pt x="0" y="21340"/>
                  <a:pt x="0" y="47625"/>
                </a:cubicBezTo>
                <a:cubicBezTo>
                  <a:pt x="0" y="73910"/>
                  <a:pt x="21340" y="95250"/>
                  <a:pt x="47625" y="95250"/>
                </a:cubicBezTo>
                <a:close/>
                <a:moveTo>
                  <a:pt x="63326" y="39570"/>
                </a:moveTo>
                <a:lnTo>
                  <a:pt x="48444" y="63382"/>
                </a:lnTo>
                <a:cubicBezTo>
                  <a:pt x="47662" y="64629"/>
                  <a:pt x="46323" y="65410"/>
                  <a:pt x="44853" y="65484"/>
                </a:cubicBezTo>
                <a:cubicBezTo>
                  <a:pt x="43383" y="65559"/>
                  <a:pt x="41970" y="64889"/>
                  <a:pt x="41095" y="63698"/>
                </a:cubicBezTo>
                <a:lnTo>
                  <a:pt x="32165" y="51792"/>
                </a:lnTo>
                <a:cubicBezTo>
                  <a:pt x="30677" y="49820"/>
                  <a:pt x="31086" y="47030"/>
                  <a:pt x="33058" y="45541"/>
                </a:cubicBezTo>
                <a:cubicBezTo>
                  <a:pt x="35030" y="44053"/>
                  <a:pt x="37821" y="44462"/>
                  <a:pt x="39309" y="46434"/>
                </a:cubicBezTo>
                <a:lnTo>
                  <a:pt x="44332" y="53132"/>
                </a:lnTo>
                <a:lnTo>
                  <a:pt x="55755" y="34844"/>
                </a:lnTo>
                <a:cubicBezTo>
                  <a:pt x="57057" y="32761"/>
                  <a:pt x="59810" y="32110"/>
                  <a:pt x="61913" y="33431"/>
                </a:cubicBezTo>
                <a:cubicBezTo>
                  <a:pt x="64015" y="34751"/>
                  <a:pt x="64647" y="37486"/>
                  <a:pt x="63326" y="3958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602368" y="2704044"/>
            <a:ext cx="2889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Estructura diseñada para Sprint 2 sin cambiar contratos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1712" y="2942169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95250"/>
                </a:moveTo>
                <a:cubicBezTo>
                  <a:pt x="73910" y="95250"/>
                  <a:pt x="95250" y="73910"/>
                  <a:pt x="95250" y="47625"/>
                </a:cubicBezTo>
                <a:cubicBezTo>
                  <a:pt x="95250" y="21340"/>
                  <a:pt x="73910" y="0"/>
                  <a:pt x="47625" y="0"/>
                </a:cubicBezTo>
                <a:cubicBezTo>
                  <a:pt x="21340" y="0"/>
                  <a:pt x="0" y="21340"/>
                  <a:pt x="0" y="47625"/>
                </a:cubicBezTo>
                <a:cubicBezTo>
                  <a:pt x="0" y="73910"/>
                  <a:pt x="21340" y="95250"/>
                  <a:pt x="47625" y="95250"/>
                </a:cubicBezTo>
                <a:close/>
                <a:moveTo>
                  <a:pt x="63326" y="39570"/>
                </a:moveTo>
                <a:lnTo>
                  <a:pt x="48444" y="63382"/>
                </a:lnTo>
                <a:cubicBezTo>
                  <a:pt x="47662" y="64629"/>
                  <a:pt x="46323" y="65410"/>
                  <a:pt x="44853" y="65484"/>
                </a:cubicBezTo>
                <a:cubicBezTo>
                  <a:pt x="43383" y="65559"/>
                  <a:pt x="41970" y="64889"/>
                  <a:pt x="41095" y="63698"/>
                </a:cubicBezTo>
                <a:lnTo>
                  <a:pt x="32165" y="51792"/>
                </a:lnTo>
                <a:cubicBezTo>
                  <a:pt x="30677" y="49820"/>
                  <a:pt x="31086" y="47030"/>
                  <a:pt x="33058" y="45541"/>
                </a:cubicBezTo>
                <a:cubicBezTo>
                  <a:pt x="35030" y="44053"/>
                  <a:pt x="37821" y="44462"/>
                  <a:pt x="39309" y="46434"/>
                </a:cubicBezTo>
                <a:lnTo>
                  <a:pt x="44332" y="53132"/>
                </a:lnTo>
                <a:lnTo>
                  <a:pt x="55755" y="34844"/>
                </a:lnTo>
                <a:cubicBezTo>
                  <a:pt x="57057" y="32761"/>
                  <a:pt x="59810" y="32110"/>
                  <a:pt x="61913" y="33431"/>
                </a:cubicBezTo>
                <a:cubicBezTo>
                  <a:pt x="64015" y="34751"/>
                  <a:pt x="64647" y="37486"/>
                  <a:pt x="63326" y="3958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02368" y="2910419"/>
            <a:ext cx="3722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Preparado para: Google Books API, Open Library API, Crossref REST API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21028" y="7050702"/>
            <a:ext cx="5706181" cy="610306"/>
          </a:xfrm>
          <a:custGeom>
            <a:avLst/>
            <a:gdLst/>
            <a:ahLst/>
            <a:cxnLst/>
            <a:rect l="l" t="t" r="r" b="b"/>
            <a:pathLst>
              <a:path w="5706181" h="610306">
                <a:moveTo>
                  <a:pt x="95250" y="0"/>
                </a:moveTo>
                <a:lnTo>
                  <a:pt x="5610930" y="0"/>
                </a:lnTo>
                <a:cubicBezTo>
                  <a:pt x="5663536" y="0"/>
                  <a:pt x="5706181" y="42645"/>
                  <a:pt x="5706181" y="95250"/>
                </a:cubicBezTo>
                <a:lnTo>
                  <a:pt x="5706181" y="515055"/>
                </a:lnTo>
                <a:cubicBezTo>
                  <a:pt x="5706181" y="567661"/>
                  <a:pt x="5663536" y="610306"/>
                  <a:pt x="5610930" y="610306"/>
                </a:cubicBezTo>
                <a:lnTo>
                  <a:pt x="95250" y="610306"/>
                </a:lnTo>
                <a:cubicBezTo>
                  <a:pt x="42645" y="610306"/>
                  <a:pt x="0" y="567661"/>
                  <a:pt x="0" y="51505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F172A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9806" y="7149486"/>
            <a:ext cx="5564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Endpoint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19806" y="7371736"/>
            <a:ext cx="373063" cy="190500"/>
          </a:xfrm>
          <a:custGeom>
            <a:avLst/>
            <a:gdLst/>
            <a:ahLst/>
            <a:cxnLst/>
            <a:rect l="l" t="t" r="r" b="b"/>
            <a:pathLst>
              <a:path w="373063" h="190500">
                <a:moveTo>
                  <a:pt x="31751" y="0"/>
                </a:moveTo>
                <a:lnTo>
                  <a:pt x="341312" y="0"/>
                </a:lnTo>
                <a:cubicBezTo>
                  <a:pt x="358847" y="0"/>
                  <a:pt x="373063" y="14215"/>
                  <a:pt x="373063" y="31751"/>
                </a:cubicBezTo>
                <a:lnTo>
                  <a:pt x="373063" y="158749"/>
                </a:lnTo>
                <a:cubicBezTo>
                  <a:pt x="373063" y="176285"/>
                  <a:pt x="358847" y="190500"/>
                  <a:pt x="341312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419806" y="7371736"/>
            <a:ext cx="420688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8022" y="7387495"/>
            <a:ext cx="412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/enrich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63028" y="860778"/>
            <a:ext cx="5706181" cy="1181806"/>
          </a:xfrm>
          <a:custGeom>
            <a:avLst/>
            <a:gdLst/>
            <a:ahLst/>
            <a:cxnLst/>
            <a:rect l="l" t="t" r="r" b="b"/>
            <a:pathLst>
              <a:path w="5706181" h="1181806">
                <a:moveTo>
                  <a:pt x="95254" y="0"/>
                </a:moveTo>
                <a:lnTo>
                  <a:pt x="5610927" y="0"/>
                </a:lnTo>
                <a:cubicBezTo>
                  <a:pt x="5663534" y="0"/>
                  <a:pt x="5706181" y="42646"/>
                  <a:pt x="5706181" y="95254"/>
                </a:cubicBezTo>
                <a:lnTo>
                  <a:pt x="5706181" y="1086552"/>
                </a:lnTo>
                <a:cubicBezTo>
                  <a:pt x="5706181" y="1139159"/>
                  <a:pt x="5663534" y="1181806"/>
                  <a:pt x="5610927" y="1181806"/>
                </a:cubicBezTo>
                <a:lnTo>
                  <a:pt x="95254" y="1181806"/>
                </a:lnTo>
                <a:cubicBezTo>
                  <a:pt x="42646" y="1181806"/>
                  <a:pt x="0" y="1139159"/>
                  <a:pt x="0" y="1086552"/>
                </a:cubicBezTo>
                <a:lnTo>
                  <a:pt x="0" y="95254"/>
                </a:lnTo>
                <a:cubicBezTo>
                  <a:pt x="0" y="42682"/>
                  <a:pt x="42682" y="0"/>
                  <a:pt x="95254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77681" y="991304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3189" y="9004"/>
                </a:moveTo>
                <a:cubicBezTo>
                  <a:pt x="35892" y="10889"/>
                  <a:pt x="36537" y="14610"/>
                  <a:pt x="34652" y="17289"/>
                </a:cubicBezTo>
                <a:lnTo>
                  <a:pt x="20762" y="37133"/>
                </a:lnTo>
                <a:cubicBezTo>
                  <a:pt x="19745" y="38571"/>
                  <a:pt x="18157" y="39489"/>
                  <a:pt x="16396" y="39638"/>
                </a:cubicBezTo>
                <a:cubicBezTo>
                  <a:pt x="14635" y="39787"/>
                  <a:pt x="12898" y="39191"/>
                  <a:pt x="11658" y="37951"/>
                </a:cubicBezTo>
                <a:lnTo>
                  <a:pt x="1736" y="28029"/>
                </a:lnTo>
                <a:cubicBezTo>
                  <a:pt x="-571" y="25698"/>
                  <a:pt x="-571" y="21927"/>
                  <a:pt x="1736" y="19596"/>
                </a:cubicBezTo>
                <a:cubicBezTo>
                  <a:pt x="4043" y="17264"/>
                  <a:pt x="7838" y="17289"/>
                  <a:pt x="10170" y="19596"/>
                </a:cubicBezTo>
                <a:lnTo>
                  <a:pt x="15081" y="24507"/>
                </a:lnTo>
                <a:lnTo>
                  <a:pt x="24904" y="10468"/>
                </a:lnTo>
                <a:cubicBezTo>
                  <a:pt x="26789" y="7764"/>
                  <a:pt x="30510" y="7119"/>
                  <a:pt x="33189" y="9004"/>
                </a:cubicBezTo>
                <a:close/>
                <a:moveTo>
                  <a:pt x="33189" y="48692"/>
                </a:moveTo>
                <a:cubicBezTo>
                  <a:pt x="35892" y="50577"/>
                  <a:pt x="36537" y="54297"/>
                  <a:pt x="34652" y="56976"/>
                </a:cubicBezTo>
                <a:lnTo>
                  <a:pt x="20762" y="76820"/>
                </a:lnTo>
                <a:cubicBezTo>
                  <a:pt x="19745" y="78259"/>
                  <a:pt x="18157" y="79177"/>
                  <a:pt x="16396" y="79325"/>
                </a:cubicBezTo>
                <a:cubicBezTo>
                  <a:pt x="14635" y="79474"/>
                  <a:pt x="12898" y="78879"/>
                  <a:pt x="11658" y="77639"/>
                </a:cubicBezTo>
                <a:lnTo>
                  <a:pt x="1736" y="67717"/>
                </a:lnTo>
                <a:cubicBezTo>
                  <a:pt x="-595" y="65385"/>
                  <a:pt x="-595" y="61615"/>
                  <a:pt x="1736" y="59308"/>
                </a:cubicBezTo>
                <a:cubicBezTo>
                  <a:pt x="4068" y="57001"/>
                  <a:pt x="7838" y="56976"/>
                  <a:pt x="10145" y="59308"/>
                </a:cubicBezTo>
                <a:lnTo>
                  <a:pt x="15056" y="64219"/>
                </a:lnTo>
                <a:lnTo>
                  <a:pt x="24879" y="50180"/>
                </a:lnTo>
                <a:cubicBezTo>
                  <a:pt x="26764" y="47476"/>
                  <a:pt x="30485" y="46831"/>
                  <a:pt x="33164" y="48716"/>
                </a:cubicBezTo>
                <a:close/>
                <a:moveTo>
                  <a:pt x="55563" y="23812"/>
                </a:moveTo>
                <a:cubicBezTo>
                  <a:pt x="55563" y="19422"/>
                  <a:pt x="59110" y="15875"/>
                  <a:pt x="63500" y="15875"/>
                </a:cubicBezTo>
                <a:lnTo>
                  <a:pt x="119063" y="15875"/>
                </a:lnTo>
                <a:cubicBezTo>
                  <a:pt x="123453" y="15875"/>
                  <a:pt x="127000" y="19422"/>
                  <a:pt x="127000" y="23812"/>
                </a:cubicBezTo>
                <a:cubicBezTo>
                  <a:pt x="127000" y="28203"/>
                  <a:pt x="123453" y="31750"/>
                  <a:pt x="119063" y="31750"/>
                </a:cubicBezTo>
                <a:lnTo>
                  <a:pt x="63500" y="31750"/>
                </a:lnTo>
                <a:cubicBezTo>
                  <a:pt x="59110" y="31750"/>
                  <a:pt x="55563" y="28203"/>
                  <a:pt x="55563" y="23812"/>
                </a:cubicBezTo>
                <a:close/>
                <a:moveTo>
                  <a:pt x="55563" y="63500"/>
                </a:moveTo>
                <a:cubicBezTo>
                  <a:pt x="55563" y="59110"/>
                  <a:pt x="59110" y="55563"/>
                  <a:pt x="63500" y="55563"/>
                </a:cubicBezTo>
                <a:lnTo>
                  <a:pt x="119063" y="55563"/>
                </a:lnTo>
                <a:cubicBezTo>
                  <a:pt x="123453" y="55563"/>
                  <a:pt x="127000" y="59110"/>
                  <a:pt x="127000" y="63500"/>
                </a:cubicBezTo>
                <a:cubicBezTo>
                  <a:pt x="127000" y="67890"/>
                  <a:pt x="123453" y="71438"/>
                  <a:pt x="119063" y="71438"/>
                </a:cubicBezTo>
                <a:lnTo>
                  <a:pt x="63500" y="71438"/>
                </a:lnTo>
                <a:cubicBezTo>
                  <a:pt x="59110" y="71438"/>
                  <a:pt x="55563" y="67890"/>
                  <a:pt x="55563" y="63500"/>
                </a:cubicBezTo>
                <a:close/>
                <a:moveTo>
                  <a:pt x="39688" y="103188"/>
                </a:moveTo>
                <a:cubicBezTo>
                  <a:pt x="39688" y="98797"/>
                  <a:pt x="43235" y="95250"/>
                  <a:pt x="47625" y="95250"/>
                </a:cubicBezTo>
                <a:lnTo>
                  <a:pt x="119063" y="95250"/>
                </a:lnTo>
                <a:cubicBezTo>
                  <a:pt x="123453" y="95250"/>
                  <a:pt x="127000" y="98797"/>
                  <a:pt x="127000" y="103188"/>
                </a:cubicBezTo>
                <a:cubicBezTo>
                  <a:pt x="127000" y="107578"/>
                  <a:pt x="123453" y="111125"/>
                  <a:pt x="119063" y="111125"/>
                </a:cubicBezTo>
                <a:lnTo>
                  <a:pt x="47625" y="111125"/>
                </a:lnTo>
                <a:cubicBezTo>
                  <a:pt x="43235" y="111125"/>
                  <a:pt x="39688" y="107578"/>
                  <a:pt x="39688" y="103188"/>
                </a:cubicBezTo>
                <a:close/>
                <a:moveTo>
                  <a:pt x="15875" y="93266"/>
                </a:moveTo>
                <a:cubicBezTo>
                  <a:pt x="21351" y="93266"/>
                  <a:pt x="25797" y="97711"/>
                  <a:pt x="25797" y="103188"/>
                </a:cubicBezTo>
                <a:cubicBezTo>
                  <a:pt x="25797" y="108664"/>
                  <a:pt x="21351" y="113109"/>
                  <a:pt x="15875" y="113109"/>
                </a:cubicBezTo>
                <a:cubicBezTo>
                  <a:pt x="10399" y="113109"/>
                  <a:pt x="5953" y="108664"/>
                  <a:pt x="5953" y="103188"/>
                </a:cubicBezTo>
                <a:cubicBezTo>
                  <a:pt x="5953" y="97711"/>
                  <a:pt x="10399" y="93266"/>
                  <a:pt x="15875" y="93266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6484056" y="959554"/>
            <a:ext cx="1214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Criterios Cumplidos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79665" y="1245304"/>
            <a:ext cx="83344" cy="95250"/>
          </a:xfrm>
          <a:custGeom>
            <a:avLst/>
            <a:gdLst/>
            <a:ahLst/>
            <a:cxnLst/>
            <a:rect l="l" t="t" r="r" b="b"/>
            <a:pathLst>
              <a:path w="83344" h="95250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6444368" y="1213554"/>
            <a:ext cx="1746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Servicio independiente corriendo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79665" y="1435804"/>
            <a:ext cx="83344" cy="95250"/>
          </a:xfrm>
          <a:custGeom>
            <a:avLst/>
            <a:gdLst/>
            <a:ahLst/>
            <a:cxnLst/>
            <a:rect l="l" t="t" r="r" b="b"/>
            <a:pathLst>
              <a:path w="83344" h="95250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6444368" y="1404054"/>
            <a:ext cx="1944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Contrato de entrada y salida definido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79665" y="1626304"/>
            <a:ext cx="83344" cy="95250"/>
          </a:xfrm>
          <a:custGeom>
            <a:avLst/>
            <a:gdLst/>
            <a:ahLst/>
            <a:cxnLst/>
            <a:rect l="l" t="t" r="r" b="b"/>
            <a:pathLst>
              <a:path w="83344" h="95250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6444368" y="1594554"/>
            <a:ext cx="215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Respuesta mock estructurada y funcional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79665" y="1816804"/>
            <a:ext cx="83344" cy="95250"/>
          </a:xfrm>
          <a:custGeom>
            <a:avLst/>
            <a:gdLst/>
            <a:ahLst/>
            <a:cxnLst/>
            <a:rect l="l" t="t" r="r" b="b"/>
            <a:pathLst>
              <a:path w="83344" h="95250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6444368" y="1785054"/>
            <a:ext cx="1539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Arquitectura lista para IA real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63028" y="2144893"/>
            <a:ext cx="5706181" cy="1023056"/>
          </a:xfrm>
          <a:custGeom>
            <a:avLst/>
            <a:gdLst/>
            <a:ahLst/>
            <a:cxnLst/>
            <a:rect l="l" t="t" r="r" b="b"/>
            <a:pathLst>
              <a:path w="5706181" h="1023056">
                <a:moveTo>
                  <a:pt x="95246" y="0"/>
                </a:moveTo>
                <a:lnTo>
                  <a:pt x="5610934" y="0"/>
                </a:lnTo>
                <a:cubicBezTo>
                  <a:pt x="5663537" y="0"/>
                  <a:pt x="5706181" y="42643"/>
                  <a:pt x="5706181" y="95246"/>
                </a:cubicBezTo>
                <a:lnTo>
                  <a:pt x="5706181" y="927809"/>
                </a:lnTo>
                <a:cubicBezTo>
                  <a:pt x="5706181" y="980412"/>
                  <a:pt x="5663537" y="1023056"/>
                  <a:pt x="5610934" y="1023056"/>
                </a:cubicBezTo>
                <a:lnTo>
                  <a:pt x="95246" y="1023056"/>
                </a:lnTo>
                <a:cubicBezTo>
                  <a:pt x="42643" y="1023056"/>
                  <a:pt x="0" y="980412"/>
                  <a:pt x="0" y="927809"/>
                </a:cubicBezTo>
                <a:lnTo>
                  <a:pt x="0" y="95246"/>
                </a:lnTo>
                <a:cubicBezTo>
                  <a:pt x="0" y="42643"/>
                  <a:pt x="42643" y="0"/>
                  <a:pt x="95246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85618" y="2275419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31750" y="-7937"/>
                </a:moveTo>
                <a:cubicBezTo>
                  <a:pt x="36140" y="-7937"/>
                  <a:pt x="39688" y="-4390"/>
                  <a:pt x="39688" y="0"/>
                </a:cubicBezTo>
                <a:lnTo>
                  <a:pt x="39688" y="23812"/>
                </a:lnTo>
                <a:lnTo>
                  <a:pt x="71438" y="23812"/>
                </a:lnTo>
                <a:lnTo>
                  <a:pt x="71438" y="0"/>
                </a:lnTo>
                <a:cubicBezTo>
                  <a:pt x="71438" y="-4390"/>
                  <a:pt x="74985" y="-7937"/>
                  <a:pt x="79375" y="-7937"/>
                </a:cubicBezTo>
                <a:cubicBezTo>
                  <a:pt x="83765" y="-7937"/>
                  <a:pt x="87313" y="-4390"/>
                  <a:pt x="87313" y="0"/>
                </a:cubicBezTo>
                <a:lnTo>
                  <a:pt x="87313" y="23812"/>
                </a:lnTo>
                <a:lnTo>
                  <a:pt x="103188" y="23812"/>
                </a:lnTo>
                <a:cubicBezTo>
                  <a:pt x="107578" y="23812"/>
                  <a:pt x="111125" y="27360"/>
                  <a:pt x="111125" y="31750"/>
                </a:cubicBezTo>
                <a:cubicBezTo>
                  <a:pt x="111125" y="36140"/>
                  <a:pt x="107578" y="39688"/>
                  <a:pt x="103188" y="39688"/>
                </a:cubicBezTo>
                <a:lnTo>
                  <a:pt x="103188" y="55563"/>
                </a:lnTo>
                <a:cubicBezTo>
                  <a:pt x="103188" y="79152"/>
                  <a:pt x="86023" y="98747"/>
                  <a:pt x="63500" y="102518"/>
                </a:cubicBezTo>
                <a:lnTo>
                  <a:pt x="63500" y="119063"/>
                </a:lnTo>
                <a:cubicBezTo>
                  <a:pt x="63500" y="123453"/>
                  <a:pt x="59953" y="127000"/>
                  <a:pt x="55563" y="127000"/>
                </a:cubicBezTo>
                <a:cubicBezTo>
                  <a:pt x="51172" y="127000"/>
                  <a:pt x="47625" y="123453"/>
                  <a:pt x="47625" y="119063"/>
                </a:cubicBezTo>
                <a:lnTo>
                  <a:pt x="47625" y="102518"/>
                </a:lnTo>
                <a:cubicBezTo>
                  <a:pt x="25102" y="98747"/>
                  <a:pt x="7938" y="79152"/>
                  <a:pt x="7938" y="55563"/>
                </a:cubicBezTo>
                <a:lnTo>
                  <a:pt x="7938" y="39688"/>
                </a:lnTo>
                <a:cubicBezTo>
                  <a:pt x="3547" y="39688"/>
                  <a:pt x="0" y="36140"/>
                  <a:pt x="0" y="31750"/>
                </a:cubicBezTo>
                <a:cubicBezTo>
                  <a:pt x="0" y="27360"/>
                  <a:pt x="3547" y="23812"/>
                  <a:pt x="7938" y="23812"/>
                </a:cubicBezTo>
                <a:lnTo>
                  <a:pt x="23812" y="23812"/>
                </a:lnTo>
                <a:lnTo>
                  <a:pt x="23812" y="0"/>
                </a:lnTo>
                <a:cubicBezTo>
                  <a:pt x="23812" y="-4390"/>
                  <a:pt x="27360" y="-7937"/>
                  <a:pt x="31750" y="-7937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5" name="Text 43"/>
          <p:cNvSpPr/>
          <p:nvPr/>
        </p:nvSpPr>
        <p:spPr>
          <a:xfrm>
            <a:off x="6484056" y="2243669"/>
            <a:ext cx="1404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APIs a Integrar Sprint 2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77681" y="2521482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108521" y="56821"/>
                </a:moveTo>
                <a:cubicBezTo>
                  <a:pt x="108521" y="87533"/>
                  <a:pt x="87489" y="109389"/>
                  <a:pt x="56431" y="109389"/>
                </a:cubicBezTo>
                <a:cubicBezTo>
                  <a:pt x="26653" y="109389"/>
                  <a:pt x="2604" y="85341"/>
                  <a:pt x="2604" y="55563"/>
                </a:cubicBezTo>
                <a:cubicBezTo>
                  <a:pt x="2604" y="25784"/>
                  <a:pt x="26653" y="1736"/>
                  <a:pt x="56431" y="1736"/>
                </a:cubicBezTo>
                <a:cubicBezTo>
                  <a:pt x="70929" y="1736"/>
                  <a:pt x="83127" y="7054"/>
                  <a:pt x="92525" y="15822"/>
                </a:cubicBezTo>
                <a:lnTo>
                  <a:pt x="77874" y="29908"/>
                </a:lnTo>
                <a:cubicBezTo>
                  <a:pt x="58710" y="11416"/>
                  <a:pt x="23071" y="25307"/>
                  <a:pt x="23071" y="55563"/>
                </a:cubicBezTo>
                <a:cubicBezTo>
                  <a:pt x="23071" y="74337"/>
                  <a:pt x="38069" y="89551"/>
                  <a:pt x="56431" y="89551"/>
                </a:cubicBezTo>
                <a:cubicBezTo>
                  <a:pt x="77744" y="89551"/>
                  <a:pt x="85731" y="74271"/>
                  <a:pt x="86990" y="66349"/>
                </a:cubicBezTo>
                <a:lnTo>
                  <a:pt x="56431" y="66349"/>
                </a:lnTo>
                <a:lnTo>
                  <a:pt x="56431" y="47836"/>
                </a:lnTo>
                <a:lnTo>
                  <a:pt x="107674" y="47836"/>
                </a:lnTo>
                <a:cubicBezTo>
                  <a:pt x="108173" y="50592"/>
                  <a:pt x="108521" y="53240"/>
                  <a:pt x="108521" y="56821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47" name="Text 45"/>
          <p:cNvSpPr/>
          <p:nvPr/>
        </p:nvSpPr>
        <p:spPr>
          <a:xfrm>
            <a:off x="6464212" y="2497669"/>
            <a:ext cx="960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 Books API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284626" y="2727857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83344" y="111125"/>
                </a:moveTo>
                <a:lnTo>
                  <a:pt x="20836" y="111125"/>
                </a:lnTo>
                <a:cubicBezTo>
                  <a:pt x="9333" y="111125"/>
                  <a:pt x="0" y="101792"/>
                  <a:pt x="0" y="90289"/>
                </a:cubicBezTo>
                <a:lnTo>
                  <a:pt x="0" y="20836"/>
                </a:lnTo>
                <a:cubicBezTo>
                  <a:pt x="0" y="9333"/>
                  <a:pt x="9333" y="0"/>
                  <a:pt x="20836" y="0"/>
                </a:cubicBezTo>
                <a:lnTo>
                  <a:pt x="86816" y="0"/>
                </a:lnTo>
                <a:cubicBezTo>
                  <a:pt x="92568" y="0"/>
                  <a:pt x="97234" y="4666"/>
                  <a:pt x="97234" y="10418"/>
                </a:cubicBezTo>
                <a:lnTo>
                  <a:pt x="97234" y="72926"/>
                </a:lnTo>
                <a:cubicBezTo>
                  <a:pt x="97234" y="77462"/>
                  <a:pt x="94326" y="81325"/>
                  <a:pt x="90289" y="82758"/>
                </a:cubicBezTo>
                <a:lnTo>
                  <a:pt x="90289" y="97234"/>
                </a:lnTo>
                <a:cubicBezTo>
                  <a:pt x="94131" y="97234"/>
                  <a:pt x="97234" y="100338"/>
                  <a:pt x="97234" y="104180"/>
                </a:cubicBezTo>
                <a:cubicBezTo>
                  <a:pt x="97234" y="108021"/>
                  <a:pt x="94131" y="111125"/>
                  <a:pt x="90289" y="111125"/>
                </a:cubicBezTo>
                <a:lnTo>
                  <a:pt x="83344" y="111125"/>
                </a:lnTo>
                <a:close/>
                <a:moveTo>
                  <a:pt x="20836" y="83344"/>
                </a:moveTo>
                <a:cubicBezTo>
                  <a:pt x="16994" y="83344"/>
                  <a:pt x="13891" y="86447"/>
                  <a:pt x="13891" y="90289"/>
                </a:cubicBezTo>
                <a:cubicBezTo>
                  <a:pt x="13891" y="94131"/>
                  <a:pt x="16994" y="97234"/>
                  <a:pt x="20836" y="97234"/>
                </a:cubicBezTo>
                <a:lnTo>
                  <a:pt x="76398" y="97234"/>
                </a:lnTo>
                <a:lnTo>
                  <a:pt x="76398" y="83344"/>
                </a:lnTo>
                <a:lnTo>
                  <a:pt x="20836" y="83344"/>
                </a:lnTo>
                <a:close/>
                <a:moveTo>
                  <a:pt x="27781" y="32990"/>
                </a:moveTo>
                <a:cubicBezTo>
                  <a:pt x="27781" y="35877"/>
                  <a:pt x="30104" y="38199"/>
                  <a:pt x="32990" y="38199"/>
                </a:cubicBezTo>
                <a:lnTo>
                  <a:pt x="71189" y="38199"/>
                </a:lnTo>
                <a:cubicBezTo>
                  <a:pt x="74076" y="38199"/>
                  <a:pt x="76398" y="35877"/>
                  <a:pt x="76398" y="32990"/>
                </a:cubicBezTo>
                <a:cubicBezTo>
                  <a:pt x="76398" y="30104"/>
                  <a:pt x="74076" y="27781"/>
                  <a:pt x="71189" y="27781"/>
                </a:cubicBezTo>
                <a:lnTo>
                  <a:pt x="32990" y="27781"/>
                </a:lnTo>
                <a:cubicBezTo>
                  <a:pt x="30104" y="27781"/>
                  <a:pt x="27781" y="30104"/>
                  <a:pt x="27781" y="32990"/>
                </a:cubicBezTo>
                <a:close/>
                <a:moveTo>
                  <a:pt x="32990" y="48617"/>
                </a:moveTo>
                <a:cubicBezTo>
                  <a:pt x="30104" y="48617"/>
                  <a:pt x="27781" y="50940"/>
                  <a:pt x="27781" y="53826"/>
                </a:cubicBezTo>
                <a:cubicBezTo>
                  <a:pt x="27781" y="56713"/>
                  <a:pt x="30104" y="59035"/>
                  <a:pt x="32990" y="59035"/>
                </a:cubicBezTo>
                <a:lnTo>
                  <a:pt x="71189" y="59035"/>
                </a:lnTo>
                <a:cubicBezTo>
                  <a:pt x="74076" y="59035"/>
                  <a:pt x="76398" y="56713"/>
                  <a:pt x="76398" y="53826"/>
                </a:cubicBezTo>
                <a:cubicBezTo>
                  <a:pt x="76398" y="50940"/>
                  <a:pt x="74076" y="48617"/>
                  <a:pt x="71189" y="48617"/>
                </a:cubicBezTo>
                <a:lnTo>
                  <a:pt x="32990" y="48617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9" name="Text 47"/>
          <p:cNvSpPr/>
          <p:nvPr/>
        </p:nvSpPr>
        <p:spPr>
          <a:xfrm>
            <a:off x="6464212" y="2704044"/>
            <a:ext cx="920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 Library API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277681" y="2934232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109085" y="32686"/>
                </a:moveTo>
                <a:lnTo>
                  <a:pt x="88249" y="53522"/>
                </a:lnTo>
                <a:cubicBezTo>
                  <a:pt x="86252" y="55519"/>
                  <a:pt x="83279" y="56105"/>
                  <a:pt x="80674" y="55020"/>
                </a:cubicBezTo>
                <a:cubicBezTo>
                  <a:pt x="78070" y="53935"/>
                  <a:pt x="76398" y="51417"/>
                  <a:pt x="76398" y="48617"/>
                </a:cubicBezTo>
                <a:lnTo>
                  <a:pt x="76398" y="34727"/>
                </a:lnTo>
                <a:lnTo>
                  <a:pt x="6945" y="34727"/>
                </a:lnTo>
                <a:cubicBezTo>
                  <a:pt x="3104" y="34727"/>
                  <a:pt x="0" y="31623"/>
                  <a:pt x="0" y="27781"/>
                </a:cubicBezTo>
                <a:cubicBezTo>
                  <a:pt x="0" y="23940"/>
                  <a:pt x="3104" y="20836"/>
                  <a:pt x="6945" y="20836"/>
                </a:cubicBezTo>
                <a:lnTo>
                  <a:pt x="76398" y="20836"/>
                </a:lnTo>
                <a:lnTo>
                  <a:pt x="76398" y="6945"/>
                </a:lnTo>
                <a:cubicBezTo>
                  <a:pt x="76398" y="4145"/>
                  <a:pt x="78091" y="1606"/>
                  <a:pt x="80696" y="521"/>
                </a:cubicBezTo>
                <a:cubicBezTo>
                  <a:pt x="83300" y="-564"/>
                  <a:pt x="86274" y="43"/>
                  <a:pt x="88271" y="2018"/>
                </a:cubicBezTo>
                <a:lnTo>
                  <a:pt x="109107" y="22854"/>
                </a:lnTo>
                <a:cubicBezTo>
                  <a:pt x="111820" y="25567"/>
                  <a:pt x="111820" y="29973"/>
                  <a:pt x="109107" y="32686"/>
                </a:cubicBezTo>
                <a:close/>
                <a:moveTo>
                  <a:pt x="22854" y="109085"/>
                </a:moveTo>
                <a:lnTo>
                  <a:pt x="2018" y="88249"/>
                </a:lnTo>
                <a:cubicBezTo>
                  <a:pt x="-695" y="85536"/>
                  <a:pt x="-695" y="81130"/>
                  <a:pt x="2018" y="78417"/>
                </a:cubicBezTo>
                <a:lnTo>
                  <a:pt x="22854" y="57581"/>
                </a:lnTo>
                <a:cubicBezTo>
                  <a:pt x="24851" y="55584"/>
                  <a:pt x="27825" y="54998"/>
                  <a:pt x="30429" y="56083"/>
                </a:cubicBezTo>
                <a:cubicBezTo>
                  <a:pt x="33034" y="57169"/>
                  <a:pt x="34727" y="59708"/>
                  <a:pt x="34727" y="62508"/>
                </a:cubicBezTo>
                <a:lnTo>
                  <a:pt x="34727" y="76398"/>
                </a:lnTo>
                <a:lnTo>
                  <a:pt x="104180" y="76398"/>
                </a:lnTo>
                <a:cubicBezTo>
                  <a:pt x="108021" y="76398"/>
                  <a:pt x="111125" y="79502"/>
                  <a:pt x="111125" y="83344"/>
                </a:cubicBezTo>
                <a:cubicBezTo>
                  <a:pt x="111125" y="87185"/>
                  <a:pt x="108021" y="90289"/>
                  <a:pt x="104180" y="90289"/>
                </a:cubicBezTo>
                <a:lnTo>
                  <a:pt x="34727" y="90289"/>
                </a:lnTo>
                <a:lnTo>
                  <a:pt x="34727" y="104180"/>
                </a:lnTo>
                <a:cubicBezTo>
                  <a:pt x="34727" y="106980"/>
                  <a:pt x="33034" y="109519"/>
                  <a:pt x="30429" y="110604"/>
                </a:cubicBezTo>
                <a:cubicBezTo>
                  <a:pt x="27825" y="111689"/>
                  <a:pt x="24851" y="111082"/>
                  <a:pt x="22854" y="10910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1" name="Text 49"/>
          <p:cNvSpPr/>
          <p:nvPr/>
        </p:nvSpPr>
        <p:spPr>
          <a:xfrm>
            <a:off x="6464212" y="2910419"/>
            <a:ext cx="984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Crossref REST API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163028" y="3270251"/>
            <a:ext cx="5706181" cy="737306"/>
          </a:xfrm>
          <a:custGeom>
            <a:avLst/>
            <a:gdLst/>
            <a:ahLst/>
            <a:cxnLst/>
            <a:rect l="l" t="t" r="r" b="b"/>
            <a:pathLst>
              <a:path w="5706181" h="737306">
                <a:moveTo>
                  <a:pt x="95253" y="0"/>
                </a:moveTo>
                <a:lnTo>
                  <a:pt x="5610928" y="0"/>
                </a:lnTo>
                <a:cubicBezTo>
                  <a:pt x="5663535" y="0"/>
                  <a:pt x="5706181" y="42646"/>
                  <a:pt x="5706181" y="95253"/>
                </a:cubicBezTo>
                <a:lnTo>
                  <a:pt x="5706181" y="642053"/>
                </a:lnTo>
                <a:cubicBezTo>
                  <a:pt x="5706181" y="694660"/>
                  <a:pt x="5663535" y="737306"/>
                  <a:pt x="5610928" y="737306"/>
                </a:cubicBezTo>
                <a:lnTo>
                  <a:pt x="95253" y="737306"/>
                </a:lnTo>
                <a:cubicBezTo>
                  <a:pt x="42646" y="737306"/>
                  <a:pt x="0" y="694660"/>
                  <a:pt x="0" y="642053"/>
                </a:cubicBezTo>
                <a:lnTo>
                  <a:pt x="0" y="95253"/>
                </a:lnTo>
                <a:cubicBezTo>
                  <a:pt x="0" y="42681"/>
                  <a:pt x="42681" y="0"/>
                  <a:pt x="95253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20000"/>
                </a:srgbClr>
              </a:gs>
              <a:gs pos="100000">
                <a:srgbClr val="3B82F6">
                  <a:alpha val="20000"/>
                </a:srgbClr>
              </a:gs>
            </a:gsLst>
            <a:lin ang="0" scaled="1"/>
          </a:gradFill>
          <a:ln w="11289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69743" y="3400777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76771" y="-4688"/>
                </a:moveTo>
                <a:cubicBezTo>
                  <a:pt x="75754" y="-6672"/>
                  <a:pt x="73695" y="-7937"/>
                  <a:pt x="71462" y="-7937"/>
                </a:cubicBezTo>
                <a:cubicBezTo>
                  <a:pt x="69230" y="-7937"/>
                  <a:pt x="67171" y="-6672"/>
                  <a:pt x="66154" y="-4688"/>
                </a:cubicBezTo>
                <a:lnTo>
                  <a:pt x="47898" y="31080"/>
                </a:lnTo>
                <a:lnTo>
                  <a:pt x="8235" y="37381"/>
                </a:lnTo>
                <a:cubicBezTo>
                  <a:pt x="6028" y="37728"/>
                  <a:pt x="4192" y="39291"/>
                  <a:pt x="3497" y="41424"/>
                </a:cubicBezTo>
                <a:cubicBezTo>
                  <a:pt x="2803" y="43557"/>
                  <a:pt x="3373" y="45889"/>
                  <a:pt x="4936" y="47476"/>
                </a:cubicBezTo>
                <a:lnTo>
                  <a:pt x="33313" y="75878"/>
                </a:lnTo>
                <a:lnTo>
                  <a:pt x="27062" y="115540"/>
                </a:lnTo>
                <a:cubicBezTo>
                  <a:pt x="26715" y="117748"/>
                  <a:pt x="27632" y="119980"/>
                  <a:pt x="29443" y="121295"/>
                </a:cubicBezTo>
                <a:cubicBezTo>
                  <a:pt x="31254" y="122610"/>
                  <a:pt x="33635" y="122808"/>
                  <a:pt x="35644" y="121791"/>
                </a:cubicBezTo>
                <a:lnTo>
                  <a:pt x="71462" y="103584"/>
                </a:lnTo>
                <a:lnTo>
                  <a:pt x="107255" y="121791"/>
                </a:lnTo>
                <a:cubicBezTo>
                  <a:pt x="109240" y="122808"/>
                  <a:pt x="111646" y="122610"/>
                  <a:pt x="113457" y="121295"/>
                </a:cubicBezTo>
                <a:cubicBezTo>
                  <a:pt x="115267" y="119980"/>
                  <a:pt x="116185" y="117773"/>
                  <a:pt x="115838" y="115540"/>
                </a:cubicBezTo>
                <a:lnTo>
                  <a:pt x="109562" y="75878"/>
                </a:lnTo>
                <a:lnTo>
                  <a:pt x="137939" y="47476"/>
                </a:lnTo>
                <a:cubicBezTo>
                  <a:pt x="139526" y="45889"/>
                  <a:pt x="140072" y="43557"/>
                  <a:pt x="139378" y="41424"/>
                </a:cubicBezTo>
                <a:cubicBezTo>
                  <a:pt x="138683" y="39291"/>
                  <a:pt x="136872" y="37728"/>
                  <a:pt x="134640" y="37381"/>
                </a:cubicBezTo>
                <a:lnTo>
                  <a:pt x="95002" y="31080"/>
                </a:lnTo>
                <a:lnTo>
                  <a:pt x="76771" y="-4688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4" name="Text 52"/>
          <p:cNvSpPr/>
          <p:nvPr/>
        </p:nvSpPr>
        <p:spPr>
          <a:xfrm>
            <a:off x="6484056" y="3369027"/>
            <a:ext cx="117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Evaluación Técnica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261806" y="3591277"/>
            <a:ext cx="5564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"Arquitectura correctamente desacoplada."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261806" y="3781777"/>
            <a:ext cx="5556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— Evaluación Sprint 1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163028" y="4109750"/>
            <a:ext cx="5706181" cy="3555118"/>
          </a:xfrm>
          <a:custGeom>
            <a:avLst/>
            <a:gdLst/>
            <a:ahLst/>
            <a:cxnLst/>
            <a:rect l="l" t="t" r="r" b="b"/>
            <a:pathLst>
              <a:path w="5706181" h="3555118">
                <a:moveTo>
                  <a:pt x="95242" y="0"/>
                </a:moveTo>
                <a:lnTo>
                  <a:pt x="5610939" y="0"/>
                </a:lnTo>
                <a:cubicBezTo>
                  <a:pt x="5663539" y="0"/>
                  <a:pt x="5706181" y="42641"/>
                  <a:pt x="5706181" y="95242"/>
                </a:cubicBezTo>
                <a:lnTo>
                  <a:pt x="5706181" y="3459876"/>
                </a:lnTo>
                <a:cubicBezTo>
                  <a:pt x="5706181" y="3512477"/>
                  <a:pt x="5663539" y="3555118"/>
                  <a:pt x="5610939" y="3555118"/>
                </a:cubicBezTo>
                <a:lnTo>
                  <a:pt x="95242" y="3555118"/>
                </a:lnTo>
                <a:cubicBezTo>
                  <a:pt x="42641" y="3555118"/>
                  <a:pt x="0" y="3512477"/>
                  <a:pt x="0" y="3459876"/>
                </a:cubicBezTo>
                <a:lnTo>
                  <a:pt x="0" y="95242"/>
                </a:lnTo>
                <a:cubicBezTo>
                  <a:pt x="0" y="42676"/>
                  <a:pt x="42676" y="0"/>
                  <a:pt x="95242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77681" y="4240276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6984" y="16073"/>
                </a:moveTo>
                <a:lnTo>
                  <a:pt x="34404" y="23812"/>
                </a:lnTo>
                <a:lnTo>
                  <a:pt x="15875" y="23812"/>
                </a:lnTo>
                <a:cubicBezTo>
                  <a:pt x="7119" y="23812"/>
                  <a:pt x="0" y="30931"/>
                  <a:pt x="0" y="39688"/>
                </a:cubicBezTo>
                <a:lnTo>
                  <a:pt x="0" y="103188"/>
                </a:lnTo>
                <a:cubicBezTo>
                  <a:pt x="0" y="111944"/>
                  <a:pt x="7119" y="119063"/>
                  <a:pt x="15875" y="119063"/>
                </a:cubicBezTo>
                <a:lnTo>
                  <a:pt x="111125" y="119063"/>
                </a:lnTo>
                <a:cubicBezTo>
                  <a:pt x="119881" y="119063"/>
                  <a:pt x="127000" y="111944"/>
                  <a:pt x="127000" y="103188"/>
                </a:cubicBezTo>
                <a:lnTo>
                  <a:pt x="127000" y="39688"/>
                </a:lnTo>
                <a:cubicBezTo>
                  <a:pt x="127000" y="30931"/>
                  <a:pt x="119881" y="23812"/>
                  <a:pt x="111125" y="23812"/>
                </a:cubicBezTo>
                <a:lnTo>
                  <a:pt x="92596" y="23812"/>
                </a:lnTo>
                <a:lnTo>
                  <a:pt x="90016" y="16073"/>
                </a:lnTo>
                <a:cubicBezTo>
                  <a:pt x="88404" y="11212"/>
                  <a:pt x="83865" y="7938"/>
                  <a:pt x="78730" y="7938"/>
                </a:cubicBezTo>
                <a:lnTo>
                  <a:pt x="48270" y="7938"/>
                </a:lnTo>
                <a:cubicBezTo>
                  <a:pt x="43135" y="7938"/>
                  <a:pt x="38596" y="11212"/>
                  <a:pt x="36984" y="16073"/>
                </a:cubicBezTo>
                <a:close/>
                <a:moveTo>
                  <a:pt x="63500" y="47625"/>
                </a:moveTo>
                <a:cubicBezTo>
                  <a:pt x="76642" y="47625"/>
                  <a:pt x="87313" y="58295"/>
                  <a:pt x="87313" y="71438"/>
                </a:cubicBezTo>
                <a:cubicBezTo>
                  <a:pt x="87313" y="84580"/>
                  <a:pt x="76642" y="95250"/>
                  <a:pt x="63500" y="95250"/>
                </a:cubicBezTo>
                <a:cubicBezTo>
                  <a:pt x="50358" y="95250"/>
                  <a:pt x="39688" y="84580"/>
                  <a:pt x="39688" y="71438"/>
                </a:cubicBezTo>
                <a:cubicBezTo>
                  <a:pt x="39688" y="58295"/>
                  <a:pt x="50358" y="47625"/>
                  <a:pt x="63500" y="47625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59" name="Text 57"/>
          <p:cNvSpPr/>
          <p:nvPr/>
        </p:nvSpPr>
        <p:spPr>
          <a:xfrm>
            <a:off x="6484056" y="4208526"/>
            <a:ext cx="61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Evidencia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268861" y="4469582"/>
            <a:ext cx="5498924" cy="3085924"/>
          </a:xfrm>
          <a:custGeom>
            <a:avLst/>
            <a:gdLst/>
            <a:ahLst/>
            <a:cxnLst/>
            <a:rect l="l" t="t" r="r" b="b"/>
            <a:pathLst>
              <a:path w="5498924" h="3085924">
                <a:moveTo>
                  <a:pt x="63508" y="0"/>
                </a:moveTo>
                <a:lnTo>
                  <a:pt x="5435415" y="0"/>
                </a:lnTo>
                <a:cubicBezTo>
                  <a:pt x="5470490" y="0"/>
                  <a:pt x="5498924" y="28434"/>
                  <a:pt x="5498924" y="63508"/>
                </a:cubicBezTo>
                <a:lnTo>
                  <a:pt x="5498924" y="3022415"/>
                </a:lnTo>
                <a:cubicBezTo>
                  <a:pt x="5498924" y="3057490"/>
                  <a:pt x="5470490" y="3085924"/>
                  <a:pt x="5435415" y="3085924"/>
                </a:cubicBezTo>
                <a:lnTo>
                  <a:pt x="63508" y="3085924"/>
                </a:lnTo>
                <a:cubicBezTo>
                  <a:pt x="28434" y="3085924"/>
                  <a:pt x="0" y="3057490"/>
                  <a:pt x="0" y="3022415"/>
                </a:cubicBezTo>
                <a:lnTo>
                  <a:pt x="0" y="63508"/>
                </a:lnTo>
                <a:cubicBezTo>
                  <a:pt x="0" y="28457"/>
                  <a:pt x="28457" y="0"/>
                  <a:pt x="63508" y="0"/>
                </a:cubicBezTo>
                <a:close/>
              </a:path>
            </a:pathLst>
          </a:custGeom>
          <a:solidFill>
            <a:srgbClr val="0F172A"/>
          </a:solidFill>
          <a:ln w="22578">
            <a:solidFill>
              <a:srgbClr val="475569"/>
            </a:solidFill>
            <a:prstDash val="dash"/>
          </a:ln>
        </p:spPr>
      </p:sp>
      <p:sp>
        <p:nvSpPr>
          <p:cNvPr id="61" name="Shape 59"/>
          <p:cNvSpPr/>
          <p:nvPr/>
        </p:nvSpPr>
        <p:spPr>
          <a:xfrm>
            <a:off x="8933656" y="583769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47625" y="41672"/>
                </a:moveTo>
                <a:cubicBezTo>
                  <a:pt x="57482" y="41672"/>
                  <a:pt x="65484" y="49674"/>
                  <a:pt x="65484" y="59531"/>
                </a:cubicBezTo>
                <a:cubicBezTo>
                  <a:pt x="65484" y="69388"/>
                  <a:pt x="57482" y="77391"/>
                  <a:pt x="47625" y="77391"/>
                </a:cubicBezTo>
                <a:cubicBezTo>
                  <a:pt x="37768" y="77391"/>
                  <a:pt x="29766" y="69388"/>
                  <a:pt x="29766" y="59531"/>
                </a:cubicBezTo>
                <a:cubicBezTo>
                  <a:pt x="29766" y="49674"/>
                  <a:pt x="37768" y="41672"/>
                  <a:pt x="47625" y="41672"/>
                </a:cubicBezTo>
                <a:close/>
                <a:moveTo>
                  <a:pt x="101203" y="83344"/>
                </a:moveTo>
                <a:cubicBezTo>
                  <a:pt x="104329" y="83344"/>
                  <a:pt x="107193" y="84981"/>
                  <a:pt x="108831" y="87623"/>
                </a:cubicBezTo>
                <a:lnTo>
                  <a:pt x="141573" y="141201"/>
                </a:lnTo>
                <a:cubicBezTo>
                  <a:pt x="143247" y="143954"/>
                  <a:pt x="143321" y="147414"/>
                  <a:pt x="141759" y="150242"/>
                </a:cubicBezTo>
                <a:cubicBezTo>
                  <a:pt x="140196" y="153070"/>
                  <a:pt x="137182" y="154781"/>
                  <a:pt x="133945" y="154781"/>
                </a:cubicBezTo>
                <a:lnTo>
                  <a:pt x="32742" y="154781"/>
                </a:lnTo>
                <a:cubicBezTo>
                  <a:pt x="29431" y="154781"/>
                  <a:pt x="26343" y="152921"/>
                  <a:pt x="24817" y="149982"/>
                </a:cubicBezTo>
                <a:cubicBezTo>
                  <a:pt x="23292" y="147042"/>
                  <a:pt x="23515" y="143470"/>
                  <a:pt x="25412" y="140754"/>
                </a:cubicBezTo>
                <a:lnTo>
                  <a:pt x="46248" y="110989"/>
                </a:lnTo>
                <a:cubicBezTo>
                  <a:pt x="47923" y="108607"/>
                  <a:pt x="50639" y="107193"/>
                  <a:pt x="53578" y="107193"/>
                </a:cubicBezTo>
                <a:cubicBezTo>
                  <a:pt x="56517" y="107193"/>
                  <a:pt x="59234" y="108607"/>
                  <a:pt x="60908" y="110989"/>
                </a:cubicBezTo>
                <a:lnTo>
                  <a:pt x="70731" y="125053"/>
                </a:lnTo>
                <a:lnTo>
                  <a:pt x="93576" y="87660"/>
                </a:lnTo>
                <a:cubicBezTo>
                  <a:pt x="95213" y="85018"/>
                  <a:pt x="98078" y="83381"/>
                  <a:pt x="101203" y="83381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62" name="Text 60"/>
          <p:cNvSpPr/>
          <p:nvPr/>
        </p:nvSpPr>
        <p:spPr>
          <a:xfrm>
            <a:off x="8264481" y="6059948"/>
            <a:ext cx="1508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 /enrich RESPUESTA MOCK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EF4444"/>
              </a:gs>
              <a:gs pos="100000">
                <a:srgbClr val="DC2626"/>
              </a:gs>
            </a:gsLst>
            <a:lin ang="27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489611" y="514350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500" y="381000"/>
            <a:ext cx="3000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Data Quality Service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723900"/>
            <a:ext cx="695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quality_db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55366" y="723900"/>
            <a:ext cx="9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|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60934" y="723900"/>
            <a:ext cx="52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FastAPI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401829" y="452969"/>
            <a:ext cx="1408642" cy="389467"/>
          </a:xfrm>
          <a:custGeom>
            <a:avLst/>
            <a:gdLst/>
            <a:ahLst/>
            <a:cxnLst/>
            <a:rect l="l" t="t" r="r" b="b"/>
            <a:pathLst>
              <a:path w="1408642" h="389467">
                <a:moveTo>
                  <a:pt x="76199" y="0"/>
                </a:moveTo>
                <a:lnTo>
                  <a:pt x="1332443" y="0"/>
                </a:lnTo>
                <a:cubicBezTo>
                  <a:pt x="1374526" y="0"/>
                  <a:pt x="1408642" y="34116"/>
                  <a:pt x="1408642" y="76199"/>
                </a:cubicBezTo>
                <a:lnTo>
                  <a:pt x="1408642" y="313268"/>
                </a:lnTo>
                <a:cubicBezTo>
                  <a:pt x="1408642" y="355323"/>
                  <a:pt x="1374498" y="389467"/>
                  <a:pt x="1332443" y="389467"/>
                </a:cubicBezTo>
                <a:lnTo>
                  <a:pt x="76199" y="389467"/>
                </a:lnTo>
                <a:cubicBezTo>
                  <a:pt x="34144" y="389467"/>
                  <a:pt x="0" y="355323"/>
                  <a:pt x="0" y="313268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11289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58463" y="567268"/>
            <a:ext cx="1158346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COMPLETADO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233" y="1032933"/>
            <a:ext cx="5628217" cy="922867"/>
          </a:xfrm>
          <a:custGeom>
            <a:avLst/>
            <a:gdLst/>
            <a:ahLst/>
            <a:cxnLst/>
            <a:rect l="l" t="t" r="r" b="b"/>
            <a:pathLst>
              <a:path w="5628217" h="922867">
                <a:moveTo>
                  <a:pt x="114297" y="0"/>
                </a:moveTo>
                <a:lnTo>
                  <a:pt x="5513920" y="0"/>
                </a:lnTo>
                <a:cubicBezTo>
                  <a:pt x="5577044" y="0"/>
                  <a:pt x="5628217" y="51173"/>
                  <a:pt x="5628217" y="114297"/>
                </a:cubicBezTo>
                <a:lnTo>
                  <a:pt x="5628217" y="808570"/>
                </a:lnTo>
                <a:cubicBezTo>
                  <a:pt x="5628217" y="871694"/>
                  <a:pt x="5577044" y="922867"/>
                  <a:pt x="5513920" y="922867"/>
                </a:cubicBezTo>
                <a:lnTo>
                  <a:pt x="114297" y="922867"/>
                </a:lnTo>
                <a:cubicBezTo>
                  <a:pt x="51173" y="922867"/>
                  <a:pt x="0" y="871694"/>
                  <a:pt x="0" y="808570"/>
                </a:cubicBezTo>
                <a:lnTo>
                  <a:pt x="0" y="114297"/>
                </a:lnTo>
                <a:cubicBezTo>
                  <a:pt x="0" y="51173"/>
                  <a:pt x="51173" y="0"/>
                  <a:pt x="114297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2817" y="118956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18765" y="114360"/>
                </a:moveTo>
                <a:cubicBezTo>
                  <a:pt x="112187" y="102930"/>
                  <a:pt x="99834" y="95250"/>
                  <a:pt x="85725" y="95250"/>
                </a:cubicBezTo>
                <a:lnTo>
                  <a:pt x="66675" y="95250"/>
                </a:lnTo>
                <a:cubicBezTo>
                  <a:pt x="52566" y="95250"/>
                  <a:pt x="40213" y="102930"/>
                  <a:pt x="33635" y="114360"/>
                </a:cubicBezTo>
                <a:cubicBezTo>
                  <a:pt x="44113" y="126028"/>
                  <a:pt x="59293" y="133350"/>
                  <a:pt x="76200" y="133350"/>
                </a:cubicBezTo>
                <a:cubicBezTo>
                  <a:pt x="93107" y="133350"/>
                  <a:pt x="108287" y="125998"/>
                  <a:pt x="118765" y="114360"/>
                </a:cubicBez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76200" y="80962"/>
                </a:moveTo>
                <a:cubicBezTo>
                  <a:pt x="88028" y="80962"/>
                  <a:pt x="97631" y="71359"/>
                  <a:pt x="97631" y="59531"/>
                </a:cubicBezTo>
                <a:cubicBezTo>
                  <a:pt x="97631" y="47703"/>
                  <a:pt x="88028" y="38100"/>
                  <a:pt x="76200" y="38100"/>
                </a:cubicBezTo>
                <a:cubicBezTo>
                  <a:pt x="64372" y="38100"/>
                  <a:pt x="54769" y="47703"/>
                  <a:pt x="54769" y="59531"/>
                </a:cubicBezTo>
                <a:cubicBezTo>
                  <a:pt x="54769" y="71359"/>
                  <a:pt x="64372" y="80962"/>
                  <a:pt x="76200" y="80962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770467" y="1151465"/>
            <a:ext cx="1400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Historia de Usuario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3767" y="1456265"/>
            <a:ext cx="5457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"Como administrador, quiero consultar los errores de carga por lote para identificar y corregir problemas."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5233" y="2078572"/>
            <a:ext cx="5628217" cy="3542242"/>
          </a:xfrm>
          <a:custGeom>
            <a:avLst/>
            <a:gdLst/>
            <a:ahLst/>
            <a:cxnLst/>
            <a:rect l="l" t="t" r="r" b="b"/>
            <a:pathLst>
              <a:path w="5628217" h="3542242">
                <a:moveTo>
                  <a:pt x="114308" y="0"/>
                </a:moveTo>
                <a:lnTo>
                  <a:pt x="5513909" y="0"/>
                </a:lnTo>
                <a:cubicBezTo>
                  <a:pt x="5577039" y="0"/>
                  <a:pt x="5628217" y="51177"/>
                  <a:pt x="5628217" y="114308"/>
                </a:cubicBezTo>
                <a:lnTo>
                  <a:pt x="5628217" y="3427934"/>
                </a:lnTo>
                <a:cubicBezTo>
                  <a:pt x="5628217" y="3491064"/>
                  <a:pt x="5577039" y="3542242"/>
                  <a:pt x="5513909" y="3542242"/>
                </a:cubicBezTo>
                <a:lnTo>
                  <a:pt x="114308" y="3542242"/>
                </a:lnTo>
                <a:cubicBezTo>
                  <a:pt x="51177" y="3542242"/>
                  <a:pt x="0" y="3491064"/>
                  <a:pt x="0" y="3427934"/>
                </a:cubicBezTo>
                <a:lnTo>
                  <a:pt x="0" y="114308"/>
                </a:lnTo>
                <a:cubicBezTo>
                  <a:pt x="0" y="51177"/>
                  <a:pt x="51177" y="0"/>
                  <a:pt x="114308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3292" y="223520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770467" y="2197103"/>
            <a:ext cx="107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Implementado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8054" y="254000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722842" y="2501903"/>
            <a:ext cx="2105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 /quality/errors?batch_id={id}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8054" y="278765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722842" y="2749553"/>
            <a:ext cx="3695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ImportError: id, batch_id, row_number, error_type, message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8054" y="303530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722842" y="2997203"/>
            <a:ext cx="3629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Relación con Inventory Service por API (no por BD directa)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8054" y="328295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722842" y="3244853"/>
            <a:ext cx="2524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Consulta filtrada por batch_id específico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18054" y="353060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722842" y="3492503"/>
            <a:ext cx="3171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Número de fila y descripción de cada error visibles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5233" y="5740534"/>
            <a:ext cx="5628217" cy="732367"/>
          </a:xfrm>
          <a:custGeom>
            <a:avLst/>
            <a:gdLst/>
            <a:ahLst/>
            <a:cxnLst/>
            <a:rect l="l" t="t" r="r" b="b"/>
            <a:pathLst>
              <a:path w="5628217" h="732367">
                <a:moveTo>
                  <a:pt x="114300" y="0"/>
                </a:moveTo>
                <a:lnTo>
                  <a:pt x="5513916" y="0"/>
                </a:lnTo>
                <a:cubicBezTo>
                  <a:pt x="5577043" y="0"/>
                  <a:pt x="5628217" y="51174"/>
                  <a:pt x="5628217" y="114300"/>
                </a:cubicBezTo>
                <a:lnTo>
                  <a:pt x="5628217" y="618066"/>
                </a:lnTo>
                <a:cubicBezTo>
                  <a:pt x="5628217" y="681193"/>
                  <a:pt x="5577043" y="732367"/>
                  <a:pt x="5513916" y="732367"/>
                </a:cubicBezTo>
                <a:lnTo>
                  <a:pt x="114300" y="732367"/>
                </a:lnTo>
                <a:cubicBezTo>
                  <a:pt x="51174" y="732367"/>
                  <a:pt x="0" y="681193"/>
                  <a:pt x="0" y="618066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0F172A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3767" y="5859066"/>
            <a:ext cx="5457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Endpoint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3767" y="6125766"/>
            <a:ext cx="371475" cy="228600"/>
          </a:xfrm>
          <a:custGeom>
            <a:avLst/>
            <a:gdLst/>
            <a:ahLst/>
            <a:cxnLst/>
            <a:rect l="l" t="t" r="r" b="b"/>
            <a:pathLst>
              <a:path w="371475" h="228600">
                <a:moveTo>
                  <a:pt x="38101" y="0"/>
                </a:moveTo>
                <a:lnTo>
                  <a:pt x="333374" y="0"/>
                </a:lnTo>
                <a:cubicBezTo>
                  <a:pt x="354417" y="0"/>
                  <a:pt x="371475" y="17058"/>
                  <a:pt x="371475" y="38101"/>
                </a:cubicBezTo>
                <a:lnTo>
                  <a:pt x="371475" y="190499"/>
                </a:lnTo>
                <a:cubicBezTo>
                  <a:pt x="371475" y="211542"/>
                  <a:pt x="354417" y="228600"/>
                  <a:pt x="3333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503767" y="6125766"/>
            <a:ext cx="4286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52500" y="6144685"/>
            <a:ext cx="180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/quality/errors?batch_id={id}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76433" y="1032933"/>
            <a:ext cx="5628217" cy="1646767"/>
          </a:xfrm>
          <a:custGeom>
            <a:avLst/>
            <a:gdLst/>
            <a:ahLst/>
            <a:cxnLst/>
            <a:rect l="l" t="t" r="r" b="b"/>
            <a:pathLst>
              <a:path w="5628217" h="1646767">
                <a:moveTo>
                  <a:pt x="114302" y="0"/>
                </a:moveTo>
                <a:lnTo>
                  <a:pt x="5513915" y="0"/>
                </a:lnTo>
                <a:cubicBezTo>
                  <a:pt x="5577042" y="0"/>
                  <a:pt x="5628217" y="51175"/>
                  <a:pt x="5628217" y="114302"/>
                </a:cubicBezTo>
                <a:lnTo>
                  <a:pt x="5628217" y="1532465"/>
                </a:lnTo>
                <a:cubicBezTo>
                  <a:pt x="5628217" y="1595592"/>
                  <a:pt x="5577042" y="1646767"/>
                  <a:pt x="5513915" y="1646767"/>
                </a:cubicBezTo>
                <a:lnTo>
                  <a:pt x="114302" y="1646767"/>
                </a:lnTo>
                <a:cubicBezTo>
                  <a:pt x="51175" y="1646767"/>
                  <a:pt x="0" y="1595592"/>
                  <a:pt x="0" y="1532465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14017" y="118956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9826" y="10805"/>
                </a:moveTo>
                <a:cubicBezTo>
                  <a:pt x="43071" y="13067"/>
                  <a:pt x="43845" y="17532"/>
                  <a:pt x="41583" y="20747"/>
                </a:cubicBezTo>
                <a:lnTo>
                  <a:pt x="24914" y="44559"/>
                </a:lnTo>
                <a:cubicBezTo>
                  <a:pt x="23693" y="46286"/>
                  <a:pt x="21788" y="47387"/>
                  <a:pt x="19675" y="47565"/>
                </a:cubicBezTo>
                <a:cubicBezTo>
                  <a:pt x="17562" y="47744"/>
                  <a:pt x="15478" y="47030"/>
                  <a:pt x="13990" y="45541"/>
                </a:cubicBezTo>
                <a:lnTo>
                  <a:pt x="2084" y="33635"/>
                </a:lnTo>
                <a:cubicBezTo>
                  <a:pt x="-685" y="30837"/>
                  <a:pt x="-685" y="26313"/>
                  <a:pt x="2084" y="23515"/>
                </a:cubicBezTo>
                <a:cubicBezTo>
                  <a:pt x="4852" y="20717"/>
                  <a:pt x="9406" y="20747"/>
                  <a:pt x="12204" y="23515"/>
                </a:cubicBezTo>
                <a:lnTo>
                  <a:pt x="18098" y="29408"/>
                </a:lnTo>
                <a:lnTo>
                  <a:pt x="29885" y="12561"/>
                </a:lnTo>
                <a:cubicBezTo>
                  <a:pt x="32147" y="9317"/>
                  <a:pt x="36612" y="8543"/>
                  <a:pt x="39826" y="10805"/>
                </a:cubicBezTo>
                <a:close/>
                <a:moveTo>
                  <a:pt x="39826" y="58430"/>
                </a:moveTo>
                <a:cubicBezTo>
                  <a:pt x="43071" y="60692"/>
                  <a:pt x="43845" y="65157"/>
                  <a:pt x="41583" y="68372"/>
                </a:cubicBezTo>
                <a:lnTo>
                  <a:pt x="24914" y="92184"/>
                </a:lnTo>
                <a:cubicBezTo>
                  <a:pt x="23693" y="93911"/>
                  <a:pt x="21788" y="95012"/>
                  <a:pt x="19675" y="95190"/>
                </a:cubicBezTo>
                <a:cubicBezTo>
                  <a:pt x="17562" y="95369"/>
                  <a:pt x="15478" y="94655"/>
                  <a:pt x="13990" y="93166"/>
                </a:cubicBezTo>
                <a:lnTo>
                  <a:pt x="2084" y="81260"/>
                </a:lnTo>
                <a:cubicBezTo>
                  <a:pt x="-714" y="78462"/>
                  <a:pt x="-714" y="73938"/>
                  <a:pt x="2084" y="71170"/>
                </a:cubicBezTo>
                <a:cubicBezTo>
                  <a:pt x="4882" y="68401"/>
                  <a:pt x="9406" y="68372"/>
                  <a:pt x="12174" y="71170"/>
                </a:cubicBezTo>
                <a:lnTo>
                  <a:pt x="18068" y="77063"/>
                </a:lnTo>
                <a:lnTo>
                  <a:pt x="29855" y="60216"/>
                </a:lnTo>
                <a:cubicBezTo>
                  <a:pt x="32117" y="56971"/>
                  <a:pt x="36582" y="56197"/>
                  <a:pt x="39797" y="58460"/>
                </a:cubicBezTo>
                <a:close/>
                <a:moveTo>
                  <a:pt x="66675" y="28575"/>
                </a:moveTo>
                <a:cubicBezTo>
                  <a:pt x="66675" y="23306"/>
                  <a:pt x="70931" y="19050"/>
                  <a:pt x="76200" y="19050"/>
                </a:cubicBezTo>
                <a:lnTo>
                  <a:pt x="142875" y="19050"/>
                </a:lnTo>
                <a:cubicBezTo>
                  <a:pt x="148144" y="19050"/>
                  <a:pt x="152400" y="23306"/>
                  <a:pt x="152400" y="28575"/>
                </a:cubicBezTo>
                <a:cubicBezTo>
                  <a:pt x="152400" y="33844"/>
                  <a:pt x="148144" y="38100"/>
                  <a:pt x="142875" y="38100"/>
                </a:cubicBezTo>
                <a:lnTo>
                  <a:pt x="76200" y="38100"/>
                </a:lnTo>
                <a:cubicBezTo>
                  <a:pt x="70931" y="38100"/>
                  <a:pt x="66675" y="33844"/>
                  <a:pt x="66675" y="28575"/>
                </a:cubicBezTo>
                <a:close/>
                <a:moveTo>
                  <a:pt x="66675" y="76200"/>
                </a:moveTo>
                <a:cubicBezTo>
                  <a:pt x="66675" y="70931"/>
                  <a:pt x="70931" y="66675"/>
                  <a:pt x="76200" y="66675"/>
                </a:cubicBezTo>
                <a:lnTo>
                  <a:pt x="142875" y="66675"/>
                </a:lnTo>
                <a:cubicBezTo>
                  <a:pt x="148144" y="66675"/>
                  <a:pt x="152400" y="70931"/>
                  <a:pt x="152400" y="76200"/>
                </a:cubicBezTo>
                <a:cubicBezTo>
                  <a:pt x="152400" y="81469"/>
                  <a:pt x="148144" y="85725"/>
                  <a:pt x="142875" y="85725"/>
                </a:cubicBezTo>
                <a:lnTo>
                  <a:pt x="76200" y="85725"/>
                </a:lnTo>
                <a:cubicBezTo>
                  <a:pt x="70931" y="85725"/>
                  <a:pt x="66675" y="81469"/>
                  <a:pt x="66675" y="76200"/>
                </a:cubicBezTo>
                <a:close/>
                <a:moveTo>
                  <a:pt x="47625" y="123825"/>
                </a:moveTo>
                <a:cubicBezTo>
                  <a:pt x="47625" y="118556"/>
                  <a:pt x="51881" y="114300"/>
                  <a:pt x="57150" y="114300"/>
                </a:cubicBezTo>
                <a:lnTo>
                  <a:pt x="142875" y="114300"/>
                </a:lnTo>
                <a:cubicBezTo>
                  <a:pt x="148144" y="114300"/>
                  <a:pt x="152400" y="118556"/>
                  <a:pt x="152400" y="123825"/>
                </a:cubicBezTo>
                <a:cubicBezTo>
                  <a:pt x="152400" y="129094"/>
                  <a:pt x="148144" y="133350"/>
                  <a:pt x="142875" y="133350"/>
                </a:cubicBezTo>
                <a:lnTo>
                  <a:pt x="57150" y="133350"/>
                </a:lnTo>
                <a:cubicBezTo>
                  <a:pt x="51881" y="133350"/>
                  <a:pt x="47625" y="129094"/>
                  <a:pt x="47625" y="123825"/>
                </a:cubicBezTo>
                <a:close/>
                <a:moveTo>
                  <a:pt x="19050" y="111919"/>
                </a:moveTo>
                <a:cubicBezTo>
                  <a:pt x="25621" y="111919"/>
                  <a:pt x="30956" y="117254"/>
                  <a:pt x="30956" y="123825"/>
                </a:cubicBezTo>
                <a:cubicBezTo>
                  <a:pt x="30956" y="130396"/>
                  <a:pt x="25621" y="135731"/>
                  <a:pt x="19050" y="135731"/>
                </a:cubicBezTo>
                <a:cubicBezTo>
                  <a:pt x="12479" y="135731"/>
                  <a:pt x="7144" y="130396"/>
                  <a:pt x="7144" y="123825"/>
                </a:cubicBezTo>
                <a:cubicBezTo>
                  <a:pt x="7144" y="117254"/>
                  <a:pt x="12479" y="111919"/>
                  <a:pt x="19050" y="111919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6561667" y="1151465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Criterios Cumplidos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16398" y="149436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6514042" y="1456265"/>
            <a:ext cx="2009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Consulta por batch_id operativa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16398" y="172296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6514042" y="1684865"/>
            <a:ext cx="2276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Número de fila exacto en cada error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16398" y="195156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6514042" y="1913465"/>
            <a:ext cx="168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Descripción del error clara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16398" y="218016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6514042" y="2142065"/>
            <a:ext cx="2457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Errores almacenados persistentemente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16398" y="240876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6514042" y="2370665"/>
            <a:ext cx="2647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Permite identificar patrones de problemas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76433" y="2802472"/>
            <a:ext cx="5628217" cy="1456267"/>
          </a:xfrm>
          <a:custGeom>
            <a:avLst/>
            <a:gdLst/>
            <a:ahLst/>
            <a:cxnLst/>
            <a:rect l="l" t="t" r="r" b="b"/>
            <a:pathLst>
              <a:path w="5628217" h="1456267">
                <a:moveTo>
                  <a:pt x="114302" y="0"/>
                </a:moveTo>
                <a:lnTo>
                  <a:pt x="5513914" y="0"/>
                </a:lnTo>
                <a:cubicBezTo>
                  <a:pt x="5577042" y="0"/>
                  <a:pt x="5628217" y="51175"/>
                  <a:pt x="5628217" y="114302"/>
                </a:cubicBezTo>
                <a:lnTo>
                  <a:pt x="5628217" y="1341964"/>
                </a:lnTo>
                <a:cubicBezTo>
                  <a:pt x="5628217" y="1405092"/>
                  <a:pt x="5577042" y="1456267"/>
                  <a:pt x="5513914" y="1456267"/>
                </a:cubicBezTo>
                <a:lnTo>
                  <a:pt x="114302" y="1456267"/>
                </a:lnTo>
                <a:cubicBezTo>
                  <a:pt x="51175" y="1456267"/>
                  <a:pt x="0" y="1405092"/>
                  <a:pt x="0" y="1341964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14017" y="295910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47" name="Text 45"/>
          <p:cNvSpPr/>
          <p:nvPr/>
        </p:nvSpPr>
        <p:spPr>
          <a:xfrm>
            <a:off x="6561667" y="2921003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Estructura del Error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294967" y="3225803"/>
            <a:ext cx="180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id: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416639" y="3225803"/>
            <a:ext cx="333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UUID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294967" y="3416173"/>
            <a:ext cx="523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batch_id: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775289" y="3416173"/>
            <a:ext cx="971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Referencia al lote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294967" y="3606533"/>
            <a:ext cx="742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row_number: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532798" y="3606533"/>
            <a:ext cx="1209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Número de fila exacto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294967" y="3796903"/>
            <a:ext cx="619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error_type: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1002962" y="3796903"/>
            <a:ext cx="742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Tipo de error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294967" y="3987273"/>
            <a:ext cx="552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message: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554362" y="3987273"/>
            <a:ext cx="1190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Descripción detallada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176433" y="4380841"/>
            <a:ext cx="5628217" cy="2094442"/>
          </a:xfrm>
          <a:custGeom>
            <a:avLst/>
            <a:gdLst/>
            <a:ahLst/>
            <a:cxnLst/>
            <a:rect l="l" t="t" r="r" b="b"/>
            <a:pathLst>
              <a:path w="5628217" h="2094442">
                <a:moveTo>
                  <a:pt x="114294" y="0"/>
                </a:moveTo>
                <a:lnTo>
                  <a:pt x="5513923" y="0"/>
                </a:lnTo>
                <a:cubicBezTo>
                  <a:pt x="5577046" y="0"/>
                  <a:pt x="5628217" y="51171"/>
                  <a:pt x="5628217" y="114294"/>
                </a:cubicBezTo>
                <a:lnTo>
                  <a:pt x="5628217" y="1980148"/>
                </a:lnTo>
                <a:cubicBezTo>
                  <a:pt x="5628217" y="2043271"/>
                  <a:pt x="5577046" y="2094442"/>
                  <a:pt x="5513923" y="2094442"/>
                </a:cubicBezTo>
                <a:lnTo>
                  <a:pt x="114294" y="2094442"/>
                </a:lnTo>
                <a:cubicBezTo>
                  <a:pt x="51171" y="2094442"/>
                  <a:pt x="0" y="2043271"/>
                  <a:pt x="0" y="1980148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314017" y="453747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4381" y="19288"/>
                </a:moveTo>
                <a:lnTo>
                  <a:pt x="41285" y="28575"/>
                </a:lnTo>
                <a:lnTo>
                  <a:pt x="19050" y="28575"/>
                </a:lnTo>
                <a:cubicBezTo>
                  <a:pt x="8543" y="28575"/>
                  <a:pt x="0" y="37118"/>
                  <a:pt x="0" y="4762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33350" y="142875"/>
                </a:lnTo>
                <a:cubicBezTo>
                  <a:pt x="143857" y="142875"/>
                  <a:pt x="152400" y="134332"/>
                  <a:pt x="152400" y="123825"/>
                </a:cubicBezTo>
                <a:lnTo>
                  <a:pt x="152400" y="47625"/>
                </a:lnTo>
                <a:cubicBezTo>
                  <a:pt x="152400" y="37118"/>
                  <a:pt x="143857" y="28575"/>
                  <a:pt x="133350" y="28575"/>
                </a:cubicBezTo>
                <a:lnTo>
                  <a:pt x="111115" y="28575"/>
                </a:lnTo>
                <a:lnTo>
                  <a:pt x="108019" y="19288"/>
                </a:lnTo>
                <a:cubicBezTo>
                  <a:pt x="106085" y="13454"/>
                  <a:pt x="100638" y="9525"/>
                  <a:pt x="94476" y="9525"/>
                </a:cubicBezTo>
                <a:lnTo>
                  <a:pt x="57924" y="9525"/>
                </a:lnTo>
                <a:cubicBezTo>
                  <a:pt x="51762" y="9525"/>
                  <a:pt x="46315" y="13454"/>
                  <a:pt x="44381" y="19288"/>
                </a:cubicBezTo>
                <a:close/>
                <a:moveTo>
                  <a:pt x="76200" y="57150"/>
                </a:moveTo>
                <a:cubicBezTo>
                  <a:pt x="91971" y="57150"/>
                  <a:pt x="104775" y="69954"/>
                  <a:pt x="104775" y="85725"/>
                </a:cubicBezTo>
                <a:cubicBezTo>
                  <a:pt x="104775" y="101496"/>
                  <a:pt x="91971" y="114300"/>
                  <a:pt x="76200" y="114300"/>
                </a:cubicBezTo>
                <a:cubicBezTo>
                  <a:pt x="60429" y="114300"/>
                  <a:pt x="47625" y="101496"/>
                  <a:pt x="47625" y="85725"/>
                </a:cubicBezTo>
                <a:cubicBezTo>
                  <a:pt x="47625" y="69954"/>
                  <a:pt x="60429" y="57150"/>
                  <a:pt x="76200" y="5715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60" name="Text 58"/>
          <p:cNvSpPr/>
          <p:nvPr/>
        </p:nvSpPr>
        <p:spPr>
          <a:xfrm>
            <a:off x="6561667" y="4499372"/>
            <a:ext cx="74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Evidencia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303434" y="4812639"/>
            <a:ext cx="2645833" cy="1474258"/>
          </a:xfrm>
          <a:custGeom>
            <a:avLst/>
            <a:gdLst/>
            <a:ahLst/>
            <a:cxnLst/>
            <a:rect l="l" t="t" r="r" b="b"/>
            <a:pathLst>
              <a:path w="2645833" h="1474258">
                <a:moveTo>
                  <a:pt x="76204" y="0"/>
                </a:moveTo>
                <a:lnTo>
                  <a:pt x="2569629" y="0"/>
                </a:lnTo>
                <a:cubicBezTo>
                  <a:pt x="2611715" y="0"/>
                  <a:pt x="2645833" y="34118"/>
                  <a:pt x="2645833" y="76204"/>
                </a:cubicBezTo>
                <a:lnTo>
                  <a:pt x="2645833" y="1398054"/>
                </a:lnTo>
                <a:cubicBezTo>
                  <a:pt x="2645833" y="1440140"/>
                  <a:pt x="2611715" y="1474258"/>
                  <a:pt x="2569629" y="1474258"/>
                </a:cubicBezTo>
                <a:lnTo>
                  <a:pt x="76204" y="1474258"/>
                </a:lnTo>
                <a:cubicBezTo>
                  <a:pt x="34146" y="1474258"/>
                  <a:pt x="0" y="1440112"/>
                  <a:pt x="0" y="1398054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0F172A"/>
          </a:solidFill>
          <a:ln w="22578">
            <a:solidFill>
              <a:srgbClr val="475569"/>
            </a:solidFill>
            <a:prstDash val="dash"/>
          </a:ln>
        </p:spPr>
      </p:sp>
      <p:sp>
        <p:nvSpPr>
          <p:cNvPr id="62" name="Shape 60"/>
          <p:cNvSpPr/>
          <p:nvPr/>
        </p:nvSpPr>
        <p:spPr>
          <a:xfrm>
            <a:off x="7540890" y="5361384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47625" y="41672"/>
                </a:moveTo>
                <a:cubicBezTo>
                  <a:pt x="57482" y="41672"/>
                  <a:pt x="65484" y="49674"/>
                  <a:pt x="65484" y="59531"/>
                </a:cubicBezTo>
                <a:cubicBezTo>
                  <a:pt x="65484" y="69388"/>
                  <a:pt x="57482" y="77391"/>
                  <a:pt x="47625" y="77391"/>
                </a:cubicBezTo>
                <a:cubicBezTo>
                  <a:pt x="37768" y="77391"/>
                  <a:pt x="29766" y="69388"/>
                  <a:pt x="29766" y="59531"/>
                </a:cubicBezTo>
                <a:cubicBezTo>
                  <a:pt x="29766" y="49674"/>
                  <a:pt x="37768" y="41672"/>
                  <a:pt x="47625" y="41672"/>
                </a:cubicBezTo>
                <a:close/>
                <a:moveTo>
                  <a:pt x="101203" y="83344"/>
                </a:moveTo>
                <a:cubicBezTo>
                  <a:pt x="104329" y="83344"/>
                  <a:pt x="107193" y="84981"/>
                  <a:pt x="108831" y="87623"/>
                </a:cubicBezTo>
                <a:lnTo>
                  <a:pt x="141573" y="141201"/>
                </a:lnTo>
                <a:cubicBezTo>
                  <a:pt x="143247" y="143954"/>
                  <a:pt x="143321" y="147414"/>
                  <a:pt x="141759" y="150242"/>
                </a:cubicBezTo>
                <a:cubicBezTo>
                  <a:pt x="140196" y="153070"/>
                  <a:pt x="137182" y="154781"/>
                  <a:pt x="133945" y="154781"/>
                </a:cubicBezTo>
                <a:lnTo>
                  <a:pt x="32742" y="154781"/>
                </a:lnTo>
                <a:cubicBezTo>
                  <a:pt x="29431" y="154781"/>
                  <a:pt x="26343" y="152921"/>
                  <a:pt x="24817" y="149982"/>
                </a:cubicBezTo>
                <a:cubicBezTo>
                  <a:pt x="23292" y="147042"/>
                  <a:pt x="23515" y="143470"/>
                  <a:pt x="25412" y="140754"/>
                </a:cubicBezTo>
                <a:lnTo>
                  <a:pt x="46248" y="110989"/>
                </a:lnTo>
                <a:cubicBezTo>
                  <a:pt x="47923" y="108607"/>
                  <a:pt x="50639" y="107193"/>
                  <a:pt x="53578" y="107193"/>
                </a:cubicBezTo>
                <a:cubicBezTo>
                  <a:pt x="56517" y="107193"/>
                  <a:pt x="59234" y="108607"/>
                  <a:pt x="60908" y="110989"/>
                </a:cubicBezTo>
                <a:lnTo>
                  <a:pt x="70731" y="125053"/>
                </a:lnTo>
                <a:lnTo>
                  <a:pt x="93576" y="87660"/>
                </a:lnTo>
                <a:cubicBezTo>
                  <a:pt x="95213" y="85018"/>
                  <a:pt x="98078" y="83381"/>
                  <a:pt x="101203" y="83381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63" name="Text 61"/>
          <p:cNvSpPr/>
          <p:nvPr/>
        </p:nvSpPr>
        <p:spPr>
          <a:xfrm>
            <a:off x="7047574" y="5589984"/>
            <a:ext cx="1152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ERRORES POR LOTE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9038167" y="4812639"/>
            <a:ext cx="2645833" cy="1474258"/>
          </a:xfrm>
          <a:custGeom>
            <a:avLst/>
            <a:gdLst/>
            <a:ahLst/>
            <a:cxnLst/>
            <a:rect l="l" t="t" r="r" b="b"/>
            <a:pathLst>
              <a:path w="2645833" h="1474258">
                <a:moveTo>
                  <a:pt x="76204" y="0"/>
                </a:moveTo>
                <a:lnTo>
                  <a:pt x="2569629" y="0"/>
                </a:lnTo>
                <a:cubicBezTo>
                  <a:pt x="2611715" y="0"/>
                  <a:pt x="2645833" y="34118"/>
                  <a:pt x="2645833" y="76204"/>
                </a:cubicBezTo>
                <a:lnTo>
                  <a:pt x="2645833" y="1398054"/>
                </a:lnTo>
                <a:cubicBezTo>
                  <a:pt x="2645833" y="1440140"/>
                  <a:pt x="2611715" y="1474258"/>
                  <a:pt x="2569629" y="1474258"/>
                </a:cubicBezTo>
                <a:lnTo>
                  <a:pt x="76204" y="1474258"/>
                </a:lnTo>
                <a:cubicBezTo>
                  <a:pt x="34146" y="1474258"/>
                  <a:pt x="0" y="1440112"/>
                  <a:pt x="0" y="1398054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0F172A"/>
          </a:solidFill>
          <a:ln w="22578">
            <a:solidFill>
              <a:srgbClr val="475569"/>
            </a:solidFill>
            <a:prstDash val="dash"/>
          </a:ln>
        </p:spPr>
      </p:sp>
      <p:sp>
        <p:nvSpPr>
          <p:cNvPr id="65" name="Shape 63"/>
          <p:cNvSpPr/>
          <p:nvPr/>
        </p:nvSpPr>
        <p:spPr>
          <a:xfrm>
            <a:off x="10275623" y="5361384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47625" y="41672"/>
                </a:moveTo>
                <a:cubicBezTo>
                  <a:pt x="57482" y="41672"/>
                  <a:pt x="65484" y="49674"/>
                  <a:pt x="65484" y="59531"/>
                </a:cubicBezTo>
                <a:cubicBezTo>
                  <a:pt x="65484" y="69388"/>
                  <a:pt x="57482" y="77391"/>
                  <a:pt x="47625" y="77391"/>
                </a:cubicBezTo>
                <a:cubicBezTo>
                  <a:pt x="37768" y="77391"/>
                  <a:pt x="29766" y="69388"/>
                  <a:pt x="29766" y="59531"/>
                </a:cubicBezTo>
                <a:cubicBezTo>
                  <a:pt x="29766" y="49674"/>
                  <a:pt x="37768" y="41672"/>
                  <a:pt x="47625" y="41672"/>
                </a:cubicBezTo>
                <a:close/>
                <a:moveTo>
                  <a:pt x="101203" y="83344"/>
                </a:moveTo>
                <a:cubicBezTo>
                  <a:pt x="104329" y="83344"/>
                  <a:pt x="107193" y="84981"/>
                  <a:pt x="108831" y="87623"/>
                </a:cubicBezTo>
                <a:lnTo>
                  <a:pt x="141573" y="141201"/>
                </a:lnTo>
                <a:cubicBezTo>
                  <a:pt x="143247" y="143954"/>
                  <a:pt x="143321" y="147414"/>
                  <a:pt x="141759" y="150242"/>
                </a:cubicBezTo>
                <a:cubicBezTo>
                  <a:pt x="140196" y="153070"/>
                  <a:pt x="137182" y="154781"/>
                  <a:pt x="133945" y="154781"/>
                </a:cubicBezTo>
                <a:lnTo>
                  <a:pt x="32742" y="154781"/>
                </a:lnTo>
                <a:cubicBezTo>
                  <a:pt x="29431" y="154781"/>
                  <a:pt x="26343" y="152921"/>
                  <a:pt x="24817" y="149982"/>
                </a:cubicBezTo>
                <a:cubicBezTo>
                  <a:pt x="23292" y="147042"/>
                  <a:pt x="23515" y="143470"/>
                  <a:pt x="25412" y="140754"/>
                </a:cubicBezTo>
                <a:lnTo>
                  <a:pt x="46248" y="110989"/>
                </a:lnTo>
                <a:cubicBezTo>
                  <a:pt x="47923" y="108607"/>
                  <a:pt x="50639" y="107193"/>
                  <a:pt x="53578" y="107193"/>
                </a:cubicBezTo>
                <a:cubicBezTo>
                  <a:pt x="56517" y="107193"/>
                  <a:pt x="59234" y="108607"/>
                  <a:pt x="60908" y="110989"/>
                </a:cubicBezTo>
                <a:lnTo>
                  <a:pt x="70731" y="125053"/>
                </a:lnTo>
                <a:lnTo>
                  <a:pt x="93576" y="87660"/>
                </a:lnTo>
                <a:cubicBezTo>
                  <a:pt x="95213" y="85018"/>
                  <a:pt x="98078" y="83381"/>
                  <a:pt x="101203" y="83381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66" name="Text 64"/>
          <p:cNvSpPr/>
          <p:nvPr/>
        </p:nvSpPr>
        <p:spPr>
          <a:xfrm>
            <a:off x="9771459" y="5589984"/>
            <a:ext cx="1171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FILA Y DESCRIPCIÓN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9813" y="417794"/>
            <a:ext cx="455776" cy="455776"/>
          </a:xfrm>
          <a:custGeom>
            <a:avLst/>
            <a:gdLst/>
            <a:ahLst/>
            <a:cxnLst/>
            <a:rect l="l" t="t" r="r" b="b"/>
            <a:pathLst>
              <a:path w="455776" h="455776">
                <a:moveTo>
                  <a:pt x="113944" y="0"/>
                </a:moveTo>
                <a:lnTo>
                  <a:pt x="341832" y="0"/>
                </a:lnTo>
                <a:cubicBezTo>
                  <a:pt x="404761" y="0"/>
                  <a:pt x="455776" y="51014"/>
                  <a:pt x="455776" y="113944"/>
                </a:cubicBezTo>
                <a:lnTo>
                  <a:pt x="455776" y="341832"/>
                </a:lnTo>
                <a:cubicBezTo>
                  <a:pt x="455776" y="404761"/>
                  <a:pt x="404761" y="455776"/>
                  <a:pt x="341832" y="455776"/>
                </a:cubicBezTo>
                <a:lnTo>
                  <a:pt x="113944" y="455776"/>
                </a:lnTo>
                <a:cubicBezTo>
                  <a:pt x="51014" y="455776"/>
                  <a:pt x="0" y="404761"/>
                  <a:pt x="0" y="341832"/>
                </a:cubicBezTo>
                <a:lnTo>
                  <a:pt x="0" y="113944"/>
                </a:lnTo>
                <a:cubicBezTo>
                  <a:pt x="0" y="51057"/>
                  <a:pt x="51057" y="0"/>
                  <a:pt x="113944" y="0"/>
                </a:cubicBezTo>
                <a:close/>
              </a:path>
            </a:pathLst>
          </a:custGeom>
          <a:gradFill rotWithShape="1" flip="none">
            <a:gsLst>
              <a:gs pos="0">
                <a:srgbClr val="84CC16"/>
              </a:gs>
              <a:gs pos="100000">
                <a:srgbClr val="65A30D"/>
              </a:gs>
            </a:gsLst>
            <a:lin ang="27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478063" y="512748"/>
            <a:ext cx="351327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49533" y="379813"/>
            <a:ext cx="2155439" cy="3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43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Config Service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9533" y="721645"/>
            <a:ext cx="664673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84CC1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config_db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25020" y="721645"/>
            <a:ext cx="94953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|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30260" y="721645"/>
            <a:ext cx="522243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FastAPI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403185" y="451558"/>
            <a:ext cx="1404253" cy="388253"/>
          </a:xfrm>
          <a:custGeom>
            <a:avLst/>
            <a:gdLst/>
            <a:ahLst/>
            <a:cxnLst/>
            <a:rect l="l" t="t" r="r" b="b"/>
            <a:pathLst>
              <a:path w="1404253" h="388253">
                <a:moveTo>
                  <a:pt x="75962" y="0"/>
                </a:moveTo>
                <a:lnTo>
                  <a:pt x="1328292" y="0"/>
                </a:lnTo>
                <a:cubicBezTo>
                  <a:pt x="1370244" y="0"/>
                  <a:pt x="1404253" y="34009"/>
                  <a:pt x="1404253" y="75962"/>
                </a:cubicBezTo>
                <a:lnTo>
                  <a:pt x="1404253" y="312292"/>
                </a:lnTo>
                <a:cubicBezTo>
                  <a:pt x="1404253" y="354244"/>
                  <a:pt x="1370244" y="388253"/>
                  <a:pt x="1328292" y="388253"/>
                </a:cubicBezTo>
                <a:lnTo>
                  <a:pt x="75962" y="388253"/>
                </a:lnTo>
                <a:cubicBezTo>
                  <a:pt x="34037" y="388253"/>
                  <a:pt x="0" y="354216"/>
                  <a:pt x="0" y="312292"/>
                </a:cubicBezTo>
                <a:lnTo>
                  <a:pt x="0" y="75962"/>
                </a:lnTo>
                <a:cubicBezTo>
                  <a:pt x="0" y="34037"/>
                  <a:pt x="34037" y="0"/>
                  <a:pt x="75962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11289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59331" y="565501"/>
            <a:ext cx="1154737" cy="168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COMPLETADO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033" y="1029715"/>
            <a:ext cx="5629674" cy="730085"/>
          </a:xfrm>
          <a:custGeom>
            <a:avLst/>
            <a:gdLst/>
            <a:ahLst/>
            <a:cxnLst/>
            <a:rect l="l" t="t" r="r" b="b"/>
            <a:pathLst>
              <a:path w="5629674" h="730085">
                <a:moveTo>
                  <a:pt x="113944" y="0"/>
                </a:moveTo>
                <a:lnTo>
                  <a:pt x="5515730" y="0"/>
                </a:lnTo>
                <a:cubicBezTo>
                  <a:pt x="5578659" y="0"/>
                  <a:pt x="5629674" y="51015"/>
                  <a:pt x="5629674" y="113944"/>
                </a:cubicBezTo>
                <a:lnTo>
                  <a:pt x="5629674" y="616141"/>
                </a:lnTo>
                <a:cubicBezTo>
                  <a:pt x="5629674" y="679071"/>
                  <a:pt x="5578659" y="730085"/>
                  <a:pt x="5515730" y="730085"/>
                </a:cubicBezTo>
                <a:lnTo>
                  <a:pt x="113944" y="730085"/>
                </a:lnTo>
                <a:cubicBezTo>
                  <a:pt x="51015" y="730085"/>
                  <a:pt x="0" y="679071"/>
                  <a:pt x="0" y="616141"/>
                </a:cubicBezTo>
                <a:lnTo>
                  <a:pt x="0" y="113944"/>
                </a:lnTo>
                <a:cubicBezTo>
                  <a:pt x="0" y="51015"/>
                  <a:pt x="51015" y="0"/>
                  <a:pt x="113944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188" y="1185859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118395" y="114003"/>
                </a:moveTo>
                <a:cubicBezTo>
                  <a:pt x="111837" y="102609"/>
                  <a:pt x="99523" y="94953"/>
                  <a:pt x="85458" y="94953"/>
                </a:cubicBezTo>
                <a:lnTo>
                  <a:pt x="66467" y="94953"/>
                </a:lnTo>
                <a:cubicBezTo>
                  <a:pt x="52402" y="94953"/>
                  <a:pt x="40088" y="102609"/>
                  <a:pt x="33530" y="114003"/>
                </a:cubicBezTo>
                <a:cubicBezTo>
                  <a:pt x="43975" y="125635"/>
                  <a:pt x="59108" y="132935"/>
                  <a:pt x="75963" y="132935"/>
                </a:cubicBezTo>
                <a:cubicBezTo>
                  <a:pt x="92817" y="132935"/>
                  <a:pt x="107950" y="125605"/>
                  <a:pt x="118395" y="114003"/>
                </a:cubicBezTo>
                <a:close/>
                <a:moveTo>
                  <a:pt x="0" y="75963"/>
                </a:moveTo>
                <a:cubicBezTo>
                  <a:pt x="0" y="34038"/>
                  <a:pt x="34038" y="0"/>
                  <a:pt x="75963" y="0"/>
                </a:cubicBezTo>
                <a:cubicBezTo>
                  <a:pt x="117888" y="0"/>
                  <a:pt x="151925" y="34038"/>
                  <a:pt x="151925" y="75963"/>
                </a:cubicBezTo>
                <a:cubicBezTo>
                  <a:pt x="151925" y="117888"/>
                  <a:pt x="117888" y="151925"/>
                  <a:pt x="75963" y="151925"/>
                </a:cubicBezTo>
                <a:cubicBezTo>
                  <a:pt x="34038" y="151925"/>
                  <a:pt x="0" y="117888"/>
                  <a:pt x="0" y="75963"/>
                </a:cubicBezTo>
                <a:close/>
                <a:moveTo>
                  <a:pt x="75963" y="80710"/>
                </a:moveTo>
                <a:cubicBezTo>
                  <a:pt x="87754" y="80710"/>
                  <a:pt x="97327" y="71137"/>
                  <a:pt x="97327" y="59346"/>
                </a:cubicBezTo>
                <a:cubicBezTo>
                  <a:pt x="97327" y="47554"/>
                  <a:pt x="87754" y="37981"/>
                  <a:pt x="75963" y="37981"/>
                </a:cubicBezTo>
                <a:cubicBezTo>
                  <a:pt x="64171" y="37981"/>
                  <a:pt x="54598" y="47554"/>
                  <a:pt x="54598" y="59346"/>
                </a:cubicBezTo>
                <a:cubicBezTo>
                  <a:pt x="54598" y="71137"/>
                  <a:pt x="64171" y="80710"/>
                  <a:pt x="75963" y="80710"/>
                </a:cubicBezTo>
                <a:close/>
              </a:path>
            </a:pathLst>
          </a:custGeom>
          <a:solidFill>
            <a:srgbClr val="84CC16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66" y="1147877"/>
            <a:ext cx="1395813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Historia de Usuario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197" y="1451728"/>
            <a:ext cx="5459813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"Como administrador, quiero configurar parámetros del sistema sin modificar código."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4033" y="1882190"/>
            <a:ext cx="5629674" cy="4119917"/>
          </a:xfrm>
          <a:custGeom>
            <a:avLst/>
            <a:gdLst/>
            <a:ahLst/>
            <a:cxnLst/>
            <a:rect l="l" t="t" r="r" b="b"/>
            <a:pathLst>
              <a:path w="5629674" h="4119917">
                <a:moveTo>
                  <a:pt x="113957" y="0"/>
                </a:moveTo>
                <a:lnTo>
                  <a:pt x="5515717" y="0"/>
                </a:lnTo>
                <a:cubicBezTo>
                  <a:pt x="5578654" y="0"/>
                  <a:pt x="5629674" y="51020"/>
                  <a:pt x="5629674" y="113957"/>
                </a:cubicBezTo>
                <a:lnTo>
                  <a:pt x="5629674" y="4005960"/>
                </a:lnTo>
                <a:cubicBezTo>
                  <a:pt x="5629674" y="4068897"/>
                  <a:pt x="5578654" y="4119917"/>
                  <a:pt x="5515717" y="4119917"/>
                </a:cubicBezTo>
                <a:lnTo>
                  <a:pt x="113957" y="4119917"/>
                </a:lnTo>
                <a:cubicBezTo>
                  <a:pt x="51020" y="4119917"/>
                  <a:pt x="0" y="4068897"/>
                  <a:pt x="0" y="4005960"/>
                </a:cubicBezTo>
                <a:lnTo>
                  <a:pt x="0" y="113957"/>
                </a:lnTo>
                <a:cubicBezTo>
                  <a:pt x="0" y="51062"/>
                  <a:pt x="51062" y="0"/>
                  <a:pt x="113957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1693" y="2038333"/>
            <a:ext cx="170916" cy="151925"/>
          </a:xfrm>
          <a:custGeom>
            <a:avLst/>
            <a:gdLst/>
            <a:ahLst/>
            <a:cxnLst/>
            <a:rect l="l" t="t" r="r" b="b"/>
            <a:pathLst>
              <a:path w="170916" h="151925">
                <a:moveTo>
                  <a:pt x="107060" y="356"/>
                </a:moveTo>
                <a:cubicBezTo>
                  <a:pt x="102015" y="-1098"/>
                  <a:pt x="96763" y="1840"/>
                  <a:pt x="95309" y="6884"/>
                </a:cubicBezTo>
                <a:lnTo>
                  <a:pt x="57328" y="139819"/>
                </a:lnTo>
                <a:cubicBezTo>
                  <a:pt x="55874" y="144863"/>
                  <a:pt x="58812" y="150115"/>
                  <a:pt x="63856" y="151569"/>
                </a:cubicBezTo>
                <a:cubicBezTo>
                  <a:pt x="68900" y="153023"/>
                  <a:pt x="74153" y="150086"/>
                  <a:pt x="75607" y="145041"/>
                </a:cubicBezTo>
                <a:lnTo>
                  <a:pt x="113588" y="12107"/>
                </a:lnTo>
                <a:cubicBezTo>
                  <a:pt x="115042" y="7062"/>
                  <a:pt x="112104" y="1810"/>
                  <a:pt x="107060" y="356"/>
                </a:cubicBezTo>
                <a:close/>
                <a:moveTo>
                  <a:pt x="126229" y="40741"/>
                </a:moveTo>
                <a:cubicBezTo>
                  <a:pt x="122519" y="44450"/>
                  <a:pt x="122519" y="50474"/>
                  <a:pt x="126229" y="54183"/>
                </a:cubicBezTo>
                <a:lnTo>
                  <a:pt x="148008" y="75963"/>
                </a:lnTo>
                <a:lnTo>
                  <a:pt x="126229" y="97743"/>
                </a:lnTo>
                <a:cubicBezTo>
                  <a:pt x="122519" y="101452"/>
                  <a:pt x="122519" y="107475"/>
                  <a:pt x="126229" y="111184"/>
                </a:cubicBezTo>
                <a:cubicBezTo>
                  <a:pt x="129938" y="114893"/>
                  <a:pt x="135961" y="114893"/>
                  <a:pt x="139670" y="111184"/>
                </a:cubicBezTo>
                <a:lnTo>
                  <a:pt x="168156" y="82698"/>
                </a:lnTo>
                <a:cubicBezTo>
                  <a:pt x="171865" y="78989"/>
                  <a:pt x="171865" y="72966"/>
                  <a:pt x="168156" y="69257"/>
                </a:cubicBezTo>
                <a:lnTo>
                  <a:pt x="139670" y="40771"/>
                </a:lnTo>
                <a:cubicBezTo>
                  <a:pt x="135961" y="37061"/>
                  <a:pt x="129938" y="37061"/>
                  <a:pt x="126229" y="40771"/>
                </a:cubicBezTo>
                <a:close/>
                <a:moveTo>
                  <a:pt x="44717" y="40741"/>
                </a:moveTo>
                <a:cubicBezTo>
                  <a:pt x="41008" y="37032"/>
                  <a:pt x="34984" y="37032"/>
                  <a:pt x="31275" y="40741"/>
                </a:cubicBezTo>
                <a:lnTo>
                  <a:pt x="2789" y="69227"/>
                </a:lnTo>
                <a:cubicBezTo>
                  <a:pt x="-920" y="72936"/>
                  <a:pt x="-920" y="78960"/>
                  <a:pt x="2789" y="82669"/>
                </a:cubicBezTo>
                <a:lnTo>
                  <a:pt x="31275" y="111155"/>
                </a:lnTo>
                <a:cubicBezTo>
                  <a:pt x="34984" y="114864"/>
                  <a:pt x="41008" y="114864"/>
                  <a:pt x="44717" y="111155"/>
                </a:cubicBezTo>
                <a:cubicBezTo>
                  <a:pt x="48426" y="107446"/>
                  <a:pt x="48426" y="101422"/>
                  <a:pt x="44717" y="97713"/>
                </a:cubicBezTo>
                <a:lnTo>
                  <a:pt x="22937" y="75963"/>
                </a:lnTo>
                <a:lnTo>
                  <a:pt x="44687" y="54183"/>
                </a:lnTo>
                <a:cubicBezTo>
                  <a:pt x="48396" y="50474"/>
                  <a:pt x="48396" y="44450"/>
                  <a:pt x="44687" y="407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66" y="2000352"/>
            <a:ext cx="1072972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Implementado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6440" y="2342184"/>
            <a:ext cx="113944" cy="113944"/>
          </a:xfrm>
          <a:custGeom>
            <a:avLst/>
            <a:gdLst/>
            <a:ahLst/>
            <a:cxnLst/>
            <a:rect l="l" t="t" r="r" b="b"/>
            <a:pathLst>
              <a:path w="113944" h="113944">
                <a:moveTo>
                  <a:pt x="56972" y="113944"/>
                </a:moveTo>
                <a:cubicBezTo>
                  <a:pt x="88416" y="113944"/>
                  <a:pt x="113944" y="88416"/>
                  <a:pt x="113944" y="56972"/>
                </a:cubicBezTo>
                <a:cubicBezTo>
                  <a:pt x="113944" y="25528"/>
                  <a:pt x="88416" y="0"/>
                  <a:pt x="56972" y="0"/>
                </a:cubicBezTo>
                <a:cubicBezTo>
                  <a:pt x="25528" y="0"/>
                  <a:pt x="0" y="25528"/>
                  <a:pt x="0" y="56972"/>
                </a:cubicBezTo>
                <a:cubicBezTo>
                  <a:pt x="0" y="88416"/>
                  <a:pt x="25528" y="113944"/>
                  <a:pt x="56972" y="113944"/>
                </a:cubicBezTo>
                <a:close/>
                <a:moveTo>
                  <a:pt x="75755" y="47336"/>
                </a:moveTo>
                <a:lnTo>
                  <a:pt x="57951" y="75822"/>
                </a:lnTo>
                <a:cubicBezTo>
                  <a:pt x="57016" y="77313"/>
                  <a:pt x="55414" y="78247"/>
                  <a:pt x="53656" y="78336"/>
                </a:cubicBezTo>
                <a:cubicBezTo>
                  <a:pt x="51898" y="78425"/>
                  <a:pt x="50207" y="77624"/>
                  <a:pt x="49161" y="76200"/>
                </a:cubicBezTo>
                <a:lnTo>
                  <a:pt x="38478" y="61957"/>
                </a:lnTo>
                <a:cubicBezTo>
                  <a:pt x="36698" y="59598"/>
                  <a:pt x="37188" y="56260"/>
                  <a:pt x="39547" y="54479"/>
                </a:cubicBezTo>
                <a:cubicBezTo>
                  <a:pt x="41906" y="52699"/>
                  <a:pt x="45244" y="53189"/>
                  <a:pt x="47024" y="55548"/>
                </a:cubicBezTo>
                <a:lnTo>
                  <a:pt x="53033" y="63559"/>
                </a:lnTo>
                <a:lnTo>
                  <a:pt x="66697" y="41683"/>
                </a:lnTo>
                <a:cubicBezTo>
                  <a:pt x="68255" y="39190"/>
                  <a:pt x="71549" y="38412"/>
                  <a:pt x="74064" y="39992"/>
                </a:cubicBezTo>
                <a:cubicBezTo>
                  <a:pt x="76578" y="41572"/>
                  <a:pt x="77335" y="44843"/>
                  <a:pt x="75755" y="4735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720590" y="2304202"/>
            <a:ext cx="3247402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 /config/params → devuelve parámetros activos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6945" y="2589062"/>
            <a:ext cx="113944" cy="113944"/>
          </a:xfrm>
          <a:custGeom>
            <a:avLst/>
            <a:gdLst/>
            <a:ahLst/>
            <a:cxnLst/>
            <a:rect l="l" t="t" r="r" b="b"/>
            <a:pathLst>
              <a:path w="113944" h="113944">
                <a:moveTo>
                  <a:pt x="56972" y="113944"/>
                </a:moveTo>
                <a:cubicBezTo>
                  <a:pt x="88416" y="113944"/>
                  <a:pt x="113944" y="88416"/>
                  <a:pt x="113944" y="56972"/>
                </a:cubicBezTo>
                <a:cubicBezTo>
                  <a:pt x="113944" y="25528"/>
                  <a:pt x="88416" y="0"/>
                  <a:pt x="56972" y="0"/>
                </a:cubicBezTo>
                <a:cubicBezTo>
                  <a:pt x="25528" y="0"/>
                  <a:pt x="0" y="25528"/>
                  <a:pt x="0" y="56972"/>
                </a:cubicBezTo>
                <a:cubicBezTo>
                  <a:pt x="0" y="88416"/>
                  <a:pt x="25528" y="113944"/>
                  <a:pt x="56972" y="113944"/>
                </a:cubicBezTo>
                <a:close/>
                <a:moveTo>
                  <a:pt x="75755" y="47336"/>
                </a:moveTo>
                <a:lnTo>
                  <a:pt x="57951" y="75822"/>
                </a:lnTo>
                <a:cubicBezTo>
                  <a:pt x="57016" y="77313"/>
                  <a:pt x="55414" y="78247"/>
                  <a:pt x="53656" y="78336"/>
                </a:cubicBezTo>
                <a:cubicBezTo>
                  <a:pt x="51898" y="78425"/>
                  <a:pt x="50207" y="77624"/>
                  <a:pt x="49161" y="76200"/>
                </a:cubicBezTo>
                <a:lnTo>
                  <a:pt x="38478" y="61957"/>
                </a:lnTo>
                <a:cubicBezTo>
                  <a:pt x="36698" y="59598"/>
                  <a:pt x="37188" y="56260"/>
                  <a:pt x="39547" y="54479"/>
                </a:cubicBezTo>
                <a:cubicBezTo>
                  <a:pt x="41906" y="52699"/>
                  <a:pt x="45244" y="53189"/>
                  <a:pt x="47024" y="55548"/>
                </a:cubicBezTo>
                <a:lnTo>
                  <a:pt x="53033" y="63559"/>
                </a:lnTo>
                <a:lnTo>
                  <a:pt x="66697" y="41683"/>
                </a:lnTo>
                <a:cubicBezTo>
                  <a:pt x="68255" y="39190"/>
                  <a:pt x="71549" y="38412"/>
                  <a:pt x="74064" y="39992"/>
                </a:cubicBezTo>
                <a:cubicBezTo>
                  <a:pt x="76578" y="41572"/>
                  <a:pt x="77335" y="44843"/>
                  <a:pt x="75755" y="4735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702918" y="2551081"/>
            <a:ext cx="5260411" cy="379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Parámetros configurados: porcentaje_descuento_base, porcentaje_comision, limite_stock_minimo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6440" y="3025847"/>
            <a:ext cx="113944" cy="113944"/>
          </a:xfrm>
          <a:custGeom>
            <a:avLst/>
            <a:gdLst/>
            <a:ahLst/>
            <a:cxnLst/>
            <a:rect l="l" t="t" r="r" b="b"/>
            <a:pathLst>
              <a:path w="113944" h="113944">
                <a:moveTo>
                  <a:pt x="56972" y="113944"/>
                </a:moveTo>
                <a:cubicBezTo>
                  <a:pt x="88416" y="113944"/>
                  <a:pt x="113944" y="88416"/>
                  <a:pt x="113944" y="56972"/>
                </a:cubicBezTo>
                <a:cubicBezTo>
                  <a:pt x="113944" y="25528"/>
                  <a:pt x="88416" y="0"/>
                  <a:pt x="56972" y="0"/>
                </a:cubicBezTo>
                <a:cubicBezTo>
                  <a:pt x="25528" y="0"/>
                  <a:pt x="0" y="25528"/>
                  <a:pt x="0" y="56972"/>
                </a:cubicBezTo>
                <a:cubicBezTo>
                  <a:pt x="0" y="88416"/>
                  <a:pt x="25528" y="113944"/>
                  <a:pt x="56972" y="113944"/>
                </a:cubicBezTo>
                <a:close/>
                <a:moveTo>
                  <a:pt x="75755" y="47336"/>
                </a:moveTo>
                <a:lnTo>
                  <a:pt x="57951" y="75822"/>
                </a:lnTo>
                <a:cubicBezTo>
                  <a:pt x="57016" y="77313"/>
                  <a:pt x="55414" y="78247"/>
                  <a:pt x="53656" y="78336"/>
                </a:cubicBezTo>
                <a:cubicBezTo>
                  <a:pt x="51898" y="78425"/>
                  <a:pt x="50207" y="77624"/>
                  <a:pt x="49161" y="76200"/>
                </a:cubicBezTo>
                <a:lnTo>
                  <a:pt x="38478" y="61957"/>
                </a:lnTo>
                <a:cubicBezTo>
                  <a:pt x="36698" y="59598"/>
                  <a:pt x="37188" y="56260"/>
                  <a:pt x="39547" y="54479"/>
                </a:cubicBezTo>
                <a:cubicBezTo>
                  <a:pt x="41906" y="52699"/>
                  <a:pt x="45244" y="53189"/>
                  <a:pt x="47024" y="55548"/>
                </a:cubicBezTo>
                <a:lnTo>
                  <a:pt x="53033" y="63559"/>
                </a:lnTo>
                <a:lnTo>
                  <a:pt x="66697" y="41683"/>
                </a:lnTo>
                <a:cubicBezTo>
                  <a:pt x="68255" y="39190"/>
                  <a:pt x="71549" y="38412"/>
                  <a:pt x="74064" y="39992"/>
                </a:cubicBezTo>
                <a:cubicBezTo>
                  <a:pt x="76578" y="41572"/>
                  <a:pt x="77335" y="44843"/>
                  <a:pt x="75755" y="4735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720590" y="2987866"/>
            <a:ext cx="3931065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Parámetro activo afectando otro módulo de forma demostrable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6440" y="3272726"/>
            <a:ext cx="113944" cy="113944"/>
          </a:xfrm>
          <a:custGeom>
            <a:avLst/>
            <a:gdLst/>
            <a:ahLst/>
            <a:cxnLst/>
            <a:rect l="l" t="t" r="r" b="b"/>
            <a:pathLst>
              <a:path w="113944" h="113944">
                <a:moveTo>
                  <a:pt x="56972" y="113944"/>
                </a:moveTo>
                <a:cubicBezTo>
                  <a:pt x="88416" y="113944"/>
                  <a:pt x="113944" y="88416"/>
                  <a:pt x="113944" y="56972"/>
                </a:cubicBezTo>
                <a:cubicBezTo>
                  <a:pt x="113944" y="25528"/>
                  <a:pt x="88416" y="0"/>
                  <a:pt x="56972" y="0"/>
                </a:cubicBezTo>
                <a:cubicBezTo>
                  <a:pt x="25528" y="0"/>
                  <a:pt x="0" y="25528"/>
                  <a:pt x="0" y="56972"/>
                </a:cubicBezTo>
                <a:cubicBezTo>
                  <a:pt x="0" y="88416"/>
                  <a:pt x="25528" y="113944"/>
                  <a:pt x="56972" y="113944"/>
                </a:cubicBezTo>
                <a:close/>
                <a:moveTo>
                  <a:pt x="75755" y="47336"/>
                </a:moveTo>
                <a:lnTo>
                  <a:pt x="57951" y="75822"/>
                </a:lnTo>
                <a:cubicBezTo>
                  <a:pt x="57016" y="77313"/>
                  <a:pt x="55414" y="78247"/>
                  <a:pt x="53656" y="78336"/>
                </a:cubicBezTo>
                <a:cubicBezTo>
                  <a:pt x="51898" y="78425"/>
                  <a:pt x="50207" y="77624"/>
                  <a:pt x="49161" y="76200"/>
                </a:cubicBezTo>
                <a:lnTo>
                  <a:pt x="38478" y="61957"/>
                </a:lnTo>
                <a:cubicBezTo>
                  <a:pt x="36698" y="59598"/>
                  <a:pt x="37188" y="56260"/>
                  <a:pt x="39547" y="54479"/>
                </a:cubicBezTo>
                <a:cubicBezTo>
                  <a:pt x="41906" y="52699"/>
                  <a:pt x="45244" y="53189"/>
                  <a:pt x="47024" y="55548"/>
                </a:cubicBezTo>
                <a:lnTo>
                  <a:pt x="53033" y="63559"/>
                </a:lnTo>
                <a:lnTo>
                  <a:pt x="66697" y="41683"/>
                </a:lnTo>
                <a:cubicBezTo>
                  <a:pt x="68255" y="39190"/>
                  <a:pt x="71549" y="38412"/>
                  <a:pt x="74064" y="39992"/>
                </a:cubicBezTo>
                <a:cubicBezTo>
                  <a:pt x="76578" y="41572"/>
                  <a:pt x="77335" y="44843"/>
                  <a:pt x="75755" y="4735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720590" y="3234745"/>
            <a:ext cx="2573234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Módulo reutilizable por cualquier servicio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4033" y="6128975"/>
            <a:ext cx="5629674" cy="730085"/>
          </a:xfrm>
          <a:custGeom>
            <a:avLst/>
            <a:gdLst/>
            <a:ahLst/>
            <a:cxnLst/>
            <a:rect l="l" t="t" r="r" b="b"/>
            <a:pathLst>
              <a:path w="5629674" h="730085">
                <a:moveTo>
                  <a:pt x="113944" y="0"/>
                </a:moveTo>
                <a:lnTo>
                  <a:pt x="5515730" y="0"/>
                </a:lnTo>
                <a:cubicBezTo>
                  <a:pt x="5578659" y="0"/>
                  <a:pt x="5629674" y="51015"/>
                  <a:pt x="5629674" y="113944"/>
                </a:cubicBezTo>
                <a:lnTo>
                  <a:pt x="5629674" y="616141"/>
                </a:lnTo>
                <a:cubicBezTo>
                  <a:pt x="5629674" y="679071"/>
                  <a:pt x="5578659" y="730085"/>
                  <a:pt x="5515730" y="730085"/>
                </a:cubicBezTo>
                <a:lnTo>
                  <a:pt x="113944" y="730085"/>
                </a:lnTo>
                <a:cubicBezTo>
                  <a:pt x="51015" y="730085"/>
                  <a:pt x="0" y="679071"/>
                  <a:pt x="0" y="616141"/>
                </a:cubicBezTo>
                <a:lnTo>
                  <a:pt x="0" y="113944"/>
                </a:lnTo>
                <a:cubicBezTo>
                  <a:pt x="0" y="51015"/>
                  <a:pt x="51015" y="0"/>
                  <a:pt x="113944" y="0"/>
                </a:cubicBezTo>
                <a:close/>
              </a:path>
            </a:pathLst>
          </a:custGeom>
          <a:solidFill>
            <a:srgbClr val="0F172A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197" y="6247137"/>
            <a:ext cx="5459813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Endpoint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02197" y="6513006"/>
            <a:ext cx="370318" cy="227888"/>
          </a:xfrm>
          <a:custGeom>
            <a:avLst/>
            <a:gdLst/>
            <a:ahLst/>
            <a:cxnLst/>
            <a:rect l="l" t="t" r="r" b="b"/>
            <a:pathLst>
              <a:path w="370318" h="227888">
                <a:moveTo>
                  <a:pt x="37982" y="0"/>
                </a:moveTo>
                <a:lnTo>
                  <a:pt x="332336" y="0"/>
                </a:lnTo>
                <a:cubicBezTo>
                  <a:pt x="353299" y="0"/>
                  <a:pt x="370318" y="17019"/>
                  <a:pt x="370318" y="37982"/>
                </a:cubicBezTo>
                <a:lnTo>
                  <a:pt x="370318" y="189906"/>
                </a:lnTo>
                <a:cubicBezTo>
                  <a:pt x="370318" y="210883"/>
                  <a:pt x="353313" y="227888"/>
                  <a:pt x="332336" y="227888"/>
                </a:cubicBezTo>
                <a:lnTo>
                  <a:pt x="37982" y="227888"/>
                </a:lnTo>
                <a:cubicBezTo>
                  <a:pt x="17019" y="227888"/>
                  <a:pt x="0" y="210869"/>
                  <a:pt x="0" y="189906"/>
                </a:cubicBezTo>
                <a:lnTo>
                  <a:pt x="0" y="37982"/>
                </a:lnTo>
                <a:cubicBezTo>
                  <a:pt x="0" y="17019"/>
                  <a:pt x="17019" y="0"/>
                  <a:pt x="37982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502197" y="6513006"/>
            <a:ext cx="427290" cy="227888"/>
          </a:xfrm>
          <a:prstGeom prst="rect">
            <a:avLst/>
          </a:prstGeom>
          <a:noFill/>
          <a:ln/>
        </p:spPr>
        <p:txBody>
          <a:bodyPr wrap="square" lIns="75963" tIns="37981" rIns="75963" bIns="37981" rtlCol="0" anchor="ctr"/>
          <a:lstStyle/>
          <a:p>
            <a:pPr>
              <a:lnSpc>
                <a:spcPct val="110000"/>
              </a:lnSpc>
            </a:pPr>
            <a:r>
              <a:rPr lang="en-US" sz="89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9533" y="6531867"/>
            <a:ext cx="1006505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/config/params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74073" y="1029715"/>
            <a:ext cx="5629674" cy="1413749"/>
          </a:xfrm>
          <a:custGeom>
            <a:avLst/>
            <a:gdLst/>
            <a:ahLst/>
            <a:cxnLst/>
            <a:rect l="l" t="t" r="r" b="b"/>
            <a:pathLst>
              <a:path w="5629674" h="1413749">
                <a:moveTo>
                  <a:pt x="113948" y="0"/>
                </a:moveTo>
                <a:lnTo>
                  <a:pt x="5515726" y="0"/>
                </a:lnTo>
                <a:cubicBezTo>
                  <a:pt x="5578658" y="0"/>
                  <a:pt x="5629674" y="51016"/>
                  <a:pt x="5629674" y="113948"/>
                </a:cubicBezTo>
                <a:lnTo>
                  <a:pt x="5629674" y="1299801"/>
                </a:lnTo>
                <a:cubicBezTo>
                  <a:pt x="5629674" y="1362732"/>
                  <a:pt x="5578658" y="1413749"/>
                  <a:pt x="5515726" y="1413749"/>
                </a:cubicBezTo>
                <a:lnTo>
                  <a:pt x="113948" y="1413749"/>
                </a:lnTo>
                <a:cubicBezTo>
                  <a:pt x="51016" y="1413749"/>
                  <a:pt x="0" y="1362732"/>
                  <a:pt x="0" y="1299801"/>
                </a:cubicBezTo>
                <a:lnTo>
                  <a:pt x="0" y="113948"/>
                </a:lnTo>
                <a:cubicBezTo>
                  <a:pt x="0" y="51058"/>
                  <a:pt x="51058" y="0"/>
                  <a:pt x="113948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11228" y="1185859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39702" y="10771"/>
                </a:moveTo>
                <a:cubicBezTo>
                  <a:pt x="42937" y="13026"/>
                  <a:pt x="43708" y="17477"/>
                  <a:pt x="41453" y="20682"/>
                </a:cubicBezTo>
                <a:lnTo>
                  <a:pt x="24836" y="44420"/>
                </a:lnTo>
                <a:cubicBezTo>
                  <a:pt x="23620" y="46141"/>
                  <a:pt x="21721" y="47239"/>
                  <a:pt x="19614" y="47417"/>
                </a:cubicBezTo>
                <a:cubicBezTo>
                  <a:pt x="17507" y="47595"/>
                  <a:pt x="15430" y="46883"/>
                  <a:pt x="13946" y="45400"/>
                </a:cubicBezTo>
                <a:lnTo>
                  <a:pt x="2077" y="33530"/>
                </a:lnTo>
                <a:cubicBezTo>
                  <a:pt x="-682" y="30741"/>
                  <a:pt x="-682" y="26231"/>
                  <a:pt x="2077" y="23442"/>
                </a:cubicBezTo>
                <a:cubicBezTo>
                  <a:pt x="4837" y="20652"/>
                  <a:pt x="9377" y="20682"/>
                  <a:pt x="12166" y="23442"/>
                </a:cubicBezTo>
                <a:lnTo>
                  <a:pt x="18041" y="29317"/>
                </a:lnTo>
                <a:lnTo>
                  <a:pt x="29792" y="12522"/>
                </a:lnTo>
                <a:cubicBezTo>
                  <a:pt x="32047" y="9288"/>
                  <a:pt x="36498" y="8516"/>
                  <a:pt x="39702" y="10771"/>
                </a:cubicBezTo>
                <a:close/>
                <a:moveTo>
                  <a:pt x="39702" y="58248"/>
                </a:moveTo>
                <a:cubicBezTo>
                  <a:pt x="42937" y="60503"/>
                  <a:pt x="43708" y="64954"/>
                  <a:pt x="41453" y="68159"/>
                </a:cubicBezTo>
                <a:lnTo>
                  <a:pt x="24836" y="91897"/>
                </a:lnTo>
                <a:cubicBezTo>
                  <a:pt x="23620" y="93618"/>
                  <a:pt x="21721" y="94716"/>
                  <a:pt x="19614" y="94894"/>
                </a:cubicBezTo>
                <a:cubicBezTo>
                  <a:pt x="17507" y="95072"/>
                  <a:pt x="15430" y="94360"/>
                  <a:pt x="13946" y="92876"/>
                </a:cubicBezTo>
                <a:lnTo>
                  <a:pt x="2077" y="81007"/>
                </a:lnTo>
                <a:cubicBezTo>
                  <a:pt x="-712" y="78218"/>
                  <a:pt x="-712" y="73707"/>
                  <a:pt x="2077" y="70948"/>
                </a:cubicBezTo>
                <a:cubicBezTo>
                  <a:pt x="4866" y="68188"/>
                  <a:pt x="9377" y="68159"/>
                  <a:pt x="12136" y="70948"/>
                </a:cubicBezTo>
                <a:lnTo>
                  <a:pt x="18011" y="76823"/>
                </a:lnTo>
                <a:lnTo>
                  <a:pt x="29762" y="60028"/>
                </a:lnTo>
                <a:cubicBezTo>
                  <a:pt x="32017" y="56794"/>
                  <a:pt x="36468" y="56022"/>
                  <a:pt x="39673" y="58278"/>
                </a:cubicBezTo>
                <a:close/>
                <a:moveTo>
                  <a:pt x="66467" y="28486"/>
                </a:moveTo>
                <a:cubicBezTo>
                  <a:pt x="66467" y="23234"/>
                  <a:pt x="70711" y="18991"/>
                  <a:pt x="75963" y="18991"/>
                </a:cubicBezTo>
                <a:lnTo>
                  <a:pt x="142430" y="18991"/>
                </a:lnTo>
                <a:cubicBezTo>
                  <a:pt x="147682" y="18991"/>
                  <a:pt x="151925" y="23234"/>
                  <a:pt x="151925" y="28486"/>
                </a:cubicBezTo>
                <a:cubicBezTo>
                  <a:pt x="151925" y="33738"/>
                  <a:pt x="147682" y="37981"/>
                  <a:pt x="142430" y="37981"/>
                </a:cubicBezTo>
                <a:lnTo>
                  <a:pt x="75963" y="37981"/>
                </a:lnTo>
                <a:cubicBezTo>
                  <a:pt x="70711" y="37981"/>
                  <a:pt x="66467" y="33738"/>
                  <a:pt x="66467" y="28486"/>
                </a:cubicBezTo>
                <a:close/>
                <a:moveTo>
                  <a:pt x="66467" y="75963"/>
                </a:moveTo>
                <a:cubicBezTo>
                  <a:pt x="66467" y="70711"/>
                  <a:pt x="70711" y="66467"/>
                  <a:pt x="75963" y="66467"/>
                </a:cubicBezTo>
                <a:lnTo>
                  <a:pt x="142430" y="66467"/>
                </a:lnTo>
                <a:cubicBezTo>
                  <a:pt x="147682" y="66467"/>
                  <a:pt x="151925" y="70711"/>
                  <a:pt x="151925" y="75963"/>
                </a:cubicBezTo>
                <a:cubicBezTo>
                  <a:pt x="151925" y="81215"/>
                  <a:pt x="147682" y="85458"/>
                  <a:pt x="142430" y="85458"/>
                </a:cubicBezTo>
                <a:lnTo>
                  <a:pt x="75963" y="85458"/>
                </a:lnTo>
                <a:cubicBezTo>
                  <a:pt x="70711" y="85458"/>
                  <a:pt x="66467" y="81215"/>
                  <a:pt x="66467" y="75963"/>
                </a:cubicBezTo>
                <a:close/>
                <a:moveTo>
                  <a:pt x="47477" y="123439"/>
                </a:moveTo>
                <a:cubicBezTo>
                  <a:pt x="47477" y="118187"/>
                  <a:pt x="51720" y="113944"/>
                  <a:pt x="56972" y="113944"/>
                </a:cubicBezTo>
                <a:lnTo>
                  <a:pt x="142430" y="113944"/>
                </a:lnTo>
                <a:cubicBezTo>
                  <a:pt x="147682" y="113944"/>
                  <a:pt x="151925" y="118187"/>
                  <a:pt x="151925" y="123439"/>
                </a:cubicBezTo>
                <a:cubicBezTo>
                  <a:pt x="151925" y="128691"/>
                  <a:pt x="147682" y="132935"/>
                  <a:pt x="142430" y="132935"/>
                </a:cubicBezTo>
                <a:lnTo>
                  <a:pt x="56972" y="132935"/>
                </a:lnTo>
                <a:cubicBezTo>
                  <a:pt x="51720" y="132935"/>
                  <a:pt x="47477" y="128691"/>
                  <a:pt x="47477" y="123439"/>
                </a:cubicBezTo>
                <a:close/>
                <a:moveTo>
                  <a:pt x="18991" y="111570"/>
                </a:moveTo>
                <a:cubicBezTo>
                  <a:pt x="25541" y="111570"/>
                  <a:pt x="30860" y="116888"/>
                  <a:pt x="30860" y="123439"/>
                </a:cubicBezTo>
                <a:cubicBezTo>
                  <a:pt x="30860" y="129990"/>
                  <a:pt x="25541" y="135308"/>
                  <a:pt x="18991" y="135308"/>
                </a:cubicBezTo>
                <a:cubicBezTo>
                  <a:pt x="12440" y="135308"/>
                  <a:pt x="7121" y="129990"/>
                  <a:pt x="7121" y="123439"/>
                </a:cubicBezTo>
                <a:cubicBezTo>
                  <a:pt x="7121" y="116888"/>
                  <a:pt x="12440" y="111570"/>
                  <a:pt x="18991" y="11157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6558106" y="1147877"/>
            <a:ext cx="1452785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Criterios Cumplidos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13601" y="1489709"/>
            <a:ext cx="99701" cy="113944"/>
          </a:xfrm>
          <a:custGeom>
            <a:avLst/>
            <a:gdLst/>
            <a:ahLst/>
            <a:cxnLst/>
            <a:rect l="l" t="t" r="r" b="b"/>
            <a:pathLst>
              <a:path w="99701" h="113944">
                <a:moveTo>
                  <a:pt x="96763" y="15601"/>
                </a:moveTo>
                <a:cubicBezTo>
                  <a:pt x="99946" y="17915"/>
                  <a:pt x="100658" y="22366"/>
                  <a:pt x="98343" y="25548"/>
                </a:cubicBezTo>
                <a:lnTo>
                  <a:pt x="41371" y="103885"/>
                </a:lnTo>
                <a:cubicBezTo>
                  <a:pt x="40147" y="105576"/>
                  <a:pt x="38256" y="106622"/>
                  <a:pt x="36164" y="106800"/>
                </a:cubicBezTo>
                <a:cubicBezTo>
                  <a:pt x="34072" y="106978"/>
                  <a:pt x="32047" y="106199"/>
                  <a:pt x="30578" y="104730"/>
                </a:cubicBezTo>
                <a:lnTo>
                  <a:pt x="2092" y="76245"/>
                </a:lnTo>
                <a:cubicBezTo>
                  <a:pt x="-690" y="73463"/>
                  <a:pt x="-690" y="68945"/>
                  <a:pt x="2092" y="66163"/>
                </a:cubicBezTo>
                <a:cubicBezTo>
                  <a:pt x="4874" y="63381"/>
                  <a:pt x="9391" y="63381"/>
                  <a:pt x="12173" y="66163"/>
                </a:cubicBezTo>
                <a:lnTo>
                  <a:pt x="34762" y="88752"/>
                </a:lnTo>
                <a:lnTo>
                  <a:pt x="86838" y="17158"/>
                </a:lnTo>
                <a:cubicBezTo>
                  <a:pt x="89152" y="13976"/>
                  <a:pt x="93603" y="13264"/>
                  <a:pt x="96786" y="1557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6510629" y="1451728"/>
            <a:ext cx="2554243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Sistema lee parámetros desde config_db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13601" y="1717597"/>
            <a:ext cx="99701" cy="113944"/>
          </a:xfrm>
          <a:custGeom>
            <a:avLst/>
            <a:gdLst/>
            <a:ahLst/>
            <a:cxnLst/>
            <a:rect l="l" t="t" r="r" b="b"/>
            <a:pathLst>
              <a:path w="99701" h="113944">
                <a:moveTo>
                  <a:pt x="96763" y="15601"/>
                </a:moveTo>
                <a:cubicBezTo>
                  <a:pt x="99946" y="17915"/>
                  <a:pt x="100658" y="22366"/>
                  <a:pt x="98343" y="25548"/>
                </a:cubicBezTo>
                <a:lnTo>
                  <a:pt x="41371" y="103885"/>
                </a:lnTo>
                <a:cubicBezTo>
                  <a:pt x="40147" y="105576"/>
                  <a:pt x="38256" y="106622"/>
                  <a:pt x="36164" y="106800"/>
                </a:cubicBezTo>
                <a:cubicBezTo>
                  <a:pt x="34072" y="106978"/>
                  <a:pt x="32047" y="106199"/>
                  <a:pt x="30578" y="104730"/>
                </a:cubicBezTo>
                <a:lnTo>
                  <a:pt x="2092" y="76245"/>
                </a:lnTo>
                <a:cubicBezTo>
                  <a:pt x="-690" y="73463"/>
                  <a:pt x="-690" y="68945"/>
                  <a:pt x="2092" y="66163"/>
                </a:cubicBezTo>
                <a:cubicBezTo>
                  <a:pt x="4874" y="63381"/>
                  <a:pt x="9391" y="63381"/>
                  <a:pt x="12173" y="66163"/>
                </a:cubicBezTo>
                <a:lnTo>
                  <a:pt x="34762" y="88752"/>
                </a:lnTo>
                <a:lnTo>
                  <a:pt x="86838" y="17158"/>
                </a:lnTo>
                <a:cubicBezTo>
                  <a:pt x="89152" y="13976"/>
                  <a:pt x="93603" y="13264"/>
                  <a:pt x="96786" y="1557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6510629" y="1679616"/>
            <a:ext cx="2867589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Cambio de parámetro afecta comportamiento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13601" y="1945485"/>
            <a:ext cx="99701" cy="113944"/>
          </a:xfrm>
          <a:custGeom>
            <a:avLst/>
            <a:gdLst/>
            <a:ahLst/>
            <a:cxnLst/>
            <a:rect l="l" t="t" r="r" b="b"/>
            <a:pathLst>
              <a:path w="99701" h="113944">
                <a:moveTo>
                  <a:pt x="96763" y="15601"/>
                </a:moveTo>
                <a:cubicBezTo>
                  <a:pt x="99946" y="17915"/>
                  <a:pt x="100658" y="22366"/>
                  <a:pt x="98343" y="25548"/>
                </a:cubicBezTo>
                <a:lnTo>
                  <a:pt x="41371" y="103885"/>
                </a:lnTo>
                <a:cubicBezTo>
                  <a:pt x="40147" y="105576"/>
                  <a:pt x="38256" y="106622"/>
                  <a:pt x="36164" y="106800"/>
                </a:cubicBezTo>
                <a:cubicBezTo>
                  <a:pt x="34072" y="106978"/>
                  <a:pt x="32047" y="106199"/>
                  <a:pt x="30578" y="104730"/>
                </a:cubicBezTo>
                <a:lnTo>
                  <a:pt x="2092" y="76245"/>
                </a:lnTo>
                <a:cubicBezTo>
                  <a:pt x="-690" y="73463"/>
                  <a:pt x="-690" y="68945"/>
                  <a:pt x="2092" y="66163"/>
                </a:cubicBezTo>
                <a:cubicBezTo>
                  <a:pt x="4874" y="63381"/>
                  <a:pt x="9391" y="63381"/>
                  <a:pt x="12173" y="66163"/>
                </a:cubicBezTo>
                <a:lnTo>
                  <a:pt x="34762" y="88752"/>
                </a:lnTo>
                <a:lnTo>
                  <a:pt x="86838" y="17158"/>
                </a:lnTo>
                <a:cubicBezTo>
                  <a:pt x="89152" y="13976"/>
                  <a:pt x="93603" y="13264"/>
                  <a:pt x="96786" y="1557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6510629" y="1907504"/>
            <a:ext cx="1851589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requiere modificar código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13601" y="2173373"/>
            <a:ext cx="99701" cy="113944"/>
          </a:xfrm>
          <a:custGeom>
            <a:avLst/>
            <a:gdLst/>
            <a:ahLst/>
            <a:cxnLst/>
            <a:rect l="l" t="t" r="r" b="b"/>
            <a:pathLst>
              <a:path w="99701" h="113944">
                <a:moveTo>
                  <a:pt x="96763" y="15601"/>
                </a:moveTo>
                <a:cubicBezTo>
                  <a:pt x="99946" y="17915"/>
                  <a:pt x="100658" y="22366"/>
                  <a:pt x="98343" y="25548"/>
                </a:cubicBezTo>
                <a:lnTo>
                  <a:pt x="41371" y="103885"/>
                </a:lnTo>
                <a:cubicBezTo>
                  <a:pt x="40147" y="105576"/>
                  <a:pt x="38256" y="106622"/>
                  <a:pt x="36164" y="106800"/>
                </a:cubicBezTo>
                <a:cubicBezTo>
                  <a:pt x="34072" y="106978"/>
                  <a:pt x="32047" y="106199"/>
                  <a:pt x="30578" y="104730"/>
                </a:cubicBezTo>
                <a:lnTo>
                  <a:pt x="2092" y="76245"/>
                </a:lnTo>
                <a:cubicBezTo>
                  <a:pt x="-690" y="73463"/>
                  <a:pt x="-690" y="68945"/>
                  <a:pt x="2092" y="66163"/>
                </a:cubicBezTo>
                <a:cubicBezTo>
                  <a:pt x="4874" y="63381"/>
                  <a:pt x="9391" y="63381"/>
                  <a:pt x="12173" y="66163"/>
                </a:cubicBezTo>
                <a:lnTo>
                  <a:pt x="34762" y="88752"/>
                </a:lnTo>
                <a:lnTo>
                  <a:pt x="86838" y="17158"/>
                </a:lnTo>
                <a:cubicBezTo>
                  <a:pt x="89152" y="13976"/>
                  <a:pt x="93603" y="13264"/>
                  <a:pt x="96786" y="1557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6510629" y="2135392"/>
            <a:ext cx="2212411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Módulo documentado y reutilizable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74073" y="2565854"/>
            <a:ext cx="5629674" cy="2135394"/>
          </a:xfrm>
          <a:custGeom>
            <a:avLst/>
            <a:gdLst/>
            <a:ahLst/>
            <a:cxnLst/>
            <a:rect l="l" t="t" r="r" b="b"/>
            <a:pathLst>
              <a:path w="5629674" h="2135394">
                <a:moveTo>
                  <a:pt x="113945" y="0"/>
                </a:moveTo>
                <a:lnTo>
                  <a:pt x="5515729" y="0"/>
                </a:lnTo>
                <a:cubicBezTo>
                  <a:pt x="5578659" y="0"/>
                  <a:pt x="5629674" y="51015"/>
                  <a:pt x="5629674" y="113945"/>
                </a:cubicBezTo>
                <a:lnTo>
                  <a:pt x="5629674" y="2021449"/>
                </a:lnTo>
                <a:cubicBezTo>
                  <a:pt x="5629674" y="2084379"/>
                  <a:pt x="5578659" y="2135394"/>
                  <a:pt x="5515729" y="2135394"/>
                </a:cubicBezTo>
                <a:lnTo>
                  <a:pt x="113945" y="2135394"/>
                </a:lnTo>
                <a:cubicBezTo>
                  <a:pt x="51015" y="2135394"/>
                  <a:pt x="0" y="2084379"/>
                  <a:pt x="0" y="2021449"/>
                </a:cubicBezTo>
                <a:lnTo>
                  <a:pt x="0" y="113945"/>
                </a:lnTo>
                <a:cubicBezTo>
                  <a:pt x="0" y="51015"/>
                  <a:pt x="51015" y="0"/>
                  <a:pt x="113945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92237" y="2721997"/>
            <a:ext cx="189907" cy="151925"/>
          </a:xfrm>
          <a:custGeom>
            <a:avLst/>
            <a:gdLst/>
            <a:ahLst/>
            <a:cxnLst/>
            <a:rect l="l" t="t" r="r" b="b"/>
            <a:pathLst>
              <a:path w="189907" h="151925">
                <a:moveTo>
                  <a:pt x="123410" y="62461"/>
                </a:moveTo>
                <a:cubicBezTo>
                  <a:pt x="127030" y="61482"/>
                  <a:pt x="130828" y="63203"/>
                  <a:pt x="132460" y="66556"/>
                </a:cubicBezTo>
                <a:lnTo>
                  <a:pt x="137979" y="77713"/>
                </a:lnTo>
                <a:cubicBezTo>
                  <a:pt x="141035" y="78129"/>
                  <a:pt x="144032" y="78960"/>
                  <a:pt x="146851" y="80117"/>
                </a:cubicBezTo>
                <a:lnTo>
                  <a:pt x="157237" y="73203"/>
                </a:lnTo>
                <a:cubicBezTo>
                  <a:pt x="160352" y="71126"/>
                  <a:pt x="164477" y="71541"/>
                  <a:pt x="167118" y="74182"/>
                </a:cubicBezTo>
                <a:lnTo>
                  <a:pt x="172815" y="79879"/>
                </a:lnTo>
                <a:cubicBezTo>
                  <a:pt x="175456" y="82520"/>
                  <a:pt x="175871" y="86675"/>
                  <a:pt x="173794" y="89761"/>
                </a:cubicBezTo>
                <a:lnTo>
                  <a:pt x="166880" y="100116"/>
                </a:lnTo>
                <a:cubicBezTo>
                  <a:pt x="167444" y="101511"/>
                  <a:pt x="167949" y="102965"/>
                  <a:pt x="168364" y="104478"/>
                </a:cubicBezTo>
                <a:cubicBezTo>
                  <a:pt x="168779" y="105992"/>
                  <a:pt x="169046" y="107475"/>
                  <a:pt x="169254" y="108989"/>
                </a:cubicBezTo>
                <a:lnTo>
                  <a:pt x="180441" y="114508"/>
                </a:lnTo>
                <a:cubicBezTo>
                  <a:pt x="183794" y="116169"/>
                  <a:pt x="185515" y="119968"/>
                  <a:pt x="184536" y="123558"/>
                </a:cubicBezTo>
                <a:lnTo>
                  <a:pt x="182459" y="131332"/>
                </a:lnTo>
                <a:cubicBezTo>
                  <a:pt x="181479" y="134923"/>
                  <a:pt x="178126" y="137356"/>
                  <a:pt x="174388" y="137118"/>
                </a:cubicBezTo>
                <a:lnTo>
                  <a:pt x="161925" y="136317"/>
                </a:lnTo>
                <a:cubicBezTo>
                  <a:pt x="160056" y="138721"/>
                  <a:pt x="157889" y="140946"/>
                  <a:pt x="155427" y="142845"/>
                </a:cubicBezTo>
                <a:lnTo>
                  <a:pt x="156228" y="155278"/>
                </a:lnTo>
                <a:cubicBezTo>
                  <a:pt x="156465" y="159017"/>
                  <a:pt x="154032" y="162400"/>
                  <a:pt x="150442" y="163349"/>
                </a:cubicBezTo>
                <a:lnTo>
                  <a:pt x="142667" y="165426"/>
                </a:lnTo>
                <a:cubicBezTo>
                  <a:pt x="139047" y="166406"/>
                  <a:pt x="135279" y="164685"/>
                  <a:pt x="133617" y="161332"/>
                </a:cubicBezTo>
                <a:lnTo>
                  <a:pt x="128098" y="150175"/>
                </a:lnTo>
                <a:cubicBezTo>
                  <a:pt x="125042" y="149759"/>
                  <a:pt x="122045" y="148928"/>
                  <a:pt x="119226" y="147771"/>
                </a:cubicBezTo>
                <a:lnTo>
                  <a:pt x="108840" y="154685"/>
                </a:lnTo>
                <a:cubicBezTo>
                  <a:pt x="105725" y="156762"/>
                  <a:pt x="101600" y="156346"/>
                  <a:pt x="98959" y="153706"/>
                </a:cubicBezTo>
                <a:lnTo>
                  <a:pt x="93262" y="148008"/>
                </a:lnTo>
                <a:cubicBezTo>
                  <a:pt x="90621" y="145368"/>
                  <a:pt x="90206" y="141243"/>
                  <a:pt x="92283" y="138127"/>
                </a:cubicBezTo>
                <a:lnTo>
                  <a:pt x="99196" y="127742"/>
                </a:lnTo>
                <a:cubicBezTo>
                  <a:pt x="98633" y="126347"/>
                  <a:pt x="98128" y="124893"/>
                  <a:pt x="97713" y="123380"/>
                </a:cubicBezTo>
                <a:cubicBezTo>
                  <a:pt x="97297" y="121867"/>
                  <a:pt x="97030" y="120353"/>
                  <a:pt x="96823" y="118870"/>
                </a:cubicBezTo>
                <a:lnTo>
                  <a:pt x="85636" y="113350"/>
                </a:lnTo>
                <a:cubicBezTo>
                  <a:pt x="82283" y="111689"/>
                  <a:pt x="80592" y="107891"/>
                  <a:pt x="81541" y="104300"/>
                </a:cubicBezTo>
                <a:lnTo>
                  <a:pt x="83618" y="96526"/>
                </a:lnTo>
                <a:cubicBezTo>
                  <a:pt x="84597" y="92936"/>
                  <a:pt x="87950" y="90502"/>
                  <a:pt x="91689" y="90740"/>
                </a:cubicBezTo>
                <a:lnTo>
                  <a:pt x="104122" y="91541"/>
                </a:lnTo>
                <a:cubicBezTo>
                  <a:pt x="105992" y="89137"/>
                  <a:pt x="108158" y="86912"/>
                  <a:pt x="110621" y="85013"/>
                </a:cubicBezTo>
                <a:lnTo>
                  <a:pt x="109819" y="72610"/>
                </a:lnTo>
                <a:cubicBezTo>
                  <a:pt x="109582" y="68871"/>
                  <a:pt x="112015" y="65488"/>
                  <a:pt x="115606" y="64539"/>
                </a:cubicBezTo>
                <a:lnTo>
                  <a:pt x="123380" y="62461"/>
                </a:lnTo>
                <a:close/>
                <a:moveTo>
                  <a:pt x="133053" y="100888"/>
                </a:moveTo>
                <a:cubicBezTo>
                  <a:pt x="125847" y="100896"/>
                  <a:pt x="120004" y="106753"/>
                  <a:pt x="120012" y="113959"/>
                </a:cubicBezTo>
                <a:cubicBezTo>
                  <a:pt x="120020" y="121165"/>
                  <a:pt x="125877" y="127008"/>
                  <a:pt x="133083" y="127000"/>
                </a:cubicBezTo>
                <a:cubicBezTo>
                  <a:pt x="140289" y="126992"/>
                  <a:pt x="146132" y="121135"/>
                  <a:pt x="146124" y="113929"/>
                </a:cubicBezTo>
                <a:cubicBezTo>
                  <a:pt x="146116" y="106723"/>
                  <a:pt x="140259" y="100880"/>
                  <a:pt x="133053" y="100888"/>
                </a:cubicBezTo>
                <a:close/>
                <a:moveTo>
                  <a:pt x="66734" y="-13501"/>
                </a:moveTo>
                <a:lnTo>
                  <a:pt x="74509" y="-11424"/>
                </a:lnTo>
                <a:cubicBezTo>
                  <a:pt x="78099" y="-10445"/>
                  <a:pt x="80532" y="-7062"/>
                  <a:pt x="80295" y="-3353"/>
                </a:cubicBezTo>
                <a:lnTo>
                  <a:pt x="79494" y="9050"/>
                </a:lnTo>
                <a:cubicBezTo>
                  <a:pt x="81957" y="10949"/>
                  <a:pt x="84123" y="13145"/>
                  <a:pt x="85992" y="15578"/>
                </a:cubicBezTo>
                <a:lnTo>
                  <a:pt x="98455" y="14777"/>
                </a:lnTo>
                <a:cubicBezTo>
                  <a:pt x="102164" y="14540"/>
                  <a:pt x="105546" y="16973"/>
                  <a:pt x="106526" y="20563"/>
                </a:cubicBezTo>
                <a:lnTo>
                  <a:pt x="108603" y="28338"/>
                </a:lnTo>
                <a:cubicBezTo>
                  <a:pt x="109552" y="31928"/>
                  <a:pt x="107861" y="35726"/>
                  <a:pt x="104508" y="37388"/>
                </a:cubicBezTo>
                <a:lnTo>
                  <a:pt x="93321" y="42907"/>
                </a:lnTo>
                <a:cubicBezTo>
                  <a:pt x="93114" y="44420"/>
                  <a:pt x="92817" y="45934"/>
                  <a:pt x="92431" y="47417"/>
                </a:cubicBezTo>
                <a:cubicBezTo>
                  <a:pt x="92045" y="48901"/>
                  <a:pt x="91511" y="50385"/>
                  <a:pt x="90947" y="51779"/>
                </a:cubicBezTo>
                <a:lnTo>
                  <a:pt x="97861" y="62165"/>
                </a:lnTo>
                <a:cubicBezTo>
                  <a:pt x="99938" y="65280"/>
                  <a:pt x="99523" y="69405"/>
                  <a:pt x="96882" y="72046"/>
                </a:cubicBezTo>
                <a:lnTo>
                  <a:pt x="91185" y="77743"/>
                </a:lnTo>
                <a:cubicBezTo>
                  <a:pt x="88544" y="80384"/>
                  <a:pt x="84419" y="80799"/>
                  <a:pt x="81304" y="78722"/>
                </a:cubicBezTo>
                <a:lnTo>
                  <a:pt x="70918" y="71808"/>
                </a:lnTo>
                <a:cubicBezTo>
                  <a:pt x="68099" y="72966"/>
                  <a:pt x="65102" y="73796"/>
                  <a:pt x="62046" y="74212"/>
                </a:cubicBezTo>
                <a:lnTo>
                  <a:pt x="56527" y="85369"/>
                </a:lnTo>
                <a:cubicBezTo>
                  <a:pt x="54865" y="88722"/>
                  <a:pt x="51067" y="90413"/>
                  <a:pt x="47477" y="89464"/>
                </a:cubicBezTo>
                <a:lnTo>
                  <a:pt x="39702" y="87387"/>
                </a:lnTo>
                <a:cubicBezTo>
                  <a:pt x="36082" y="86407"/>
                  <a:pt x="33679" y="83025"/>
                  <a:pt x="33916" y="79316"/>
                </a:cubicBezTo>
                <a:lnTo>
                  <a:pt x="34717" y="66883"/>
                </a:lnTo>
                <a:cubicBezTo>
                  <a:pt x="32254" y="64984"/>
                  <a:pt x="30088" y="62788"/>
                  <a:pt x="28219" y="60355"/>
                </a:cubicBezTo>
                <a:lnTo>
                  <a:pt x="15756" y="61156"/>
                </a:lnTo>
                <a:cubicBezTo>
                  <a:pt x="12047" y="61393"/>
                  <a:pt x="8664" y="58960"/>
                  <a:pt x="7685" y="55370"/>
                </a:cubicBezTo>
                <a:lnTo>
                  <a:pt x="5608" y="47595"/>
                </a:lnTo>
                <a:cubicBezTo>
                  <a:pt x="4659" y="44005"/>
                  <a:pt x="6350" y="40207"/>
                  <a:pt x="9703" y="38545"/>
                </a:cubicBezTo>
                <a:lnTo>
                  <a:pt x="20890" y="33026"/>
                </a:lnTo>
                <a:cubicBezTo>
                  <a:pt x="21097" y="31513"/>
                  <a:pt x="21394" y="30029"/>
                  <a:pt x="21780" y="28516"/>
                </a:cubicBezTo>
                <a:cubicBezTo>
                  <a:pt x="22195" y="27002"/>
                  <a:pt x="22670" y="25548"/>
                  <a:pt x="23264" y="24154"/>
                </a:cubicBezTo>
                <a:lnTo>
                  <a:pt x="16350" y="13798"/>
                </a:lnTo>
                <a:cubicBezTo>
                  <a:pt x="14273" y="10682"/>
                  <a:pt x="14688" y="6558"/>
                  <a:pt x="17329" y="3917"/>
                </a:cubicBezTo>
                <a:lnTo>
                  <a:pt x="23026" y="-1780"/>
                </a:lnTo>
                <a:cubicBezTo>
                  <a:pt x="25667" y="-4421"/>
                  <a:pt x="29792" y="-4837"/>
                  <a:pt x="32907" y="-2760"/>
                </a:cubicBezTo>
                <a:lnTo>
                  <a:pt x="43293" y="4154"/>
                </a:lnTo>
                <a:cubicBezTo>
                  <a:pt x="46112" y="2997"/>
                  <a:pt x="49109" y="2166"/>
                  <a:pt x="52165" y="1751"/>
                </a:cubicBezTo>
                <a:lnTo>
                  <a:pt x="57684" y="-9406"/>
                </a:lnTo>
                <a:cubicBezTo>
                  <a:pt x="59346" y="-12759"/>
                  <a:pt x="63114" y="-14451"/>
                  <a:pt x="66734" y="-13501"/>
                </a:cubicBezTo>
                <a:close/>
                <a:moveTo>
                  <a:pt x="57091" y="24925"/>
                </a:moveTo>
                <a:cubicBezTo>
                  <a:pt x="49885" y="24925"/>
                  <a:pt x="44035" y="30775"/>
                  <a:pt x="44035" y="37981"/>
                </a:cubicBezTo>
                <a:cubicBezTo>
                  <a:pt x="44035" y="45187"/>
                  <a:pt x="49885" y="51037"/>
                  <a:pt x="57091" y="51037"/>
                </a:cubicBezTo>
                <a:cubicBezTo>
                  <a:pt x="64296" y="51037"/>
                  <a:pt x="70147" y="45187"/>
                  <a:pt x="70147" y="37981"/>
                </a:cubicBezTo>
                <a:cubicBezTo>
                  <a:pt x="70147" y="30775"/>
                  <a:pt x="64296" y="24925"/>
                  <a:pt x="57091" y="24925"/>
                </a:cubicBezTo>
                <a:close/>
              </a:path>
            </a:pathLst>
          </a:custGeom>
          <a:solidFill>
            <a:srgbClr val="84CC16"/>
          </a:solidFill>
          <a:ln/>
        </p:spPr>
      </p:sp>
      <p:sp>
        <p:nvSpPr>
          <p:cNvPr id="43" name="Text 41"/>
          <p:cNvSpPr/>
          <p:nvPr/>
        </p:nvSpPr>
        <p:spPr>
          <a:xfrm>
            <a:off x="6558106" y="2684016"/>
            <a:ext cx="1851589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Parámetros Configurados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292237" y="2987866"/>
            <a:ext cx="5393346" cy="493757"/>
          </a:xfrm>
          <a:custGeom>
            <a:avLst/>
            <a:gdLst/>
            <a:ahLst/>
            <a:cxnLst/>
            <a:rect l="l" t="t" r="r" b="b"/>
            <a:pathLst>
              <a:path w="5393346" h="493757">
                <a:moveTo>
                  <a:pt x="75965" y="0"/>
                </a:moveTo>
                <a:lnTo>
                  <a:pt x="5317381" y="0"/>
                </a:lnTo>
                <a:cubicBezTo>
                  <a:pt x="5359335" y="0"/>
                  <a:pt x="5393346" y="34010"/>
                  <a:pt x="5393346" y="75965"/>
                </a:cubicBezTo>
                <a:lnTo>
                  <a:pt x="5393346" y="417792"/>
                </a:lnTo>
                <a:cubicBezTo>
                  <a:pt x="5393346" y="459747"/>
                  <a:pt x="5359335" y="493757"/>
                  <a:pt x="5317381" y="493757"/>
                </a:cubicBezTo>
                <a:lnTo>
                  <a:pt x="75965" y="493757"/>
                </a:lnTo>
                <a:cubicBezTo>
                  <a:pt x="34010" y="493757"/>
                  <a:pt x="0" y="459747"/>
                  <a:pt x="0" y="417792"/>
                </a:cubicBezTo>
                <a:lnTo>
                  <a:pt x="0" y="75965"/>
                </a:lnTo>
                <a:cubicBezTo>
                  <a:pt x="0" y="34039"/>
                  <a:pt x="34039" y="0"/>
                  <a:pt x="75965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5" name="Text 43"/>
          <p:cNvSpPr/>
          <p:nvPr/>
        </p:nvSpPr>
        <p:spPr>
          <a:xfrm>
            <a:off x="6368200" y="3063829"/>
            <a:ext cx="5307888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84CC1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porcentaje_descuento_base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68200" y="3253735"/>
            <a:ext cx="5298393" cy="15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Descuento aplicado a todos los productos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92237" y="3538465"/>
            <a:ext cx="5393346" cy="493757"/>
          </a:xfrm>
          <a:custGeom>
            <a:avLst/>
            <a:gdLst/>
            <a:ahLst/>
            <a:cxnLst/>
            <a:rect l="l" t="t" r="r" b="b"/>
            <a:pathLst>
              <a:path w="5393346" h="493757">
                <a:moveTo>
                  <a:pt x="75965" y="0"/>
                </a:moveTo>
                <a:lnTo>
                  <a:pt x="5317381" y="0"/>
                </a:lnTo>
                <a:cubicBezTo>
                  <a:pt x="5359335" y="0"/>
                  <a:pt x="5393346" y="34010"/>
                  <a:pt x="5393346" y="75965"/>
                </a:cubicBezTo>
                <a:lnTo>
                  <a:pt x="5393346" y="417792"/>
                </a:lnTo>
                <a:cubicBezTo>
                  <a:pt x="5393346" y="459747"/>
                  <a:pt x="5359335" y="493757"/>
                  <a:pt x="5317381" y="493757"/>
                </a:cubicBezTo>
                <a:lnTo>
                  <a:pt x="75965" y="493757"/>
                </a:lnTo>
                <a:cubicBezTo>
                  <a:pt x="34010" y="493757"/>
                  <a:pt x="0" y="459747"/>
                  <a:pt x="0" y="417792"/>
                </a:cubicBezTo>
                <a:lnTo>
                  <a:pt x="0" y="75965"/>
                </a:lnTo>
                <a:cubicBezTo>
                  <a:pt x="0" y="34039"/>
                  <a:pt x="34039" y="0"/>
                  <a:pt x="75965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8" name="Text 46"/>
          <p:cNvSpPr/>
          <p:nvPr/>
        </p:nvSpPr>
        <p:spPr>
          <a:xfrm>
            <a:off x="6368200" y="3614428"/>
            <a:ext cx="5307888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84CC1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porcentaje_comision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368200" y="3804334"/>
            <a:ext cx="5298393" cy="15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Comisión sobre ventas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292237" y="4089055"/>
            <a:ext cx="5393346" cy="493757"/>
          </a:xfrm>
          <a:custGeom>
            <a:avLst/>
            <a:gdLst/>
            <a:ahLst/>
            <a:cxnLst/>
            <a:rect l="l" t="t" r="r" b="b"/>
            <a:pathLst>
              <a:path w="5393346" h="493757">
                <a:moveTo>
                  <a:pt x="75965" y="0"/>
                </a:moveTo>
                <a:lnTo>
                  <a:pt x="5317381" y="0"/>
                </a:lnTo>
                <a:cubicBezTo>
                  <a:pt x="5359335" y="0"/>
                  <a:pt x="5393346" y="34010"/>
                  <a:pt x="5393346" y="75965"/>
                </a:cubicBezTo>
                <a:lnTo>
                  <a:pt x="5393346" y="417792"/>
                </a:lnTo>
                <a:cubicBezTo>
                  <a:pt x="5393346" y="459747"/>
                  <a:pt x="5359335" y="493757"/>
                  <a:pt x="5317381" y="493757"/>
                </a:cubicBezTo>
                <a:lnTo>
                  <a:pt x="75965" y="493757"/>
                </a:lnTo>
                <a:cubicBezTo>
                  <a:pt x="34010" y="493757"/>
                  <a:pt x="0" y="459747"/>
                  <a:pt x="0" y="417792"/>
                </a:cubicBezTo>
                <a:lnTo>
                  <a:pt x="0" y="75965"/>
                </a:lnTo>
                <a:cubicBezTo>
                  <a:pt x="0" y="34039"/>
                  <a:pt x="34039" y="0"/>
                  <a:pt x="75965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1" name="Text 49"/>
          <p:cNvSpPr/>
          <p:nvPr/>
        </p:nvSpPr>
        <p:spPr>
          <a:xfrm>
            <a:off x="6368200" y="4165018"/>
            <a:ext cx="5307888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84CC1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limite_stock_minimo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368200" y="4354924"/>
            <a:ext cx="5298393" cy="15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Alerta de stock bajo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174073" y="4823228"/>
            <a:ext cx="5629674" cy="2040440"/>
          </a:xfrm>
          <a:custGeom>
            <a:avLst/>
            <a:gdLst/>
            <a:ahLst/>
            <a:cxnLst/>
            <a:rect l="l" t="t" r="r" b="b"/>
            <a:pathLst>
              <a:path w="5629674" h="2040440">
                <a:moveTo>
                  <a:pt x="113938" y="0"/>
                </a:moveTo>
                <a:lnTo>
                  <a:pt x="5515736" y="0"/>
                </a:lnTo>
                <a:cubicBezTo>
                  <a:pt x="5578662" y="0"/>
                  <a:pt x="5629674" y="51012"/>
                  <a:pt x="5629674" y="113938"/>
                </a:cubicBezTo>
                <a:lnTo>
                  <a:pt x="5629674" y="1926502"/>
                </a:lnTo>
                <a:cubicBezTo>
                  <a:pt x="5629674" y="1989428"/>
                  <a:pt x="5578662" y="2040440"/>
                  <a:pt x="5515736" y="2040440"/>
                </a:cubicBezTo>
                <a:lnTo>
                  <a:pt x="113938" y="2040440"/>
                </a:lnTo>
                <a:cubicBezTo>
                  <a:pt x="51012" y="2040440"/>
                  <a:pt x="0" y="1989428"/>
                  <a:pt x="0" y="1926502"/>
                </a:cubicBezTo>
                <a:lnTo>
                  <a:pt x="0" y="113938"/>
                </a:lnTo>
                <a:cubicBezTo>
                  <a:pt x="0" y="51054"/>
                  <a:pt x="51054" y="0"/>
                  <a:pt x="113938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11228" y="4979381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44242" y="19228"/>
                </a:moveTo>
                <a:lnTo>
                  <a:pt x="41156" y="28486"/>
                </a:lnTo>
                <a:lnTo>
                  <a:pt x="18991" y="28486"/>
                </a:lnTo>
                <a:cubicBezTo>
                  <a:pt x="8516" y="28486"/>
                  <a:pt x="0" y="37002"/>
                  <a:pt x="0" y="47477"/>
                </a:cubicBezTo>
                <a:lnTo>
                  <a:pt x="0" y="123439"/>
                </a:lnTo>
                <a:cubicBezTo>
                  <a:pt x="0" y="133914"/>
                  <a:pt x="8516" y="142430"/>
                  <a:pt x="18991" y="142430"/>
                </a:cubicBezTo>
                <a:lnTo>
                  <a:pt x="132935" y="142430"/>
                </a:lnTo>
                <a:cubicBezTo>
                  <a:pt x="143409" y="142430"/>
                  <a:pt x="151925" y="133914"/>
                  <a:pt x="151925" y="123439"/>
                </a:cubicBezTo>
                <a:lnTo>
                  <a:pt x="151925" y="47477"/>
                </a:lnTo>
                <a:cubicBezTo>
                  <a:pt x="151925" y="37002"/>
                  <a:pt x="143409" y="28486"/>
                  <a:pt x="132935" y="28486"/>
                </a:cubicBezTo>
                <a:lnTo>
                  <a:pt x="110769" y="28486"/>
                </a:lnTo>
                <a:lnTo>
                  <a:pt x="107683" y="19228"/>
                </a:lnTo>
                <a:cubicBezTo>
                  <a:pt x="105754" y="13412"/>
                  <a:pt x="100324" y="9495"/>
                  <a:pt x="94182" y="9495"/>
                </a:cubicBezTo>
                <a:lnTo>
                  <a:pt x="57743" y="9495"/>
                </a:lnTo>
                <a:cubicBezTo>
                  <a:pt x="51601" y="9495"/>
                  <a:pt x="46171" y="13412"/>
                  <a:pt x="44242" y="19228"/>
                </a:cubicBezTo>
                <a:close/>
                <a:moveTo>
                  <a:pt x="75963" y="56972"/>
                </a:moveTo>
                <a:cubicBezTo>
                  <a:pt x="91684" y="56972"/>
                  <a:pt x="104449" y="69736"/>
                  <a:pt x="104449" y="85458"/>
                </a:cubicBezTo>
                <a:cubicBezTo>
                  <a:pt x="104449" y="101180"/>
                  <a:pt x="91684" y="113944"/>
                  <a:pt x="75963" y="113944"/>
                </a:cubicBezTo>
                <a:cubicBezTo>
                  <a:pt x="60241" y="113944"/>
                  <a:pt x="47477" y="101180"/>
                  <a:pt x="47477" y="85458"/>
                </a:cubicBezTo>
                <a:cubicBezTo>
                  <a:pt x="47477" y="69736"/>
                  <a:pt x="60241" y="56972"/>
                  <a:pt x="75963" y="56972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55" name="Text 53"/>
          <p:cNvSpPr/>
          <p:nvPr/>
        </p:nvSpPr>
        <p:spPr>
          <a:xfrm>
            <a:off x="6558106" y="4941400"/>
            <a:ext cx="740636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Evidencia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00677" y="5253691"/>
            <a:ext cx="2637591" cy="1479161"/>
          </a:xfrm>
          <a:custGeom>
            <a:avLst/>
            <a:gdLst/>
            <a:ahLst/>
            <a:cxnLst/>
            <a:rect l="l" t="t" r="r" b="b"/>
            <a:pathLst>
              <a:path w="2637591" h="1479161">
                <a:moveTo>
                  <a:pt x="75970" y="0"/>
                </a:moveTo>
                <a:lnTo>
                  <a:pt x="2561621" y="0"/>
                </a:lnTo>
                <a:cubicBezTo>
                  <a:pt x="2603578" y="0"/>
                  <a:pt x="2637591" y="34013"/>
                  <a:pt x="2637591" y="75970"/>
                </a:cubicBezTo>
                <a:lnTo>
                  <a:pt x="2637591" y="1403191"/>
                </a:lnTo>
                <a:cubicBezTo>
                  <a:pt x="2637591" y="1445148"/>
                  <a:pt x="2603578" y="1479161"/>
                  <a:pt x="2561621" y="1479161"/>
                </a:cubicBezTo>
                <a:lnTo>
                  <a:pt x="75970" y="1479161"/>
                </a:lnTo>
                <a:cubicBezTo>
                  <a:pt x="34013" y="1479161"/>
                  <a:pt x="0" y="1445148"/>
                  <a:pt x="0" y="1403191"/>
                </a:cubicBezTo>
                <a:lnTo>
                  <a:pt x="0" y="75970"/>
                </a:lnTo>
                <a:cubicBezTo>
                  <a:pt x="0" y="34041"/>
                  <a:pt x="34041" y="0"/>
                  <a:pt x="75970" y="0"/>
                </a:cubicBezTo>
                <a:close/>
              </a:path>
            </a:pathLst>
          </a:custGeom>
          <a:solidFill>
            <a:srgbClr val="0F172A"/>
          </a:solidFill>
          <a:ln w="22578">
            <a:solidFill>
              <a:srgbClr val="475569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7538499" y="5803101"/>
            <a:ext cx="166168" cy="189907"/>
          </a:xfrm>
          <a:custGeom>
            <a:avLst/>
            <a:gdLst/>
            <a:ahLst/>
            <a:cxnLst/>
            <a:rect l="l" t="t" r="r" b="b"/>
            <a:pathLst>
              <a:path w="166168" h="189907">
                <a:moveTo>
                  <a:pt x="23738" y="11869"/>
                </a:moveTo>
                <a:cubicBezTo>
                  <a:pt x="10645" y="11869"/>
                  <a:pt x="0" y="22514"/>
                  <a:pt x="0" y="35607"/>
                </a:cubicBezTo>
                <a:lnTo>
                  <a:pt x="0" y="154299"/>
                </a:lnTo>
                <a:cubicBezTo>
                  <a:pt x="0" y="167392"/>
                  <a:pt x="10645" y="178037"/>
                  <a:pt x="23738" y="178037"/>
                </a:cubicBezTo>
                <a:lnTo>
                  <a:pt x="142430" y="178037"/>
                </a:lnTo>
                <a:cubicBezTo>
                  <a:pt x="155523" y="178037"/>
                  <a:pt x="166168" y="167392"/>
                  <a:pt x="166168" y="154299"/>
                </a:cubicBezTo>
                <a:lnTo>
                  <a:pt x="166168" y="35607"/>
                </a:lnTo>
                <a:cubicBezTo>
                  <a:pt x="166168" y="22514"/>
                  <a:pt x="155523" y="11869"/>
                  <a:pt x="142430" y="11869"/>
                </a:cubicBezTo>
                <a:lnTo>
                  <a:pt x="23738" y="11869"/>
                </a:lnTo>
                <a:close/>
                <a:moveTo>
                  <a:pt x="47477" y="41542"/>
                </a:moveTo>
                <a:cubicBezTo>
                  <a:pt x="57303" y="41542"/>
                  <a:pt x="65280" y="49520"/>
                  <a:pt x="65280" y="59346"/>
                </a:cubicBezTo>
                <a:cubicBezTo>
                  <a:pt x="65280" y="69172"/>
                  <a:pt x="57303" y="77150"/>
                  <a:pt x="47477" y="77150"/>
                </a:cubicBezTo>
                <a:cubicBezTo>
                  <a:pt x="37650" y="77150"/>
                  <a:pt x="29673" y="69172"/>
                  <a:pt x="29673" y="59346"/>
                </a:cubicBezTo>
                <a:cubicBezTo>
                  <a:pt x="29673" y="49520"/>
                  <a:pt x="37650" y="41542"/>
                  <a:pt x="47477" y="41542"/>
                </a:cubicBezTo>
                <a:close/>
                <a:moveTo>
                  <a:pt x="100888" y="83084"/>
                </a:moveTo>
                <a:cubicBezTo>
                  <a:pt x="104004" y="83084"/>
                  <a:pt x="106860" y="84716"/>
                  <a:pt x="108492" y="87350"/>
                </a:cubicBezTo>
                <a:lnTo>
                  <a:pt x="141132" y="140761"/>
                </a:lnTo>
                <a:cubicBezTo>
                  <a:pt x="142801" y="143506"/>
                  <a:pt x="142875" y="146955"/>
                  <a:pt x="141317" y="149774"/>
                </a:cubicBezTo>
                <a:cubicBezTo>
                  <a:pt x="139759" y="152593"/>
                  <a:pt x="136755" y="154299"/>
                  <a:pt x="133528" y="154299"/>
                </a:cubicBezTo>
                <a:lnTo>
                  <a:pt x="32640" y="154299"/>
                </a:lnTo>
                <a:cubicBezTo>
                  <a:pt x="29339" y="154299"/>
                  <a:pt x="26261" y="152445"/>
                  <a:pt x="24740" y="149514"/>
                </a:cubicBezTo>
                <a:cubicBezTo>
                  <a:pt x="23219" y="146584"/>
                  <a:pt x="23442" y="143023"/>
                  <a:pt x="25333" y="140316"/>
                </a:cubicBezTo>
                <a:lnTo>
                  <a:pt x="46104" y="110643"/>
                </a:lnTo>
                <a:cubicBezTo>
                  <a:pt x="47773" y="108269"/>
                  <a:pt x="50481" y="106860"/>
                  <a:pt x="53411" y="106860"/>
                </a:cubicBezTo>
                <a:cubicBezTo>
                  <a:pt x="56341" y="106860"/>
                  <a:pt x="59049" y="108269"/>
                  <a:pt x="60718" y="110643"/>
                </a:cubicBezTo>
                <a:lnTo>
                  <a:pt x="70510" y="124663"/>
                </a:lnTo>
                <a:lnTo>
                  <a:pt x="93284" y="87387"/>
                </a:lnTo>
                <a:cubicBezTo>
                  <a:pt x="94916" y="84753"/>
                  <a:pt x="97772" y="83121"/>
                  <a:pt x="100888" y="83121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58" name="Text 56"/>
          <p:cNvSpPr/>
          <p:nvPr/>
        </p:nvSpPr>
        <p:spPr>
          <a:xfrm>
            <a:off x="7065974" y="6030989"/>
            <a:ext cx="1110953" cy="15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 /config/params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9035331" y="5253691"/>
            <a:ext cx="2637591" cy="1479161"/>
          </a:xfrm>
          <a:custGeom>
            <a:avLst/>
            <a:gdLst/>
            <a:ahLst/>
            <a:cxnLst/>
            <a:rect l="l" t="t" r="r" b="b"/>
            <a:pathLst>
              <a:path w="2637591" h="1479161">
                <a:moveTo>
                  <a:pt x="75970" y="0"/>
                </a:moveTo>
                <a:lnTo>
                  <a:pt x="2561621" y="0"/>
                </a:lnTo>
                <a:cubicBezTo>
                  <a:pt x="2603578" y="0"/>
                  <a:pt x="2637591" y="34013"/>
                  <a:pt x="2637591" y="75970"/>
                </a:cubicBezTo>
                <a:lnTo>
                  <a:pt x="2637591" y="1403191"/>
                </a:lnTo>
                <a:cubicBezTo>
                  <a:pt x="2637591" y="1445148"/>
                  <a:pt x="2603578" y="1479161"/>
                  <a:pt x="2561621" y="1479161"/>
                </a:cubicBezTo>
                <a:lnTo>
                  <a:pt x="75970" y="1479161"/>
                </a:lnTo>
                <a:cubicBezTo>
                  <a:pt x="34013" y="1479161"/>
                  <a:pt x="0" y="1445148"/>
                  <a:pt x="0" y="1403191"/>
                </a:cubicBezTo>
                <a:lnTo>
                  <a:pt x="0" y="75970"/>
                </a:lnTo>
                <a:cubicBezTo>
                  <a:pt x="0" y="34041"/>
                  <a:pt x="34041" y="0"/>
                  <a:pt x="75970" y="0"/>
                </a:cubicBezTo>
                <a:close/>
              </a:path>
            </a:pathLst>
          </a:custGeom>
          <a:solidFill>
            <a:srgbClr val="0F172A"/>
          </a:solidFill>
          <a:ln w="22578">
            <a:solidFill>
              <a:srgbClr val="475569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10273152" y="5803101"/>
            <a:ext cx="166168" cy="189907"/>
          </a:xfrm>
          <a:custGeom>
            <a:avLst/>
            <a:gdLst/>
            <a:ahLst/>
            <a:cxnLst/>
            <a:rect l="l" t="t" r="r" b="b"/>
            <a:pathLst>
              <a:path w="166168" h="189907">
                <a:moveTo>
                  <a:pt x="23738" y="11869"/>
                </a:moveTo>
                <a:cubicBezTo>
                  <a:pt x="10645" y="11869"/>
                  <a:pt x="0" y="22514"/>
                  <a:pt x="0" y="35607"/>
                </a:cubicBezTo>
                <a:lnTo>
                  <a:pt x="0" y="154299"/>
                </a:lnTo>
                <a:cubicBezTo>
                  <a:pt x="0" y="167392"/>
                  <a:pt x="10645" y="178037"/>
                  <a:pt x="23738" y="178037"/>
                </a:cubicBezTo>
                <a:lnTo>
                  <a:pt x="142430" y="178037"/>
                </a:lnTo>
                <a:cubicBezTo>
                  <a:pt x="155523" y="178037"/>
                  <a:pt x="166168" y="167392"/>
                  <a:pt x="166168" y="154299"/>
                </a:cubicBezTo>
                <a:lnTo>
                  <a:pt x="166168" y="35607"/>
                </a:lnTo>
                <a:cubicBezTo>
                  <a:pt x="166168" y="22514"/>
                  <a:pt x="155523" y="11869"/>
                  <a:pt x="142430" y="11869"/>
                </a:cubicBezTo>
                <a:lnTo>
                  <a:pt x="23738" y="11869"/>
                </a:lnTo>
                <a:close/>
                <a:moveTo>
                  <a:pt x="47477" y="41542"/>
                </a:moveTo>
                <a:cubicBezTo>
                  <a:pt x="57303" y="41542"/>
                  <a:pt x="65280" y="49520"/>
                  <a:pt x="65280" y="59346"/>
                </a:cubicBezTo>
                <a:cubicBezTo>
                  <a:pt x="65280" y="69172"/>
                  <a:pt x="57303" y="77150"/>
                  <a:pt x="47477" y="77150"/>
                </a:cubicBezTo>
                <a:cubicBezTo>
                  <a:pt x="37650" y="77150"/>
                  <a:pt x="29673" y="69172"/>
                  <a:pt x="29673" y="59346"/>
                </a:cubicBezTo>
                <a:cubicBezTo>
                  <a:pt x="29673" y="49520"/>
                  <a:pt x="37650" y="41542"/>
                  <a:pt x="47477" y="41542"/>
                </a:cubicBezTo>
                <a:close/>
                <a:moveTo>
                  <a:pt x="100888" y="83084"/>
                </a:moveTo>
                <a:cubicBezTo>
                  <a:pt x="104004" y="83084"/>
                  <a:pt x="106860" y="84716"/>
                  <a:pt x="108492" y="87350"/>
                </a:cubicBezTo>
                <a:lnTo>
                  <a:pt x="141132" y="140761"/>
                </a:lnTo>
                <a:cubicBezTo>
                  <a:pt x="142801" y="143506"/>
                  <a:pt x="142875" y="146955"/>
                  <a:pt x="141317" y="149774"/>
                </a:cubicBezTo>
                <a:cubicBezTo>
                  <a:pt x="139759" y="152593"/>
                  <a:pt x="136755" y="154299"/>
                  <a:pt x="133528" y="154299"/>
                </a:cubicBezTo>
                <a:lnTo>
                  <a:pt x="32640" y="154299"/>
                </a:lnTo>
                <a:cubicBezTo>
                  <a:pt x="29339" y="154299"/>
                  <a:pt x="26261" y="152445"/>
                  <a:pt x="24740" y="149514"/>
                </a:cubicBezTo>
                <a:cubicBezTo>
                  <a:pt x="23219" y="146584"/>
                  <a:pt x="23442" y="143023"/>
                  <a:pt x="25333" y="140316"/>
                </a:cubicBezTo>
                <a:lnTo>
                  <a:pt x="46104" y="110643"/>
                </a:lnTo>
                <a:cubicBezTo>
                  <a:pt x="47773" y="108269"/>
                  <a:pt x="50481" y="106860"/>
                  <a:pt x="53411" y="106860"/>
                </a:cubicBezTo>
                <a:cubicBezTo>
                  <a:pt x="56341" y="106860"/>
                  <a:pt x="59049" y="108269"/>
                  <a:pt x="60718" y="110643"/>
                </a:cubicBezTo>
                <a:lnTo>
                  <a:pt x="70510" y="124663"/>
                </a:lnTo>
                <a:lnTo>
                  <a:pt x="93284" y="87387"/>
                </a:lnTo>
                <a:cubicBezTo>
                  <a:pt x="94916" y="84753"/>
                  <a:pt x="97772" y="83121"/>
                  <a:pt x="100888" y="83121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61" name="Text 59"/>
          <p:cNvSpPr/>
          <p:nvPr/>
        </p:nvSpPr>
        <p:spPr>
          <a:xfrm>
            <a:off x="9624174" y="6030989"/>
            <a:ext cx="1462280" cy="15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PARÁMETRO AFECTANDO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1755" y="364931"/>
            <a:ext cx="398106" cy="398106"/>
          </a:xfrm>
          <a:custGeom>
            <a:avLst/>
            <a:gdLst/>
            <a:ahLst/>
            <a:cxnLst/>
            <a:rect l="l" t="t" r="r" b="b"/>
            <a:pathLst>
              <a:path w="398106" h="398106">
                <a:moveTo>
                  <a:pt x="99527" y="0"/>
                </a:moveTo>
                <a:lnTo>
                  <a:pt x="298580" y="0"/>
                </a:lnTo>
                <a:cubicBezTo>
                  <a:pt x="353547" y="0"/>
                  <a:pt x="398106" y="44560"/>
                  <a:pt x="398106" y="99527"/>
                </a:cubicBezTo>
                <a:lnTo>
                  <a:pt x="398106" y="298580"/>
                </a:lnTo>
                <a:cubicBezTo>
                  <a:pt x="398106" y="353547"/>
                  <a:pt x="353547" y="398106"/>
                  <a:pt x="298580" y="398106"/>
                </a:cubicBezTo>
                <a:lnTo>
                  <a:pt x="99527" y="398106"/>
                </a:lnTo>
                <a:cubicBezTo>
                  <a:pt x="44596" y="398106"/>
                  <a:pt x="0" y="353510"/>
                  <a:pt x="0" y="298580"/>
                </a:cubicBezTo>
                <a:lnTo>
                  <a:pt x="0" y="99527"/>
                </a:lnTo>
                <a:cubicBezTo>
                  <a:pt x="0" y="44596"/>
                  <a:pt x="44596" y="0"/>
                  <a:pt x="99527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/>
              </a:gs>
              <a:gs pos="100000">
                <a:srgbClr val="1D4ED8"/>
              </a:gs>
            </a:gsLst>
            <a:lin ang="27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417574" y="447869"/>
            <a:ext cx="306873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9388" y="331755"/>
            <a:ext cx="2396931" cy="29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59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BFF / API Gateway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9388" y="630335"/>
            <a:ext cx="422988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 BD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57214" y="630335"/>
            <a:ext cx="82939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|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49137" y="630335"/>
            <a:ext cx="456163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FastAPI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14746" y="630335"/>
            <a:ext cx="82939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|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06670" y="630335"/>
            <a:ext cx="738155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Puerto 8080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635055" y="394422"/>
            <a:ext cx="1226572" cy="339127"/>
          </a:xfrm>
          <a:custGeom>
            <a:avLst/>
            <a:gdLst/>
            <a:ahLst/>
            <a:cxnLst/>
            <a:rect l="l" t="t" r="r" b="b"/>
            <a:pathLst>
              <a:path w="1226572" h="339127">
                <a:moveTo>
                  <a:pt x="66350" y="0"/>
                </a:moveTo>
                <a:lnTo>
                  <a:pt x="1160222" y="0"/>
                </a:lnTo>
                <a:cubicBezTo>
                  <a:pt x="1196866" y="0"/>
                  <a:pt x="1226572" y="29706"/>
                  <a:pt x="1226572" y="66350"/>
                </a:cubicBezTo>
                <a:lnTo>
                  <a:pt x="1226572" y="272777"/>
                </a:lnTo>
                <a:cubicBezTo>
                  <a:pt x="1226572" y="309421"/>
                  <a:pt x="1196866" y="339127"/>
                  <a:pt x="1160222" y="339127"/>
                </a:cubicBezTo>
                <a:lnTo>
                  <a:pt x="66350" y="339127"/>
                </a:lnTo>
                <a:cubicBezTo>
                  <a:pt x="29706" y="339127"/>
                  <a:pt x="0" y="309421"/>
                  <a:pt x="0" y="272777"/>
                </a:cubicBezTo>
                <a:lnTo>
                  <a:pt x="0" y="66350"/>
                </a:lnTo>
                <a:cubicBezTo>
                  <a:pt x="0" y="29706"/>
                  <a:pt x="29706" y="0"/>
                  <a:pt x="6635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11289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71444" y="493947"/>
            <a:ext cx="1008628" cy="147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COMPLETADO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5441" y="899425"/>
            <a:ext cx="5688678" cy="803585"/>
          </a:xfrm>
          <a:custGeom>
            <a:avLst/>
            <a:gdLst/>
            <a:ahLst/>
            <a:cxnLst/>
            <a:rect l="l" t="t" r="r" b="b"/>
            <a:pathLst>
              <a:path w="5688678" h="803585">
                <a:moveTo>
                  <a:pt x="99524" y="0"/>
                </a:moveTo>
                <a:lnTo>
                  <a:pt x="5589155" y="0"/>
                </a:lnTo>
                <a:cubicBezTo>
                  <a:pt x="5644120" y="0"/>
                  <a:pt x="5688678" y="44558"/>
                  <a:pt x="5688678" y="99524"/>
                </a:cubicBezTo>
                <a:lnTo>
                  <a:pt x="5688678" y="704061"/>
                </a:lnTo>
                <a:cubicBezTo>
                  <a:pt x="5688678" y="759026"/>
                  <a:pt x="5644120" y="803585"/>
                  <a:pt x="5589155" y="803585"/>
                </a:cubicBezTo>
                <a:lnTo>
                  <a:pt x="99524" y="803585"/>
                </a:lnTo>
                <a:cubicBezTo>
                  <a:pt x="44558" y="803585"/>
                  <a:pt x="0" y="759026"/>
                  <a:pt x="0" y="704061"/>
                </a:cubicBezTo>
                <a:lnTo>
                  <a:pt x="0" y="99524"/>
                </a:lnTo>
                <a:cubicBezTo>
                  <a:pt x="0" y="44595"/>
                  <a:pt x="44595" y="0"/>
                  <a:pt x="99524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5242" y="1035811"/>
            <a:ext cx="132702" cy="132702"/>
          </a:xfrm>
          <a:custGeom>
            <a:avLst/>
            <a:gdLst/>
            <a:ahLst/>
            <a:cxnLst/>
            <a:rect l="l" t="t" r="r" b="b"/>
            <a:pathLst>
              <a:path w="132702" h="132702">
                <a:moveTo>
                  <a:pt x="103414" y="99578"/>
                </a:moveTo>
                <a:cubicBezTo>
                  <a:pt x="97686" y="89626"/>
                  <a:pt x="86930" y="82939"/>
                  <a:pt x="74645" y="82939"/>
                </a:cubicBezTo>
                <a:lnTo>
                  <a:pt x="58057" y="82939"/>
                </a:lnTo>
                <a:cubicBezTo>
                  <a:pt x="45772" y="82939"/>
                  <a:pt x="35016" y="89626"/>
                  <a:pt x="29288" y="99578"/>
                </a:cubicBezTo>
                <a:cubicBezTo>
                  <a:pt x="38411" y="109738"/>
                  <a:pt x="51629" y="116114"/>
                  <a:pt x="66351" y="116114"/>
                </a:cubicBezTo>
                <a:cubicBezTo>
                  <a:pt x="81073" y="116114"/>
                  <a:pt x="94291" y="109712"/>
                  <a:pt x="103414" y="99578"/>
                </a:cubicBezTo>
                <a:close/>
                <a:moveTo>
                  <a:pt x="0" y="66351"/>
                </a:moveTo>
                <a:cubicBezTo>
                  <a:pt x="0" y="29731"/>
                  <a:pt x="29731" y="0"/>
                  <a:pt x="66351" y="0"/>
                </a:cubicBezTo>
                <a:cubicBezTo>
                  <a:pt x="102971" y="0"/>
                  <a:pt x="132702" y="29731"/>
                  <a:pt x="132702" y="66351"/>
                </a:cubicBezTo>
                <a:cubicBezTo>
                  <a:pt x="132702" y="102971"/>
                  <a:pt x="102971" y="132702"/>
                  <a:pt x="66351" y="132702"/>
                </a:cubicBezTo>
                <a:cubicBezTo>
                  <a:pt x="29731" y="132702"/>
                  <a:pt x="0" y="102971"/>
                  <a:pt x="0" y="66351"/>
                </a:cubicBezTo>
                <a:close/>
                <a:moveTo>
                  <a:pt x="66351" y="70498"/>
                </a:moveTo>
                <a:cubicBezTo>
                  <a:pt x="76650" y="70498"/>
                  <a:pt x="85012" y="62136"/>
                  <a:pt x="85012" y="51837"/>
                </a:cubicBezTo>
                <a:cubicBezTo>
                  <a:pt x="85012" y="41537"/>
                  <a:pt x="76650" y="33176"/>
                  <a:pt x="66351" y="33176"/>
                </a:cubicBezTo>
                <a:cubicBezTo>
                  <a:pt x="56052" y="33176"/>
                  <a:pt x="47690" y="41537"/>
                  <a:pt x="47690" y="51837"/>
                </a:cubicBezTo>
                <a:cubicBezTo>
                  <a:pt x="47690" y="62136"/>
                  <a:pt x="56052" y="70498"/>
                  <a:pt x="66351" y="7049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70883" y="1002636"/>
            <a:ext cx="1219200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Historia de Usuario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8654" y="1268040"/>
            <a:ext cx="5540310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"Como sistema, quiero centralizar el acceso y aplicar seguridad por rol desde el punto único de entrada."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35441" y="1809913"/>
            <a:ext cx="5688678" cy="4486066"/>
          </a:xfrm>
          <a:custGeom>
            <a:avLst/>
            <a:gdLst/>
            <a:ahLst/>
            <a:cxnLst/>
            <a:rect l="l" t="t" r="r" b="b"/>
            <a:pathLst>
              <a:path w="5688678" h="4486066">
                <a:moveTo>
                  <a:pt x="99546" y="0"/>
                </a:moveTo>
                <a:lnTo>
                  <a:pt x="5589133" y="0"/>
                </a:lnTo>
                <a:cubicBezTo>
                  <a:pt x="5644110" y="0"/>
                  <a:pt x="5688678" y="44568"/>
                  <a:pt x="5688678" y="99546"/>
                </a:cubicBezTo>
                <a:lnTo>
                  <a:pt x="5688678" y="4386520"/>
                </a:lnTo>
                <a:cubicBezTo>
                  <a:pt x="5688678" y="4441498"/>
                  <a:pt x="5644110" y="4486066"/>
                  <a:pt x="5589133" y="4486066"/>
                </a:cubicBezTo>
                <a:lnTo>
                  <a:pt x="99546" y="4486066"/>
                </a:lnTo>
                <a:cubicBezTo>
                  <a:pt x="44568" y="4486066"/>
                  <a:pt x="0" y="4441498"/>
                  <a:pt x="0" y="4386520"/>
                </a:cubicBezTo>
                <a:lnTo>
                  <a:pt x="0" y="99546"/>
                </a:lnTo>
                <a:cubicBezTo>
                  <a:pt x="0" y="44605"/>
                  <a:pt x="44605" y="0"/>
                  <a:pt x="99546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6948" y="1946299"/>
            <a:ext cx="149290" cy="132702"/>
          </a:xfrm>
          <a:custGeom>
            <a:avLst/>
            <a:gdLst/>
            <a:ahLst/>
            <a:cxnLst/>
            <a:rect l="l" t="t" r="r" b="b"/>
            <a:pathLst>
              <a:path w="149290" h="132702">
                <a:moveTo>
                  <a:pt x="93513" y="311"/>
                </a:moveTo>
                <a:cubicBezTo>
                  <a:pt x="89107" y="-959"/>
                  <a:pt x="84520" y="1607"/>
                  <a:pt x="83250" y="6013"/>
                </a:cubicBezTo>
                <a:lnTo>
                  <a:pt x="50074" y="122127"/>
                </a:lnTo>
                <a:cubicBezTo>
                  <a:pt x="48804" y="126533"/>
                  <a:pt x="51370" y="131121"/>
                  <a:pt x="55776" y="132391"/>
                </a:cubicBezTo>
                <a:cubicBezTo>
                  <a:pt x="60182" y="133661"/>
                  <a:pt x="64770" y="131095"/>
                  <a:pt x="66040" y="126689"/>
                </a:cubicBezTo>
                <a:lnTo>
                  <a:pt x="99216" y="10575"/>
                </a:lnTo>
                <a:cubicBezTo>
                  <a:pt x="100486" y="6169"/>
                  <a:pt x="97920" y="1581"/>
                  <a:pt x="93513" y="311"/>
                </a:cubicBezTo>
                <a:close/>
                <a:moveTo>
                  <a:pt x="110257" y="35586"/>
                </a:moveTo>
                <a:cubicBezTo>
                  <a:pt x="107017" y="38826"/>
                  <a:pt x="107017" y="44087"/>
                  <a:pt x="110257" y="47327"/>
                </a:cubicBezTo>
                <a:lnTo>
                  <a:pt x="129281" y="66351"/>
                </a:lnTo>
                <a:lnTo>
                  <a:pt x="110257" y="85375"/>
                </a:lnTo>
                <a:cubicBezTo>
                  <a:pt x="107017" y="88615"/>
                  <a:pt x="107017" y="93876"/>
                  <a:pt x="110257" y="97116"/>
                </a:cubicBezTo>
                <a:cubicBezTo>
                  <a:pt x="113497" y="100356"/>
                  <a:pt x="118758" y="100356"/>
                  <a:pt x="121998" y="97116"/>
                </a:cubicBezTo>
                <a:lnTo>
                  <a:pt x="146879" y="72234"/>
                </a:lnTo>
                <a:cubicBezTo>
                  <a:pt x="150119" y="68995"/>
                  <a:pt x="150119" y="63733"/>
                  <a:pt x="146879" y="60493"/>
                </a:cubicBezTo>
                <a:lnTo>
                  <a:pt x="121998" y="35612"/>
                </a:lnTo>
                <a:cubicBezTo>
                  <a:pt x="118758" y="32372"/>
                  <a:pt x="113497" y="32372"/>
                  <a:pt x="110257" y="35612"/>
                </a:cubicBezTo>
                <a:close/>
                <a:moveTo>
                  <a:pt x="39059" y="35586"/>
                </a:moveTo>
                <a:cubicBezTo>
                  <a:pt x="35819" y="32346"/>
                  <a:pt x="30558" y="32346"/>
                  <a:pt x="27318" y="35586"/>
                </a:cubicBezTo>
                <a:lnTo>
                  <a:pt x="2436" y="60468"/>
                </a:lnTo>
                <a:cubicBezTo>
                  <a:pt x="-803" y="63707"/>
                  <a:pt x="-803" y="68969"/>
                  <a:pt x="2436" y="72209"/>
                </a:cubicBezTo>
                <a:lnTo>
                  <a:pt x="27318" y="97090"/>
                </a:lnTo>
                <a:cubicBezTo>
                  <a:pt x="30558" y="100330"/>
                  <a:pt x="35819" y="100330"/>
                  <a:pt x="39059" y="97090"/>
                </a:cubicBezTo>
                <a:cubicBezTo>
                  <a:pt x="42299" y="93850"/>
                  <a:pt x="42299" y="88589"/>
                  <a:pt x="39059" y="85349"/>
                </a:cubicBezTo>
                <a:lnTo>
                  <a:pt x="20035" y="66351"/>
                </a:lnTo>
                <a:lnTo>
                  <a:pt x="39033" y="47327"/>
                </a:lnTo>
                <a:cubicBezTo>
                  <a:pt x="42273" y="44087"/>
                  <a:pt x="42273" y="38826"/>
                  <a:pt x="39033" y="3558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70883" y="1913124"/>
            <a:ext cx="937208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Implementado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1095" y="2211703"/>
            <a:ext cx="99527" cy="99527"/>
          </a:xfrm>
          <a:custGeom>
            <a:avLst/>
            <a:gdLst/>
            <a:ahLst/>
            <a:cxnLst/>
            <a:rect l="l" t="t" r="r" b="b"/>
            <a:pathLst>
              <a:path w="99527" h="99527">
                <a:moveTo>
                  <a:pt x="49763" y="99527"/>
                </a:moveTo>
                <a:cubicBezTo>
                  <a:pt x="77228" y="99527"/>
                  <a:pt x="99527" y="77228"/>
                  <a:pt x="99527" y="49763"/>
                </a:cubicBezTo>
                <a:cubicBezTo>
                  <a:pt x="99527" y="22298"/>
                  <a:pt x="77228" y="0"/>
                  <a:pt x="49763" y="0"/>
                </a:cubicBezTo>
                <a:cubicBezTo>
                  <a:pt x="22298" y="0"/>
                  <a:pt x="0" y="22298"/>
                  <a:pt x="0" y="49763"/>
                </a:cubicBezTo>
                <a:cubicBezTo>
                  <a:pt x="0" y="77228"/>
                  <a:pt x="22298" y="99527"/>
                  <a:pt x="49763" y="99527"/>
                </a:cubicBezTo>
                <a:close/>
                <a:moveTo>
                  <a:pt x="66170" y="41346"/>
                </a:moveTo>
                <a:lnTo>
                  <a:pt x="50619" y="66228"/>
                </a:lnTo>
                <a:cubicBezTo>
                  <a:pt x="49802" y="67530"/>
                  <a:pt x="48403" y="68347"/>
                  <a:pt x="46867" y="68424"/>
                </a:cubicBezTo>
                <a:cubicBezTo>
                  <a:pt x="45331" y="68502"/>
                  <a:pt x="43854" y="67802"/>
                  <a:pt x="42940" y="66558"/>
                </a:cubicBezTo>
                <a:lnTo>
                  <a:pt x="33610" y="54118"/>
                </a:lnTo>
                <a:cubicBezTo>
                  <a:pt x="32055" y="52057"/>
                  <a:pt x="32482" y="49141"/>
                  <a:pt x="34543" y="47586"/>
                </a:cubicBezTo>
                <a:cubicBezTo>
                  <a:pt x="36603" y="46031"/>
                  <a:pt x="39519" y="46459"/>
                  <a:pt x="41074" y="48519"/>
                </a:cubicBezTo>
                <a:lnTo>
                  <a:pt x="46323" y="55517"/>
                </a:lnTo>
                <a:lnTo>
                  <a:pt x="58258" y="36409"/>
                </a:lnTo>
                <a:cubicBezTo>
                  <a:pt x="59619" y="34232"/>
                  <a:pt x="62496" y="33551"/>
                  <a:pt x="64692" y="34931"/>
                </a:cubicBezTo>
                <a:cubicBezTo>
                  <a:pt x="66889" y="36312"/>
                  <a:pt x="67550" y="39169"/>
                  <a:pt x="66170" y="4136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29413" y="2178528"/>
            <a:ext cx="2471576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Punto único de entrada para todo el frontend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1095" y="2427344"/>
            <a:ext cx="99527" cy="99527"/>
          </a:xfrm>
          <a:custGeom>
            <a:avLst/>
            <a:gdLst/>
            <a:ahLst/>
            <a:cxnLst/>
            <a:rect l="l" t="t" r="r" b="b"/>
            <a:pathLst>
              <a:path w="99527" h="99527">
                <a:moveTo>
                  <a:pt x="49763" y="99527"/>
                </a:moveTo>
                <a:cubicBezTo>
                  <a:pt x="77228" y="99527"/>
                  <a:pt x="99527" y="77228"/>
                  <a:pt x="99527" y="49763"/>
                </a:cubicBezTo>
                <a:cubicBezTo>
                  <a:pt x="99527" y="22298"/>
                  <a:pt x="77228" y="0"/>
                  <a:pt x="49763" y="0"/>
                </a:cubicBezTo>
                <a:cubicBezTo>
                  <a:pt x="22298" y="0"/>
                  <a:pt x="0" y="22298"/>
                  <a:pt x="0" y="49763"/>
                </a:cubicBezTo>
                <a:cubicBezTo>
                  <a:pt x="0" y="77228"/>
                  <a:pt x="22298" y="99527"/>
                  <a:pt x="49763" y="99527"/>
                </a:cubicBezTo>
                <a:close/>
                <a:moveTo>
                  <a:pt x="66170" y="41346"/>
                </a:moveTo>
                <a:lnTo>
                  <a:pt x="50619" y="66228"/>
                </a:lnTo>
                <a:cubicBezTo>
                  <a:pt x="49802" y="67530"/>
                  <a:pt x="48403" y="68347"/>
                  <a:pt x="46867" y="68424"/>
                </a:cubicBezTo>
                <a:cubicBezTo>
                  <a:pt x="45331" y="68502"/>
                  <a:pt x="43854" y="67802"/>
                  <a:pt x="42940" y="66558"/>
                </a:cubicBezTo>
                <a:lnTo>
                  <a:pt x="33610" y="54118"/>
                </a:lnTo>
                <a:cubicBezTo>
                  <a:pt x="32055" y="52057"/>
                  <a:pt x="32482" y="49141"/>
                  <a:pt x="34543" y="47586"/>
                </a:cubicBezTo>
                <a:cubicBezTo>
                  <a:pt x="36603" y="46031"/>
                  <a:pt x="39519" y="46459"/>
                  <a:pt x="41074" y="48519"/>
                </a:cubicBezTo>
                <a:lnTo>
                  <a:pt x="46323" y="55517"/>
                </a:lnTo>
                <a:lnTo>
                  <a:pt x="58258" y="36409"/>
                </a:lnTo>
                <a:cubicBezTo>
                  <a:pt x="59619" y="34232"/>
                  <a:pt x="62496" y="33551"/>
                  <a:pt x="64692" y="34931"/>
                </a:cubicBezTo>
                <a:cubicBezTo>
                  <a:pt x="66889" y="36312"/>
                  <a:pt x="67550" y="39169"/>
                  <a:pt x="66170" y="4136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29413" y="2394169"/>
            <a:ext cx="3201437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Rutas con StripPrefix: /bff/auth, /bff/catalog, /bff/inventory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1095" y="2642985"/>
            <a:ext cx="99527" cy="99527"/>
          </a:xfrm>
          <a:custGeom>
            <a:avLst/>
            <a:gdLst/>
            <a:ahLst/>
            <a:cxnLst/>
            <a:rect l="l" t="t" r="r" b="b"/>
            <a:pathLst>
              <a:path w="99527" h="99527">
                <a:moveTo>
                  <a:pt x="49763" y="99527"/>
                </a:moveTo>
                <a:cubicBezTo>
                  <a:pt x="77228" y="99527"/>
                  <a:pt x="99527" y="77228"/>
                  <a:pt x="99527" y="49763"/>
                </a:cubicBezTo>
                <a:cubicBezTo>
                  <a:pt x="99527" y="22298"/>
                  <a:pt x="77228" y="0"/>
                  <a:pt x="49763" y="0"/>
                </a:cubicBezTo>
                <a:cubicBezTo>
                  <a:pt x="22298" y="0"/>
                  <a:pt x="0" y="22298"/>
                  <a:pt x="0" y="49763"/>
                </a:cubicBezTo>
                <a:cubicBezTo>
                  <a:pt x="0" y="77228"/>
                  <a:pt x="22298" y="99527"/>
                  <a:pt x="49763" y="99527"/>
                </a:cubicBezTo>
                <a:close/>
                <a:moveTo>
                  <a:pt x="66170" y="41346"/>
                </a:moveTo>
                <a:lnTo>
                  <a:pt x="50619" y="66228"/>
                </a:lnTo>
                <a:cubicBezTo>
                  <a:pt x="49802" y="67530"/>
                  <a:pt x="48403" y="68347"/>
                  <a:pt x="46867" y="68424"/>
                </a:cubicBezTo>
                <a:cubicBezTo>
                  <a:pt x="45331" y="68502"/>
                  <a:pt x="43854" y="67802"/>
                  <a:pt x="42940" y="66558"/>
                </a:cubicBezTo>
                <a:lnTo>
                  <a:pt x="33610" y="54118"/>
                </a:lnTo>
                <a:cubicBezTo>
                  <a:pt x="32055" y="52057"/>
                  <a:pt x="32482" y="49141"/>
                  <a:pt x="34543" y="47586"/>
                </a:cubicBezTo>
                <a:cubicBezTo>
                  <a:pt x="36603" y="46031"/>
                  <a:pt x="39519" y="46459"/>
                  <a:pt x="41074" y="48519"/>
                </a:cubicBezTo>
                <a:lnTo>
                  <a:pt x="46323" y="55517"/>
                </a:lnTo>
                <a:lnTo>
                  <a:pt x="58258" y="36409"/>
                </a:lnTo>
                <a:cubicBezTo>
                  <a:pt x="59619" y="34232"/>
                  <a:pt x="62496" y="33551"/>
                  <a:pt x="64692" y="34931"/>
                </a:cubicBezTo>
                <a:cubicBezTo>
                  <a:pt x="66889" y="36312"/>
                  <a:pt x="67550" y="39169"/>
                  <a:pt x="66170" y="4136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629413" y="2609810"/>
            <a:ext cx="2148114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RouteValidator: define rutas protegidas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1095" y="2858626"/>
            <a:ext cx="99527" cy="99527"/>
          </a:xfrm>
          <a:custGeom>
            <a:avLst/>
            <a:gdLst/>
            <a:ahLst/>
            <a:cxnLst/>
            <a:rect l="l" t="t" r="r" b="b"/>
            <a:pathLst>
              <a:path w="99527" h="99527">
                <a:moveTo>
                  <a:pt x="49763" y="99527"/>
                </a:moveTo>
                <a:cubicBezTo>
                  <a:pt x="77228" y="99527"/>
                  <a:pt x="99527" y="77228"/>
                  <a:pt x="99527" y="49763"/>
                </a:cubicBezTo>
                <a:cubicBezTo>
                  <a:pt x="99527" y="22298"/>
                  <a:pt x="77228" y="0"/>
                  <a:pt x="49763" y="0"/>
                </a:cubicBezTo>
                <a:cubicBezTo>
                  <a:pt x="22298" y="0"/>
                  <a:pt x="0" y="22298"/>
                  <a:pt x="0" y="49763"/>
                </a:cubicBezTo>
                <a:cubicBezTo>
                  <a:pt x="0" y="77228"/>
                  <a:pt x="22298" y="99527"/>
                  <a:pt x="49763" y="99527"/>
                </a:cubicBezTo>
                <a:close/>
                <a:moveTo>
                  <a:pt x="66170" y="41346"/>
                </a:moveTo>
                <a:lnTo>
                  <a:pt x="50619" y="66228"/>
                </a:lnTo>
                <a:cubicBezTo>
                  <a:pt x="49802" y="67530"/>
                  <a:pt x="48403" y="68347"/>
                  <a:pt x="46867" y="68424"/>
                </a:cubicBezTo>
                <a:cubicBezTo>
                  <a:pt x="45331" y="68502"/>
                  <a:pt x="43854" y="67802"/>
                  <a:pt x="42940" y="66558"/>
                </a:cubicBezTo>
                <a:lnTo>
                  <a:pt x="33610" y="54118"/>
                </a:lnTo>
                <a:cubicBezTo>
                  <a:pt x="32055" y="52057"/>
                  <a:pt x="32482" y="49141"/>
                  <a:pt x="34543" y="47586"/>
                </a:cubicBezTo>
                <a:cubicBezTo>
                  <a:pt x="36603" y="46031"/>
                  <a:pt x="39519" y="46459"/>
                  <a:pt x="41074" y="48519"/>
                </a:cubicBezTo>
                <a:lnTo>
                  <a:pt x="46323" y="55517"/>
                </a:lnTo>
                <a:lnTo>
                  <a:pt x="58258" y="36409"/>
                </a:lnTo>
                <a:cubicBezTo>
                  <a:pt x="59619" y="34232"/>
                  <a:pt x="62496" y="33551"/>
                  <a:pt x="64692" y="34931"/>
                </a:cubicBezTo>
                <a:cubicBezTo>
                  <a:pt x="66889" y="36312"/>
                  <a:pt x="67550" y="39169"/>
                  <a:pt x="66170" y="4136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29413" y="2825450"/>
            <a:ext cx="2703804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JwtAuthFilter: valida Authorization: Bearer {token}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1095" y="3074267"/>
            <a:ext cx="99527" cy="99527"/>
          </a:xfrm>
          <a:custGeom>
            <a:avLst/>
            <a:gdLst/>
            <a:ahLst/>
            <a:cxnLst/>
            <a:rect l="l" t="t" r="r" b="b"/>
            <a:pathLst>
              <a:path w="99527" h="99527">
                <a:moveTo>
                  <a:pt x="49763" y="99527"/>
                </a:moveTo>
                <a:cubicBezTo>
                  <a:pt x="77228" y="99527"/>
                  <a:pt x="99527" y="77228"/>
                  <a:pt x="99527" y="49763"/>
                </a:cubicBezTo>
                <a:cubicBezTo>
                  <a:pt x="99527" y="22298"/>
                  <a:pt x="77228" y="0"/>
                  <a:pt x="49763" y="0"/>
                </a:cubicBezTo>
                <a:cubicBezTo>
                  <a:pt x="22298" y="0"/>
                  <a:pt x="0" y="22298"/>
                  <a:pt x="0" y="49763"/>
                </a:cubicBezTo>
                <a:cubicBezTo>
                  <a:pt x="0" y="77228"/>
                  <a:pt x="22298" y="99527"/>
                  <a:pt x="49763" y="99527"/>
                </a:cubicBezTo>
                <a:close/>
                <a:moveTo>
                  <a:pt x="66170" y="41346"/>
                </a:moveTo>
                <a:lnTo>
                  <a:pt x="50619" y="66228"/>
                </a:lnTo>
                <a:cubicBezTo>
                  <a:pt x="49802" y="67530"/>
                  <a:pt x="48403" y="68347"/>
                  <a:pt x="46867" y="68424"/>
                </a:cubicBezTo>
                <a:cubicBezTo>
                  <a:pt x="45331" y="68502"/>
                  <a:pt x="43854" y="67802"/>
                  <a:pt x="42940" y="66558"/>
                </a:cubicBezTo>
                <a:lnTo>
                  <a:pt x="33610" y="54118"/>
                </a:lnTo>
                <a:cubicBezTo>
                  <a:pt x="32055" y="52057"/>
                  <a:pt x="32482" y="49141"/>
                  <a:pt x="34543" y="47586"/>
                </a:cubicBezTo>
                <a:cubicBezTo>
                  <a:pt x="36603" y="46031"/>
                  <a:pt x="39519" y="46459"/>
                  <a:pt x="41074" y="48519"/>
                </a:cubicBezTo>
                <a:lnTo>
                  <a:pt x="46323" y="55517"/>
                </a:lnTo>
                <a:lnTo>
                  <a:pt x="58258" y="36409"/>
                </a:lnTo>
                <a:cubicBezTo>
                  <a:pt x="59619" y="34232"/>
                  <a:pt x="62496" y="33551"/>
                  <a:pt x="64692" y="34931"/>
                </a:cubicBezTo>
                <a:cubicBezTo>
                  <a:pt x="66889" y="36312"/>
                  <a:pt x="67550" y="39169"/>
                  <a:pt x="66170" y="4136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629413" y="3041091"/>
            <a:ext cx="4520163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 token → 401 | Token inválido → 401 | Rol incorrecto → 403 | Rol correcto → 200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1095" y="3289907"/>
            <a:ext cx="99527" cy="99527"/>
          </a:xfrm>
          <a:custGeom>
            <a:avLst/>
            <a:gdLst/>
            <a:ahLst/>
            <a:cxnLst/>
            <a:rect l="l" t="t" r="r" b="b"/>
            <a:pathLst>
              <a:path w="99527" h="99527">
                <a:moveTo>
                  <a:pt x="49763" y="99527"/>
                </a:moveTo>
                <a:cubicBezTo>
                  <a:pt x="77228" y="99527"/>
                  <a:pt x="99527" y="77228"/>
                  <a:pt x="99527" y="49763"/>
                </a:cubicBezTo>
                <a:cubicBezTo>
                  <a:pt x="99527" y="22298"/>
                  <a:pt x="77228" y="0"/>
                  <a:pt x="49763" y="0"/>
                </a:cubicBezTo>
                <a:cubicBezTo>
                  <a:pt x="22298" y="0"/>
                  <a:pt x="0" y="22298"/>
                  <a:pt x="0" y="49763"/>
                </a:cubicBezTo>
                <a:cubicBezTo>
                  <a:pt x="0" y="77228"/>
                  <a:pt x="22298" y="99527"/>
                  <a:pt x="49763" y="99527"/>
                </a:cubicBezTo>
                <a:close/>
                <a:moveTo>
                  <a:pt x="66170" y="41346"/>
                </a:moveTo>
                <a:lnTo>
                  <a:pt x="50619" y="66228"/>
                </a:lnTo>
                <a:cubicBezTo>
                  <a:pt x="49802" y="67530"/>
                  <a:pt x="48403" y="68347"/>
                  <a:pt x="46867" y="68424"/>
                </a:cubicBezTo>
                <a:cubicBezTo>
                  <a:pt x="45331" y="68502"/>
                  <a:pt x="43854" y="67802"/>
                  <a:pt x="42940" y="66558"/>
                </a:cubicBezTo>
                <a:lnTo>
                  <a:pt x="33610" y="54118"/>
                </a:lnTo>
                <a:cubicBezTo>
                  <a:pt x="32055" y="52057"/>
                  <a:pt x="32482" y="49141"/>
                  <a:pt x="34543" y="47586"/>
                </a:cubicBezTo>
                <a:cubicBezTo>
                  <a:pt x="36603" y="46031"/>
                  <a:pt x="39519" y="46459"/>
                  <a:pt x="41074" y="48519"/>
                </a:cubicBezTo>
                <a:lnTo>
                  <a:pt x="46323" y="55517"/>
                </a:lnTo>
                <a:lnTo>
                  <a:pt x="58258" y="36409"/>
                </a:lnTo>
                <a:cubicBezTo>
                  <a:pt x="59619" y="34232"/>
                  <a:pt x="62496" y="33551"/>
                  <a:pt x="64692" y="34931"/>
                </a:cubicBezTo>
                <a:cubicBezTo>
                  <a:pt x="66889" y="36312"/>
                  <a:pt x="67550" y="39169"/>
                  <a:pt x="66170" y="4136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629413" y="3256732"/>
            <a:ext cx="2347167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Misma secret compartida con Auth Service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1095" y="3505548"/>
            <a:ext cx="99527" cy="99527"/>
          </a:xfrm>
          <a:custGeom>
            <a:avLst/>
            <a:gdLst/>
            <a:ahLst/>
            <a:cxnLst/>
            <a:rect l="l" t="t" r="r" b="b"/>
            <a:pathLst>
              <a:path w="99527" h="99527">
                <a:moveTo>
                  <a:pt x="49763" y="99527"/>
                </a:moveTo>
                <a:cubicBezTo>
                  <a:pt x="77228" y="99527"/>
                  <a:pt x="99527" y="77228"/>
                  <a:pt x="99527" y="49763"/>
                </a:cubicBezTo>
                <a:cubicBezTo>
                  <a:pt x="99527" y="22298"/>
                  <a:pt x="77228" y="0"/>
                  <a:pt x="49763" y="0"/>
                </a:cubicBezTo>
                <a:cubicBezTo>
                  <a:pt x="22298" y="0"/>
                  <a:pt x="0" y="22298"/>
                  <a:pt x="0" y="49763"/>
                </a:cubicBezTo>
                <a:cubicBezTo>
                  <a:pt x="0" y="77228"/>
                  <a:pt x="22298" y="99527"/>
                  <a:pt x="49763" y="99527"/>
                </a:cubicBezTo>
                <a:close/>
                <a:moveTo>
                  <a:pt x="66170" y="41346"/>
                </a:moveTo>
                <a:lnTo>
                  <a:pt x="50619" y="66228"/>
                </a:lnTo>
                <a:cubicBezTo>
                  <a:pt x="49802" y="67530"/>
                  <a:pt x="48403" y="68347"/>
                  <a:pt x="46867" y="68424"/>
                </a:cubicBezTo>
                <a:cubicBezTo>
                  <a:pt x="45331" y="68502"/>
                  <a:pt x="43854" y="67802"/>
                  <a:pt x="42940" y="66558"/>
                </a:cubicBezTo>
                <a:lnTo>
                  <a:pt x="33610" y="54118"/>
                </a:lnTo>
                <a:cubicBezTo>
                  <a:pt x="32055" y="52057"/>
                  <a:pt x="32482" y="49141"/>
                  <a:pt x="34543" y="47586"/>
                </a:cubicBezTo>
                <a:cubicBezTo>
                  <a:pt x="36603" y="46031"/>
                  <a:pt x="39519" y="46459"/>
                  <a:pt x="41074" y="48519"/>
                </a:cubicBezTo>
                <a:lnTo>
                  <a:pt x="46323" y="55517"/>
                </a:lnTo>
                <a:lnTo>
                  <a:pt x="58258" y="36409"/>
                </a:lnTo>
                <a:cubicBezTo>
                  <a:pt x="59619" y="34232"/>
                  <a:pt x="62496" y="33551"/>
                  <a:pt x="64692" y="34931"/>
                </a:cubicBezTo>
                <a:cubicBezTo>
                  <a:pt x="66889" y="36312"/>
                  <a:pt x="67550" y="39169"/>
                  <a:pt x="66170" y="4136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629413" y="3472373"/>
            <a:ext cx="2280816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Health checks funcionales: /gateway/ping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35441" y="6398954"/>
            <a:ext cx="5688678" cy="903111"/>
          </a:xfrm>
          <a:custGeom>
            <a:avLst/>
            <a:gdLst/>
            <a:ahLst/>
            <a:cxnLst/>
            <a:rect l="l" t="t" r="r" b="b"/>
            <a:pathLst>
              <a:path w="5688678" h="903111">
                <a:moveTo>
                  <a:pt x="99523" y="0"/>
                </a:moveTo>
                <a:lnTo>
                  <a:pt x="5589156" y="0"/>
                </a:lnTo>
                <a:cubicBezTo>
                  <a:pt x="5644121" y="0"/>
                  <a:pt x="5688678" y="44558"/>
                  <a:pt x="5688678" y="99523"/>
                </a:cubicBezTo>
                <a:lnTo>
                  <a:pt x="5688678" y="803588"/>
                </a:lnTo>
                <a:cubicBezTo>
                  <a:pt x="5688678" y="858553"/>
                  <a:pt x="5644121" y="903111"/>
                  <a:pt x="5589156" y="903111"/>
                </a:cubicBezTo>
                <a:lnTo>
                  <a:pt x="99523" y="903111"/>
                </a:lnTo>
                <a:cubicBezTo>
                  <a:pt x="44595" y="903111"/>
                  <a:pt x="0" y="858516"/>
                  <a:pt x="0" y="803588"/>
                </a:cubicBezTo>
                <a:lnTo>
                  <a:pt x="0" y="99523"/>
                </a:lnTo>
                <a:cubicBezTo>
                  <a:pt x="0" y="44595"/>
                  <a:pt x="44595" y="0"/>
                  <a:pt x="99523" y="0"/>
                </a:cubicBezTo>
                <a:close/>
              </a:path>
            </a:pathLst>
          </a:custGeom>
          <a:solidFill>
            <a:srgbClr val="0F172A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654" y="6502173"/>
            <a:ext cx="5540310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Rutas Configuradas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38654" y="6734402"/>
            <a:ext cx="588865" cy="132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4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/bff/auth/**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40075" y="6734402"/>
            <a:ext cx="1069910" cy="132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4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Auth Service (8081)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38654" y="6900158"/>
            <a:ext cx="713273" cy="132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4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/bff/catalog/**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72201" y="6900158"/>
            <a:ext cx="1227494" cy="132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4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Catalog Service (8082)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38654" y="7065922"/>
            <a:ext cx="804506" cy="132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4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/bff/inventory/**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261130" y="7065922"/>
            <a:ext cx="962090" cy="132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4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Inventory Service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66959" y="899425"/>
            <a:ext cx="5688678" cy="1433919"/>
          </a:xfrm>
          <a:custGeom>
            <a:avLst/>
            <a:gdLst/>
            <a:ahLst/>
            <a:cxnLst/>
            <a:rect l="l" t="t" r="r" b="b"/>
            <a:pathLst>
              <a:path w="5688678" h="1433919">
                <a:moveTo>
                  <a:pt x="99528" y="0"/>
                </a:moveTo>
                <a:lnTo>
                  <a:pt x="5589150" y="0"/>
                </a:lnTo>
                <a:cubicBezTo>
                  <a:pt x="5644118" y="0"/>
                  <a:pt x="5688678" y="44560"/>
                  <a:pt x="5688678" y="99528"/>
                </a:cubicBezTo>
                <a:lnTo>
                  <a:pt x="5688678" y="1334391"/>
                </a:lnTo>
                <a:cubicBezTo>
                  <a:pt x="5688678" y="1389359"/>
                  <a:pt x="5644118" y="1433919"/>
                  <a:pt x="5589150" y="1433919"/>
                </a:cubicBezTo>
                <a:lnTo>
                  <a:pt x="99528" y="1433919"/>
                </a:lnTo>
                <a:cubicBezTo>
                  <a:pt x="44560" y="1433919"/>
                  <a:pt x="0" y="1389359"/>
                  <a:pt x="0" y="1334391"/>
                </a:cubicBezTo>
                <a:lnTo>
                  <a:pt x="0" y="99528"/>
                </a:lnTo>
                <a:cubicBezTo>
                  <a:pt x="0" y="44597"/>
                  <a:pt x="44597" y="0"/>
                  <a:pt x="99528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86759" y="1035811"/>
            <a:ext cx="132702" cy="132702"/>
          </a:xfrm>
          <a:custGeom>
            <a:avLst/>
            <a:gdLst/>
            <a:ahLst/>
            <a:cxnLst/>
            <a:rect l="l" t="t" r="r" b="b"/>
            <a:pathLst>
              <a:path w="132702" h="132702">
                <a:moveTo>
                  <a:pt x="34679" y="9408"/>
                </a:moveTo>
                <a:cubicBezTo>
                  <a:pt x="37504" y="11378"/>
                  <a:pt x="38178" y="15266"/>
                  <a:pt x="36208" y="18065"/>
                </a:cubicBezTo>
                <a:lnTo>
                  <a:pt x="21694" y="38800"/>
                </a:lnTo>
                <a:cubicBezTo>
                  <a:pt x="20631" y="40303"/>
                  <a:pt x="18972" y="41262"/>
                  <a:pt x="17132" y="41418"/>
                </a:cubicBezTo>
                <a:cubicBezTo>
                  <a:pt x="15292" y="41573"/>
                  <a:pt x="13478" y="40951"/>
                  <a:pt x="12182" y="39655"/>
                </a:cubicBezTo>
                <a:lnTo>
                  <a:pt x="1814" y="29288"/>
                </a:lnTo>
                <a:cubicBezTo>
                  <a:pt x="-596" y="26851"/>
                  <a:pt x="-596" y="22912"/>
                  <a:pt x="1814" y="20476"/>
                </a:cubicBezTo>
                <a:cubicBezTo>
                  <a:pt x="4225" y="18039"/>
                  <a:pt x="8190" y="18065"/>
                  <a:pt x="10627" y="20476"/>
                </a:cubicBezTo>
                <a:lnTo>
                  <a:pt x="15758" y="25607"/>
                </a:lnTo>
                <a:lnTo>
                  <a:pt x="26022" y="10938"/>
                </a:lnTo>
                <a:cubicBezTo>
                  <a:pt x="27992" y="8112"/>
                  <a:pt x="31880" y="7439"/>
                  <a:pt x="34679" y="9408"/>
                </a:cubicBezTo>
                <a:close/>
                <a:moveTo>
                  <a:pt x="34679" y="50878"/>
                </a:moveTo>
                <a:cubicBezTo>
                  <a:pt x="37504" y="52848"/>
                  <a:pt x="38178" y="56735"/>
                  <a:pt x="36208" y="59534"/>
                </a:cubicBezTo>
                <a:lnTo>
                  <a:pt x="21694" y="80269"/>
                </a:lnTo>
                <a:cubicBezTo>
                  <a:pt x="20631" y="81772"/>
                  <a:pt x="18972" y="82731"/>
                  <a:pt x="17132" y="82887"/>
                </a:cubicBezTo>
                <a:cubicBezTo>
                  <a:pt x="15292" y="83042"/>
                  <a:pt x="13478" y="82420"/>
                  <a:pt x="12182" y="81124"/>
                </a:cubicBezTo>
                <a:lnTo>
                  <a:pt x="1814" y="70757"/>
                </a:lnTo>
                <a:cubicBezTo>
                  <a:pt x="-622" y="68321"/>
                  <a:pt x="-622" y="64381"/>
                  <a:pt x="1814" y="61971"/>
                </a:cubicBezTo>
                <a:cubicBezTo>
                  <a:pt x="4251" y="59560"/>
                  <a:pt x="8190" y="59534"/>
                  <a:pt x="10601" y="61971"/>
                </a:cubicBezTo>
                <a:lnTo>
                  <a:pt x="15732" y="67103"/>
                </a:lnTo>
                <a:lnTo>
                  <a:pt x="25996" y="52433"/>
                </a:lnTo>
                <a:cubicBezTo>
                  <a:pt x="27966" y="49608"/>
                  <a:pt x="31854" y="48934"/>
                  <a:pt x="34653" y="50904"/>
                </a:cubicBezTo>
                <a:close/>
                <a:moveTo>
                  <a:pt x="58057" y="24882"/>
                </a:moveTo>
                <a:cubicBezTo>
                  <a:pt x="58057" y="20294"/>
                  <a:pt x="61763" y="16588"/>
                  <a:pt x="66351" y="16588"/>
                </a:cubicBezTo>
                <a:lnTo>
                  <a:pt x="124408" y="16588"/>
                </a:lnTo>
                <a:cubicBezTo>
                  <a:pt x="128996" y="16588"/>
                  <a:pt x="132702" y="20294"/>
                  <a:pt x="132702" y="24882"/>
                </a:cubicBezTo>
                <a:cubicBezTo>
                  <a:pt x="132702" y="29469"/>
                  <a:pt x="128996" y="33176"/>
                  <a:pt x="124408" y="33176"/>
                </a:cubicBezTo>
                <a:lnTo>
                  <a:pt x="66351" y="33176"/>
                </a:lnTo>
                <a:cubicBezTo>
                  <a:pt x="61763" y="33176"/>
                  <a:pt x="58057" y="29469"/>
                  <a:pt x="58057" y="24882"/>
                </a:cubicBezTo>
                <a:close/>
                <a:moveTo>
                  <a:pt x="58057" y="66351"/>
                </a:moveTo>
                <a:cubicBezTo>
                  <a:pt x="58057" y="61763"/>
                  <a:pt x="61763" y="58057"/>
                  <a:pt x="66351" y="58057"/>
                </a:cubicBezTo>
                <a:lnTo>
                  <a:pt x="124408" y="58057"/>
                </a:lnTo>
                <a:cubicBezTo>
                  <a:pt x="128996" y="58057"/>
                  <a:pt x="132702" y="61763"/>
                  <a:pt x="132702" y="66351"/>
                </a:cubicBezTo>
                <a:cubicBezTo>
                  <a:pt x="132702" y="70939"/>
                  <a:pt x="128996" y="74645"/>
                  <a:pt x="124408" y="74645"/>
                </a:cubicBezTo>
                <a:lnTo>
                  <a:pt x="66351" y="74645"/>
                </a:lnTo>
                <a:cubicBezTo>
                  <a:pt x="61763" y="74645"/>
                  <a:pt x="58057" y="70939"/>
                  <a:pt x="58057" y="66351"/>
                </a:cubicBezTo>
                <a:close/>
                <a:moveTo>
                  <a:pt x="41469" y="107820"/>
                </a:moveTo>
                <a:cubicBezTo>
                  <a:pt x="41469" y="103233"/>
                  <a:pt x="45176" y="99527"/>
                  <a:pt x="49763" y="99527"/>
                </a:cubicBezTo>
                <a:lnTo>
                  <a:pt x="124408" y="99527"/>
                </a:lnTo>
                <a:cubicBezTo>
                  <a:pt x="128996" y="99527"/>
                  <a:pt x="132702" y="103233"/>
                  <a:pt x="132702" y="107820"/>
                </a:cubicBezTo>
                <a:cubicBezTo>
                  <a:pt x="132702" y="112408"/>
                  <a:pt x="128996" y="116114"/>
                  <a:pt x="124408" y="116114"/>
                </a:cubicBezTo>
                <a:lnTo>
                  <a:pt x="49763" y="116114"/>
                </a:lnTo>
                <a:cubicBezTo>
                  <a:pt x="45176" y="116114"/>
                  <a:pt x="41469" y="112408"/>
                  <a:pt x="41469" y="107820"/>
                </a:cubicBezTo>
                <a:close/>
                <a:moveTo>
                  <a:pt x="16588" y="97453"/>
                </a:moveTo>
                <a:cubicBezTo>
                  <a:pt x="22310" y="97453"/>
                  <a:pt x="26955" y="102099"/>
                  <a:pt x="26955" y="107820"/>
                </a:cubicBezTo>
                <a:cubicBezTo>
                  <a:pt x="26955" y="113542"/>
                  <a:pt x="22310" y="118188"/>
                  <a:pt x="16588" y="118188"/>
                </a:cubicBezTo>
                <a:cubicBezTo>
                  <a:pt x="10866" y="118188"/>
                  <a:pt x="6220" y="113542"/>
                  <a:pt x="6220" y="107820"/>
                </a:cubicBezTo>
                <a:cubicBezTo>
                  <a:pt x="6220" y="102099"/>
                  <a:pt x="10866" y="97453"/>
                  <a:pt x="16588" y="97453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6502400" y="1002636"/>
            <a:ext cx="1268963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Criterios Cumplidos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288833" y="1301215"/>
            <a:ext cx="87086" cy="99527"/>
          </a:xfrm>
          <a:custGeom>
            <a:avLst/>
            <a:gdLst/>
            <a:ahLst/>
            <a:cxnLst/>
            <a:rect l="l" t="t" r="r" b="b"/>
            <a:pathLst>
              <a:path w="87086" h="99527">
                <a:moveTo>
                  <a:pt x="84520" y="13627"/>
                </a:moveTo>
                <a:cubicBezTo>
                  <a:pt x="87300" y="15648"/>
                  <a:pt x="87922" y="19536"/>
                  <a:pt x="85900" y="22316"/>
                </a:cubicBezTo>
                <a:lnTo>
                  <a:pt x="36137" y="90740"/>
                </a:lnTo>
                <a:cubicBezTo>
                  <a:pt x="35068" y="92218"/>
                  <a:pt x="33415" y="93131"/>
                  <a:pt x="31588" y="93287"/>
                </a:cubicBezTo>
                <a:cubicBezTo>
                  <a:pt x="29761" y="93442"/>
                  <a:pt x="27992" y="92762"/>
                  <a:pt x="26709" y="91479"/>
                </a:cubicBezTo>
                <a:lnTo>
                  <a:pt x="1827" y="66597"/>
                </a:lnTo>
                <a:cubicBezTo>
                  <a:pt x="-603" y="64167"/>
                  <a:pt x="-603" y="60221"/>
                  <a:pt x="1827" y="57791"/>
                </a:cubicBezTo>
                <a:cubicBezTo>
                  <a:pt x="4257" y="55362"/>
                  <a:pt x="8203" y="55362"/>
                  <a:pt x="10633" y="57791"/>
                </a:cubicBezTo>
                <a:lnTo>
                  <a:pt x="30363" y="77522"/>
                </a:lnTo>
                <a:lnTo>
                  <a:pt x="75850" y="14987"/>
                </a:lnTo>
                <a:cubicBezTo>
                  <a:pt x="77872" y="12208"/>
                  <a:pt x="81759" y="11586"/>
                  <a:pt x="84539" y="1360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6460931" y="1268040"/>
            <a:ext cx="1675363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Frontend solo consume el BFF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88833" y="1500268"/>
            <a:ext cx="87086" cy="99527"/>
          </a:xfrm>
          <a:custGeom>
            <a:avLst/>
            <a:gdLst/>
            <a:ahLst/>
            <a:cxnLst/>
            <a:rect l="l" t="t" r="r" b="b"/>
            <a:pathLst>
              <a:path w="87086" h="99527">
                <a:moveTo>
                  <a:pt x="84520" y="13627"/>
                </a:moveTo>
                <a:cubicBezTo>
                  <a:pt x="87300" y="15648"/>
                  <a:pt x="87922" y="19536"/>
                  <a:pt x="85900" y="22316"/>
                </a:cubicBezTo>
                <a:lnTo>
                  <a:pt x="36137" y="90740"/>
                </a:lnTo>
                <a:cubicBezTo>
                  <a:pt x="35068" y="92218"/>
                  <a:pt x="33415" y="93131"/>
                  <a:pt x="31588" y="93287"/>
                </a:cubicBezTo>
                <a:cubicBezTo>
                  <a:pt x="29761" y="93442"/>
                  <a:pt x="27992" y="92762"/>
                  <a:pt x="26709" y="91479"/>
                </a:cubicBezTo>
                <a:lnTo>
                  <a:pt x="1827" y="66597"/>
                </a:lnTo>
                <a:cubicBezTo>
                  <a:pt x="-603" y="64167"/>
                  <a:pt x="-603" y="60221"/>
                  <a:pt x="1827" y="57791"/>
                </a:cubicBezTo>
                <a:cubicBezTo>
                  <a:pt x="4257" y="55362"/>
                  <a:pt x="8203" y="55362"/>
                  <a:pt x="10633" y="57791"/>
                </a:cubicBezTo>
                <a:lnTo>
                  <a:pt x="30363" y="77522"/>
                </a:lnTo>
                <a:lnTo>
                  <a:pt x="75850" y="14987"/>
                </a:lnTo>
                <a:cubicBezTo>
                  <a:pt x="77872" y="12208"/>
                  <a:pt x="81759" y="11586"/>
                  <a:pt x="84539" y="1360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7" name="Text 45"/>
          <p:cNvSpPr/>
          <p:nvPr/>
        </p:nvSpPr>
        <p:spPr>
          <a:xfrm>
            <a:off x="6460931" y="1467093"/>
            <a:ext cx="1716833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Gateway enruta correctamente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288833" y="1699322"/>
            <a:ext cx="87086" cy="99527"/>
          </a:xfrm>
          <a:custGeom>
            <a:avLst/>
            <a:gdLst/>
            <a:ahLst/>
            <a:cxnLst/>
            <a:rect l="l" t="t" r="r" b="b"/>
            <a:pathLst>
              <a:path w="87086" h="99527">
                <a:moveTo>
                  <a:pt x="84520" y="13627"/>
                </a:moveTo>
                <a:cubicBezTo>
                  <a:pt x="87300" y="15648"/>
                  <a:pt x="87922" y="19536"/>
                  <a:pt x="85900" y="22316"/>
                </a:cubicBezTo>
                <a:lnTo>
                  <a:pt x="36137" y="90740"/>
                </a:lnTo>
                <a:cubicBezTo>
                  <a:pt x="35068" y="92218"/>
                  <a:pt x="33415" y="93131"/>
                  <a:pt x="31588" y="93287"/>
                </a:cubicBezTo>
                <a:cubicBezTo>
                  <a:pt x="29761" y="93442"/>
                  <a:pt x="27992" y="92762"/>
                  <a:pt x="26709" y="91479"/>
                </a:cubicBezTo>
                <a:lnTo>
                  <a:pt x="1827" y="66597"/>
                </a:lnTo>
                <a:cubicBezTo>
                  <a:pt x="-603" y="64167"/>
                  <a:pt x="-603" y="60221"/>
                  <a:pt x="1827" y="57791"/>
                </a:cubicBezTo>
                <a:cubicBezTo>
                  <a:pt x="4257" y="55362"/>
                  <a:pt x="8203" y="55362"/>
                  <a:pt x="10633" y="57791"/>
                </a:cubicBezTo>
                <a:lnTo>
                  <a:pt x="30363" y="77522"/>
                </a:lnTo>
                <a:lnTo>
                  <a:pt x="75850" y="14987"/>
                </a:lnTo>
                <a:cubicBezTo>
                  <a:pt x="77872" y="12208"/>
                  <a:pt x="81759" y="11586"/>
                  <a:pt x="84539" y="1360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9" name="Text 47"/>
          <p:cNvSpPr/>
          <p:nvPr/>
        </p:nvSpPr>
        <p:spPr>
          <a:xfrm>
            <a:off x="6460931" y="1666146"/>
            <a:ext cx="1783184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Seguridad por rol implementada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288833" y="1898375"/>
            <a:ext cx="87086" cy="99527"/>
          </a:xfrm>
          <a:custGeom>
            <a:avLst/>
            <a:gdLst/>
            <a:ahLst/>
            <a:cxnLst/>
            <a:rect l="l" t="t" r="r" b="b"/>
            <a:pathLst>
              <a:path w="87086" h="99527">
                <a:moveTo>
                  <a:pt x="84520" y="13627"/>
                </a:moveTo>
                <a:cubicBezTo>
                  <a:pt x="87300" y="15648"/>
                  <a:pt x="87922" y="19536"/>
                  <a:pt x="85900" y="22316"/>
                </a:cubicBezTo>
                <a:lnTo>
                  <a:pt x="36137" y="90740"/>
                </a:lnTo>
                <a:cubicBezTo>
                  <a:pt x="35068" y="92218"/>
                  <a:pt x="33415" y="93131"/>
                  <a:pt x="31588" y="93287"/>
                </a:cubicBezTo>
                <a:cubicBezTo>
                  <a:pt x="29761" y="93442"/>
                  <a:pt x="27992" y="92762"/>
                  <a:pt x="26709" y="91479"/>
                </a:cubicBezTo>
                <a:lnTo>
                  <a:pt x="1827" y="66597"/>
                </a:lnTo>
                <a:cubicBezTo>
                  <a:pt x="-603" y="64167"/>
                  <a:pt x="-603" y="60221"/>
                  <a:pt x="1827" y="57791"/>
                </a:cubicBezTo>
                <a:cubicBezTo>
                  <a:pt x="4257" y="55362"/>
                  <a:pt x="8203" y="55362"/>
                  <a:pt x="10633" y="57791"/>
                </a:cubicBezTo>
                <a:lnTo>
                  <a:pt x="30363" y="77522"/>
                </a:lnTo>
                <a:lnTo>
                  <a:pt x="75850" y="14987"/>
                </a:lnTo>
                <a:cubicBezTo>
                  <a:pt x="77872" y="12208"/>
                  <a:pt x="81759" y="11586"/>
                  <a:pt x="84539" y="1360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1" name="Text 49"/>
          <p:cNvSpPr/>
          <p:nvPr/>
        </p:nvSpPr>
        <p:spPr>
          <a:xfrm>
            <a:off x="6460931" y="1865199"/>
            <a:ext cx="1625600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Respuestas de error en JSON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288833" y="2097428"/>
            <a:ext cx="87086" cy="99527"/>
          </a:xfrm>
          <a:custGeom>
            <a:avLst/>
            <a:gdLst/>
            <a:ahLst/>
            <a:cxnLst/>
            <a:rect l="l" t="t" r="r" b="b"/>
            <a:pathLst>
              <a:path w="87086" h="99527">
                <a:moveTo>
                  <a:pt x="84520" y="13627"/>
                </a:moveTo>
                <a:cubicBezTo>
                  <a:pt x="87300" y="15648"/>
                  <a:pt x="87922" y="19536"/>
                  <a:pt x="85900" y="22316"/>
                </a:cubicBezTo>
                <a:lnTo>
                  <a:pt x="36137" y="90740"/>
                </a:lnTo>
                <a:cubicBezTo>
                  <a:pt x="35068" y="92218"/>
                  <a:pt x="33415" y="93131"/>
                  <a:pt x="31588" y="93287"/>
                </a:cubicBezTo>
                <a:cubicBezTo>
                  <a:pt x="29761" y="93442"/>
                  <a:pt x="27992" y="92762"/>
                  <a:pt x="26709" y="91479"/>
                </a:cubicBezTo>
                <a:lnTo>
                  <a:pt x="1827" y="66597"/>
                </a:lnTo>
                <a:cubicBezTo>
                  <a:pt x="-603" y="64167"/>
                  <a:pt x="-603" y="60221"/>
                  <a:pt x="1827" y="57791"/>
                </a:cubicBezTo>
                <a:cubicBezTo>
                  <a:pt x="4257" y="55362"/>
                  <a:pt x="8203" y="55362"/>
                  <a:pt x="10633" y="57791"/>
                </a:cubicBezTo>
                <a:lnTo>
                  <a:pt x="30363" y="77522"/>
                </a:lnTo>
                <a:lnTo>
                  <a:pt x="75850" y="14987"/>
                </a:lnTo>
                <a:cubicBezTo>
                  <a:pt x="77872" y="12208"/>
                  <a:pt x="81759" y="11586"/>
                  <a:pt x="84539" y="1360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3" name="Text 51"/>
          <p:cNvSpPr/>
          <p:nvPr/>
        </p:nvSpPr>
        <p:spPr>
          <a:xfrm>
            <a:off x="6460931" y="2064252"/>
            <a:ext cx="1982237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Integración punta a punta verificada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166959" y="2440248"/>
            <a:ext cx="5688678" cy="1168515"/>
          </a:xfrm>
          <a:custGeom>
            <a:avLst/>
            <a:gdLst/>
            <a:ahLst/>
            <a:cxnLst/>
            <a:rect l="l" t="t" r="r" b="b"/>
            <a:pathLst>
              <a:path w="5688678" h="1168515">
                <a:moveTo>
                  <a:pt x="99522" y="0"/>
                </a:moveTo>
                <a:lnTo>
                  <a:pt x="5589156" y="0"/>
                </a:lnTo>
                <a:cubicBezTo>
                  <a:pt x="5644121" y="0"/>
                  <a:pt x="5688678" y="44558"/>
                  <a:pt x="5688678" y="99522"/>
                </a:cubicBezTo>
                <a:lnTo>
                  <a:pt x="5688678" y="1068993"/>
                </a:lnTo>
                <a:cubicBezTo>
                  <a:pt x="5688678" y="1123957"/>
                  <a:pt x="5644121" y="1168515"/>
                  <a:pt x="5589156" y="1168515"/>
                </a:cubicBezTo>
                <a:lnTo>
                  <a:pt x="99522" y="1168515"/>
                </a:lnTo>
                <a:cubicBezTo>
                  <a:pt x="44558" y="1168515"/>
                  <a:pt x="0" y="1123957"/>
                  <a:pt x="0" y="1068993"/>
                </a:cubicBezTo>
                <a:lnTo>
                  <a:pt x="0" y="99522"/>
                </a:lnTo>
                <a:cubicBezTo>
                  <a:pt x="0" y="44595"/>
                  <a:pt x="44595" y="0"/>
                  <a:pt x="99522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286759" y="2576634"/>
            <a:ext cx="132702" cy="132702"/>
          </a:xfrm>
          <a:custGeom>
            <a:avLst/>
            <a:gdLst/>
            <a:ahLst/>
            <a:cxnLst/>
            <a:rect l="l" t="t" r="r" b="b"/>
            <a:pathLst>
              <a:path w="132702" h="132702">
                <a:moveTo>
                  <a:pt x="88796" y="2436"/>
                </a:moveTo>
                <a:cubicBezTo>
                  <a:pt x="85557" y="-803"/>
                  <a:pt x="80295" y="-803"/>
                  <a:pt x="77055" y="2436"/>
                </a:cubicBezTo>
                <a:cubicBezTo>
                  <a:pt x="73816" y="5676"/>
                  <a:pt x="73816" y="10938"/>
                  <a:pt x="77055" y="14177"/>
                </a:cubicBezTo>
                <a:lnTo>
                  <a:pt x="79492" y="16588"/>
                </a:lnTo>
                <a:lnTo>
                  <a:pt x="7283" y="88796"/>
                </a:lnTo>
                <a:cubicBezTo>
                  <a:pt x="2618" y="93462"/>
                  <a:pt x="0" y="99786"/>
                  <a:pt x="0" y="106395"/>
                </a:cubicBezTo>
                <a:lnTo>
                  <a:pt x="0" y="107820"/>
                </a:lnTo>
                <a:cubicBezTo>
                  <a:pt x="0" y="121557"/>
                  <a:pt x="11145" y="132702"/>
                  <a:pt x="24882" y="132702"/>
                </a:cubicBezTo>
                <a:lnTo>
                  <a:pt x="26307" y="132702"/>
                </a:lnTo>
                <a:cubicBezTo>
                  <a:pt x="32916" y="132702"/>
                  <a:pt x="39240" y="130084"/>
                  <a:pt x="43906" y="125419"/>
                </a:cubicBezTo>
                <a:lnTo>
                  <a:pt x="116114" y="53210"/>
                </a:lnTo>
                <a:lnTo>
                  <a:pt x="118551" y="55647"/>
                </a:lnTo>
                <a:cubicBezTo>
                  <a:pt x="121790" y="58887"/>
                  <a:pt x="127052" y="58887"/>
                  <a:pt x="130292" y="55647"/>
                </a:cubicBezTo>
                <a:cubicBezTo>
                  <a:pt x="133531" y="52407"/>
                  <a:pt x="133531" y="47146"/>
                  <a:pt x="130292" y="43906"/>
                </a:cubicBezTo>
                <a:lnTo>
                  <a:pt x="88822" y="2436"/>
                </a:lnTo>
                <a:close/>
                <a:moveTo>
                  <a:pt x="53210" y="66351"/>
                </a:moveTo>
                <a:lnTo>
                  <a:pt x="91233" y="28329"/>
                </a:lnTo>
                <a:lnTo>
                  <a:pt x="104373" y="41469"/>
                </a:lnTo>
                <a:lnTo>
                  <a:pt x="79492" y="66351"/>
                </a:lnTo>
                <a:lnTo>
                  <a:pt x="53184" y="66351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56" name="Text 54"/>
          <p:cNvSpPr/>
          <p:nvPr/>
        </p:nvSpPr>
        <p:spPr>
          <a:xfrm>
            <a:off x="6502400" y="2543458"/>
            <a:ext cx="1932473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Flujo de Integración Verificado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270171" y="2808863"/>
            <a:ext cx="199053" cy="199053"/>
          </a:xfrm>
          <a:custGeom>
            <a:avLst/>
            <a:gdLst/>
            <a:ahLst/>
            <a:cxnLst/>
            <a:rect l="l" t="t" r="r" b="b"/>
            <a:pathLst>
              <a:path w="199053" h="199053">
                <a:moveTo>
                  <a:pt x="33176" y="0"/>
                </a:moveTo>
                <a:lnTo>
                  <a:pt x="165877" y="0"/>
                </a:lnTo>
                <a:cubicBezTo>
                  <a:pt x="184200" y="0"/>
                  <a:pt x="199053" y="14853"/>
                  <a:pt x="199053" y="33176"/>
                </a:cubicBezTo>
                <a:lnTo>
                  <a:pt x="199053" y="165877"/>
                </a:lnTo>
                <a:cubicBezTo>
                  <a:pt x="199053" y="184200"/>
                  <a:pt x="184200" y="199053"/>
                  <a:pt x="165877" y="199053"/>
                </a:cubicBezTo>
                <a:lnTo>
                  <a:pt x="33176" y="199053"/>
                </a:lnTo>
                <a:cubicBezTo>
                  <a:pt x="14853" y="199053"/>
                  <a:pt x="0" y="184200"/>
                  <a:pt x="0" y="165877"/>
                </a:cubicBezTo>
                <a:lnTo>
                  <a:pt x="0" y="33176"/>
                </a:lnTo>
                <a:cubicBezTo>
                  <a:pt x="0" y="14853"/>
                  <a:pt x="14853" y="0"/>
                  <a:pt x="33176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6350115" y="2842038"/>
            <a:ext cx="91233" cy="132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4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535576" y="2825450"/>
            <a:ext cx="497633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Register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052906" y="2858626"/>
            <a:ext cx="99527" cy="99527"/>
          </a:xfrm>
          <a:custGeom>
            <a:avLst/>
            <a:gdLst/>
            <a:ahLst/>
            <a:cxnLst/>
            <a:rect l="l" t="t" r="r" b="b"/>
            <a:pathLst>
              <a:path w="99527" h="99527">
                <a:moveTo>
                  <a:pt x="97699" y="54156"/>
                </a:moveTo>
                <a:cubicBezTo>
                  <a:pt x="100129" y="51727"/>
                  <a:pt x="100129" y="47781"/>
                  <a:pt x="97699" y="45351"/>
                </a:cubicBezTo>
                <a:lnTo>
                  <a:pt x="66597" y="14249"/>
                </a:lnTo>
                <a:cubicBezTo>
                  <a:pt x="64167" y="11819"/>
                  <a:pt x="60221" y="11819"/>
                  <a:pt x="57791" y="14249"/>
                </a:cubicBezTo>
                <a:cubicBezTo>
                  <a:pt x="55362" y="16678"/>
                  <a:pt x="55362" y="20625"/>
                  <a:pt x="57791" y="23054"/>
                </a:cubicBezTo>
                <a:lnTo>
                  <a:pt x="78280" y="43543"/>
                </a:lnTo>
                <a:lnTo>
                  <a:pt x="6220" y="43543"/>
                </a:lnTo>
                <a:cubicBezTo>
                  <a:pt x="2780" y="43543"/>
                  <a:pt x="0" y="46323"/>
                  <a:pt x="0" y="49763"/>
                </a:cubicBezTo>
                <a:cubicBezTo>
                  <a:pt x="0" y="53204"/>
                  <a:pt x="2780" y="55984"/>
                  <a:pt x="6220" y="55984"/>
                </a:cubicBezTo>
                <a:lnTo>
                  <a:pt x="78280" y="55984"/>
                </a:lnTo>
                <a:lnTo>
                  <a:pt x="57791" y="76472"/>
                </a:lnTo>
                <a:cubicBezTo>
                  <a:pt x="55362" y="78902"/>
                  <a:pt x="55362" y="82848"/>
                  <a:pt x="57791" y="85278"/>
                </a:cubicBezTo>
                <a:cubicBezTo>
                  <a:pt x="60221" y="87708"/>
                  <a:pt x="64167" y="87708"/>
                  <a:pt x="66597" y="85278"/>
                </a:cubicBezTo>
                <a:lnTo>
                  <a:pt x="97699" y="54176"/>
                </a:ln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61" name="Text 59"/>
          <p:cNvSpPr/>
          <p:nvPr/>
        </p:nvSpPr>
        <p:spPr>
          <a:xfrm>
            <a:off x="7231224" y="2825450"/>
            <a:ext cx="356637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Login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7606177" y="2858626"/>
            <a:ext cx="99527" cy="99527"/>
          </a:xfrm>
          <a:custGeom>
            <a:avLst/>
            <a:gdLst/>
            <a:ahLst/>
            <a:cxnLst/>
            <a:rect l="l" t="t" r="r" b="b"/>
            <a:pathLst>
              <a:path w="99527" h="99527">
                <a:moveTo>
                  <a:pt x="97699" y="54156"/>
                </a:moveTo>
                <a:cubicBezTo>
                  <a:pt x="100129" y="51727"/>
                  <a:pt x="100129" y="47781"/>
                  <a:pt x="97699" y="45351"/>
                </a:cubicBezTo>
                <a:lnTo>
                  <a:pt x="66597" y="14249"/>
                </a:lnTo>
                <a:cubicBezTo>
                  <a:pt x="64167" y="11819"/>
                  <a:pt x="60221" y="11819"/>
                  <a:pt x="57791" y="14249"/>
                </a:cubicBezTo>
                <a:cubicBezTo>
                  <a:pt x="55362" y="16678"/>
                  <a:pt x="55362" y="20625"/>
                  <a:pt x="57791" y="23054"/>
                </a:cubicBezTo>
                <a:lnTo>
                  <a:pt x="78280" y="43543"/>
                </a:lnTo>
                <a:lnTo>
                  <a:pt x="6220" y="43543"/>
                </a:lnTo>
                <a:cubicBezTo>
                  <a:pt x="2780" y="43543"/>
                  <a:pt x="0" y="46323"/>
                  <a:pt x="0" y="49763"/>
                </a:cubicBezTo>
                <a:cubicBezTo>
                  <a:pt x="0" y="53204"/>
                  <a:pt x="2780" y="55984"/>
                  <a:pt x="6220" y="55984"/>
                </a:cubicBezTo>
                <a:lnTo>
                  <a:pt x="78280" y="55984"/>
                </a:lnTo>
                <a:lnTo>
                  <a:pt x="57791" y="76472"/>
                </a:lnTo>
                <a:cubicBezTo>
                  <a:pt x="55362" y="78902"/>
                  <a:pt x="55362" y="82848"/>
                  <a:pt x="57791" y="85278"/>
                </a:cubicBezTo>
                <a:cubicBezTo>
                  <a:pt x="60221" y="87708"/>
                  <a:pt x="64167" y="87708"/>
                  <a:pt x="66597" y="85278"/>
                </a:cubicBezTo>
                <a:lnTo>
                  <a:pt x="97699" y="54176"/>
                </a:ln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63" name="Text 61"/>
          <p:cNvSpPr/>
          <p:nvPr/>
        </p:nvSpPr>
        <p:spPr>
          <a:xfrm>
            <a:off x="7784495" y="2825450"/>
            <a:ext cx="381518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Token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189283" y="2858626"/>
            <a:ext cx="99527" cy="99527"/>
          </a:xfrm>
          <a:custGeom>
            <a:avLst/>
            <a:gdLst/>
            <a:ahLst/>
            <a:cxnLst/>
            <a:rect l="l" t="t" r="r" b="b"/>
            <a:pathLst>
              <a:path w="99527" h="99527">
                <a:moveTo>
                  <a:pt x="97699" y="54156"/>
                </a:moveTo>
                <a:cubicBezTo>
                  <a:pt x="100129" y="51727"/>
                  <a:pt x="100129" y="47781"/>
                  <a:pt x="97699" y="45351"/>
                </a:cubicBezTo>
                <a:lnTo>
                  <a:pt x="66597" y="14249"/>
                </a:lnTo>
                <a:cubicBezTo>
                  <a:pt x="64167" y="11819"/>
                  <a:pt x="60221" y="11819"/>
                  <a:pt x="57791" y="14249"/>
                </a:cubicBezTo>
                <a:cubicBezTo>
                  <a:pt x="55362" y="16678"/>
                  <a:pt x="55362" y="20625"/>
                  <a:pt x="57791" y="23054"/>
                </a:cubicBezTo>
                <a:lnTo>
                  <a:pt x="78280" y="43543"/>
                </a:lnTo>
                <a:lnTo>
                  <a:pt x="6220" y="43543"/>
                </a:lnTo>
                <a:cubicBezTo>
                  <a:pt x="2780" y="43543"/>
                  <a:pt x="0" y="46323"/>
                  <a:pt x="0" y="49763"/>
                </a:cubicBezTo>
                <a:cubicBezTo>
                  <a:pt x="0" y="53204"/>
                  <a:pt x="2780" y="55984"/>
                  <a:pt x="6220" y="55984"/>
                </a:cubicBezTo>
                <a:lnTo>
                  <a:pt x="78280" y="55984"/>
                </a:lnTo>
                <a:lnTo>
                  <a:pt x="57791" y="76472"/>
                </a:lnTo>
                <a:cubicBezTo>
                  <a:pt x="55362" y="78902"/>
                  <a:pt x="55362" y="82848"/>
                  <a:pt x="57791" y="85278"/>
                </a:cubicBezTo>
                <a:cubicBezTo>
                  <a:pt x="60221" y="87708"/>
                  <a:pt x="64167" y="87708"/>
                  <a:pt x="66597" y="85278"/>
                </a:cubicBezTo>
                <a:lnTo>
                  <a:pt x="97699" y="54176"/>
                </a:ln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65" name="Text 63"/>
          <p:cNvSpPr/>
          <p:nvPr/>
        </p:nvSpPr>
        <p:spPr>
          <a:xfrm>
            <a:off x="8367601" y="2825450"/>
            <a:ext cx="854269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Ruta Protegida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270171" y="3074267"/>
            <a:ext cx="1783184" cy="431282"/>
          </a:xfrm>
          <a:custGeom>
            <a:avLst/>
            <a:gdLst/>
            <a:ahLst/>
            <a:cxnLst/>
            <a:rect l="l" t="t" r="r" b="b"/>
            <a:pathLst>
              <a:path w="1783184" h="431282">
                <a:moveTo>
                  <a:pt x="33174" y="0"/>
                </a:moveTo>
                <a:lnTo>
                  <a:pt x="1750009" y="0"/>
                </a:lnTo>
                <a:cubicBezTo>
                  <a:pt x="1768331" y="0"/>
                  <a:pt x="1783184" y="14853"/>
                  <a:pt x="1783184" y="33174"/>
                </a:cubicBezTo>
                <a:lnTo>
                  <a:pt x="1783184" y="398107"/>
                </a:lnTo>
                <a:cubicBezTo>
                  <a:pt x="1783184" y="416429"/>
                  <a:pt x="1768331" y="431282"/>
                  <a:pt x="1750009" y="431282"/>
                </a:cubicBezTo>
                <a:lnTo>
                  <a:pt x="33174" y="431282"/>
                </a:lnTo>
                <a:cubicBezTo>
                  <a:pt x="14853" y="431282"/>
                  <a:pt x="0" y="416429"/>
                  <a:pt x="0" y="398107"/>
                </a:cubicBezTo>
                <a:lnTo>
                  <a:pt x="0" y="33174"/>
                </a:lnTo>
                <a:cubicBezTo>
                  <a:pt x="0" y="14865"/>
                  <a:pt x="14865" y="0"/>
                  <a:pt x="33174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67" name="Text 65"/>
          <p:cNvSpPr/>
          <p:nvPr/>
        </p:nvSpPr>
        <p:spPr>
          <a:xfrm>
            <a:off x="6307494" y="3140618"/>
            <a:ext cx="1708539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4" b="1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401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311641" y="3306495"/>
            <a:ext cx="1700245" cy="132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4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 Token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120628" y="3074267"/>
            <a:ext cx="1783184" cy="431282"/>
          </a:xfrm>
          <a:custGeom>
            <a:avLst/>
            <a:gdLst/>
            <a:ahLst/>
            <a:cxnLst/>
            <a:rect l="l" t="t" r="r" b="b"/>
            <a:pathLst>
              <a:path w="1783184" h="431282">
                <a:moveTo>
                  <a:pt x="33174" y="0"/>
                </a:moveTo>
                <a:lnTo>
                  <a:pt x="1750009" y="0"/>
                </a:lnTo>
                <a:cubicBezTo>
                  <a:pt x="1768331" y="0"/>
                  <a:pt x="1783184" y="14853"/>
                  <a:pt x="1783184" y="33174"/>
                </a:cubicBezTo>
                <a:lnTo>
                  <a:pt x="1783184" y="398107"/>
                </a:lnTo>
                <a:cubicBezTo>
                  <a:pt x="1783184" y="416429"/>
                  <a:pt x="1768331" y="431282"/>
                  <a:pt x="1750009" y="431282"/>
                </a:cubicBezTo>
                <a:lnTo>
                  <a:pt x="33174" y="431282"/>
                </a:lnTo>
                <a:cubicBezTo>
                  <a:pt x="14853" y="431282"/>
                  <a:pt x="0" y="416429"/>
                  <a:pt x="0" y="398107"/>
                </a:cubicBezTo>
                <a:lnTo>
                  <a:pt x="0" y="33174"/>
                </a:lnTo>
                <a:cubicBezTo>
                  <a:pt x="0" y="14865"/>
                  <a:pt x="14865" y="0"/>
                  <a:pt x="33174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70" name="Text 68"/>
          <p:cNvSpPr/>
          <p:nvPr/>
        </p:nvSpPr>
        <p:spPr>
          <a:xfrm>
            <a:off x="8157950" y="3140618"/>
            <a:ext cx="1708539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4" b="1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403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8162097" y="3306495"/>
            <a:ext cx="1700245" cy="132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4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Rol Incorrecto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9971084" y="3074267"/>
            <a:ext cx="1783184" cy="431282"/>
          </a:xfrm>
          <a:custGeom>
            <a:avLst/>
            <a:gdLst/>
            <a:ahLst/>
            <a:cxnLst/>
            <a:rect l="l" t="t" r="r" b="b"/>
            <a:pathLst>
              <a:path w="1783184" h="431282">
                <a:moveTo>
                  <a:pt x="33174" y="0"/>
                </a:moveTo>
                <a:lnTo>
                  <a:pt x="1750009" y="0"/>
                </a:lnTo>
                <a:cubicBezTo>
                  <a:pt x="1768331" y="0"/>
                  <a:pt x="1783184" y="14853"/>
                  <a:pt x="1783184" y="33174"/>
                </a:cubicBezTo>
                <a:lnTo>
                  <a:pt x="1783184" y="398107"/>
                </a:lnTo>
                <a:cubicBezTo>
                  <a:pt x="1783184" y="416429"/>
                  <a:pt x="1768331" y="431282"/>
                  <a:pt x="1750009" y="431282"/>
                </a:cubicBezTo>
                <a:lnTo>
                  <a:pt x="33174" y="431282"/>
                </a:lnTo>
                <a:cubicBezTo>
                  <a:pt x="14853" y="431282"/>
                  <a:pt x="0" y="416429"/>
                  <a:pt x="0" y="398107"/>
                </a:cubicBezTo>
                <a:lnTo>
                  <a:pt x="0" y="33174"/>
                </a:lnTo>
                <a:cubicBezTo>
                  <a:pt x="0" y="14865"/>
                  <a:pt x="14865" y="0"/>
                  <a:pt x="33174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73" name="Text 71"/>
          <p:cNvSpPr/>
          <p:nvPr/>
        </p:nvSpPr>
        <p:spPr>
          <a:xfrm>
            <a:off x="10008407" y="3140618"/>
            <a:ext cx="1708539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4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0012554" y="3306495"/>
            <a:ext cx="1700245" cy="132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4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Rol Correcto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166959" y="3715545"/>
            <a:ext cx="5688678" cy="3590327"/>
          </a:xfrm>
          <a:custGeom>
            <a:avLst/>
            <a:gdLst/>
            <a:ahLst/>
            <a:cxnLst/>
            <a:rect l="l" t="t" r="r" b="b"/>
            <a:pathLst>
              <a:path w="5688678" h="3590327">
                <a:moveTo>
                  <a:pt x="99524" y="0"/>
                </a:moveTo>
                <a:lnTo>
                  <a:pt x="5589155" y="0"/>
                </a:lnTo>
                <a:cubicBezTo>
                  <a:pt x="5644120" y="0"/>
                  <a:pt x="5688678" y="44558"/>
                  <a:pt x="5688678" y="99524"/>
                </a:cubicBezTo>
                <a:lnTo>
                  <a:pt x="5688678" y="3490804"/>
                </a:lnTo>
                <a:cubicBezTo>
                  <a:pt x="5688678" y="3545769"/>
                  <a:pt x="5644120" y="3590327"/>
                  <a:pt x="5589155" y="3590327"/>
                </a:cubicBezTo>
                <a:lnTo>
                  <a:pt x="99524" y="3590327"/>
                </a:lnTo>
                <a:cubicBezTo>
                  <a:pt x="44558" y="3590327"/>
                  <a:pt x="0" y="3545769"/>
                  <a:pt x="0" y="3490804"/>
                </a:cubicBezTo>
                <a:lnTo>
                  <a:pt x="0" y="99524"/>
                </a:lnTo>
                <a:cubicBezTo>
                  <a:pt x="0" y="44558"/>
                  <a:pt x="44558" y="0"/>
                  <a:pt x="99524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286759" y="3851931"/>
            <a:ext cx="132702" cy="132702"/>
          </a:xfrm>
          <a:custGeom>
            <a:avLst/>
            <a:gdLst/>
            <a:ahLst/>
            <a:cxnLst/>
            <a:rect l="l" t="t" r="r" b="b"/>
            <a:pathLst>
              <a:path w="132702" h="132702">
                <a:moveTo>
                  <a:pt x="38644" y="16795"/>
                </a:moveTo>
                <a:lnTo>
                  <a:pt x="35949" y="24882"/>
                </a:lnTo>
                <a:lnTo>
                  <a:pt x="16588" y="24882"/>
                </a:lnTo>
                <a:cubicBezTo>
                  <a:pt x="7439" y="24882"/>
                  <a:pt x="0" y="32320"/>
                  <a:pt x="0" y="41469"/>
                </a:cubicBezTo>
                <a:lnTo>
                  <a:pt x="0" y="107820"/>
                </a:lnTo>
                <a:cubicBezTo>
                  <a:pt x="0" y="116970"/>
                  <a:pt x="7439" y="124408"/>
                  <a:pt x="16588" y="124408"/>
                </a:cubicBezTo>
                <a:lnTo>
                  <a:pt x="116114" y="124408"/>
                </a:lnTo>
                <a:cubicBezTo>
                  <a:pt x="125263" y="124408"/>
                  <a:pt x="132702" y="116970"/>
                  <a:pt x="132702" y="107820"/>
                </a:cubicBezTo>
                <a:lnTo>
                  <a:pt x="132702" y="41469"/>
                </a:lnTo>
                <a:cubicBezTo>
                  <a:pt x="132702" y="32320"/>
                  <a:pt x="125263" y="24882"/>
                  <a:pt x="116114" y="24882"/>
                </a:cubicBezTo>
                <a:lnTo>
                  <a:pt x="96753" y="24882"/>
                </a:lnTo>
                <a:lnTo>
                  <a:pt x="94058" y="16795"/>
                </a:lnTo>
                <a:cubicBezTo>
                  <a:pt x="92373" y="11715"/>
                  <a:pt x="87630" y="8294"/>
                  <a:pt x="82265" y="8294"/>
                </a:cubicBezTo>
                <a:lnTo>
                  <a:pt x="50437" y="8294"/>
                </a:lnTo>
                <a:cubicBezTo>
                  <a:pt x="45072" y="8294"/>
                  <a:pt x="40329" y="11715"/>
                  <a:pt x="38644" y="16795"/>
                </a:cubicBezTo>
                <a:close/>
                <a:moveTo>
                  <a:pt x="66351" y="49763"/>
                </a:moveTo>
                <a:cubicBezTo>
                  <a:pt x="80084" y="49763"/>
                  <a:pt x="91233" y="60912"/>
                  <a:pt x="91233" y="74645"/>
                </a:cubicBezTo>
                <a:cubicBezTo>
                  <a:pt x="91233" y="88377"/>
                  <a:pt x="80084" y="99527"/>
                  <a:pt x="66351" y="99527"/>
                </a:cubicBezTo>
                <a:cubicBezTo>
                  <a:pt x="52618" y="99527"/>
                  <a:pt x="41469" y="88377"/>
                  <a:pt x="41469" y="74645"/>
                </a:cubicBezTo>
                <a:cubicBezTo>
                  <a:pt x="41469" y="60912"/>
                  <a:pt x="52618" y="49763"/>
                  <a:pt x="66351" y="49763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77" name="Text 75"/>
          <p:cNvSpPr/>
          <p:nvPr/>
        </p:nvSpPr>
        <p:spPr>
          <a:xfrm>
            <a:off x="6502400" y="3818756"/>
            <a:ext cx="646922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Evidencia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6277544" y="4091532"/>
            <a:ext cx="2693667" cy="1507643"/>
          </a:xfrm>
          <a:custGeom>
            <a:avLst/>
            <a:gdLst/>
            <a:ahLst/>
            <a:cxnLst/>
            <a:rect l="l" t="t" r="r" b="b"/>
            <a:pathLst>
              <a:path w="2693667" h="1507643">
                <a:moveTo>
                  <a:pt x="66351" y="0"/>
                </a:moveTo>
                <a:lnTo>
                  <a:pt x="2627316" y="0"/>
                </a:lnTo>
                <a:cubicBezTo>
                  <a:pt x="2663961" y="0"/>
                  <a:pt x="2693667" y="29707"/>
                  <a:pt x="2693667" y="66351"/>
                </a:cubicBezTo>
                <a:lnTo>
                  <a:pt x="2693667" y="1441291"/>
                </a:lnTo>
                <a:cubicBezTo>
                  <a:pt x="2693667" y="1477936"/>
                  <a:pt x="2663961" y="1507643"/>
                  <a:pt x="2627316" y="1507643"/>
                </a:cubicBezTo>
                <a:lnTo>
                  <a:pt x="66351" y="1507643"/>
                </a:lnTo>
                <a:cubicBezTo>
                  <a:pt x="29707" y="1507643"/>
                  <a:pt x="0" y="1477936"/>
                  <a:pt x="0" y="1441291"/>
                </a:cubicBezTo>
                <a:lnTo>
                  <a:pt x="0" y="66351"/>
                </a:lnTo>
                <a:cubicBezTo>
                  <a:pt x="0" y="29731"/>
                  <a:pt x="29731" y="0"/>
                  <a:pt x="66351" y="0"/>
                </a:cubicBezTo>
                <a:close/>
              </a:path>
            </a:pathLst>
          </a:custGeom>
          <a:solidFill>
            <a:srgbClr val="0F172A"/>
          </a:solidFill>
          <a:ln w="22578">
            <a:solidFill>
              <a:srgbClr val="475569"/>
            </a:solidFill>
            <a:prstDash val="dash"/>
          </a:ln>
        </p:spPr>
      </p:sp>
      <p:sp>
        <p:nvSpPr>
          <p:cNvPr id="79" name="Shape 77"/>
          <p:cNvSpPr/>
          <p:nvPr/>
        </p:nvSpPr>
        <p:spPr>
          <a:xfrm>
            <a:off x="7561597" y="4688576"/>
            <a:ext cx="130629" cy="149290"/>
          </a:xfrm>
          <a:custGeom>
            <a:avLst/>
            <a:gdLst/>
            <a:ahLst/>
            <a:cxnLst/>
            <a:rect l="l" t="t" r="r" b="b"/>
            <a:pathLst>
              <a:path w="130629" h="149290">
                <a:moveTo>
                  <a:pt x="18661" y="9331"/>
                </a:moveTo>
                <a:cubicBezTo>
                  <a:pt x="8368" y="9331"/>
                  <a:pt x="0" y="17699"/>
                  <a:pt x="0" y="27992"/>
                </a:cubicBezTo>
                <a:lnTo>
                  <a:pt x="0" y="121298"/>
                </a:lnTo>
                <a:cubicBezTo>
                  <a:pt x="0" y="131591"/>
                  <a:pt x="8368" y="139959"/>
                  <a:pt x="18661" y="139959"/>
                </a:cubicBezTo>
                <a:lnTo>
                  <a:pt x="111967" y="139959"/>
                </a:lnTo>
                <a:cubicBezTo>
                  <a:pt x="122260" y="139959"/>
                  <a:pt x="130629" y="131591"/>
                  <a:pt x="130629" y="121298"/>
                </a:cubicBezTo>
                <a:lnTo>
                  <a:pt x="130629" y="27992"/>
                </a:lnTo>
                <a:cubicBezTo>
                  <a:pt x="130629" y="17699"/>
                  <a:pt x="122260" y="9331"/>
                  <a:pt x="111967" y="9331"/>
                </a:cubicBezTo>
                <a:lnTo>
                  <a:pt x="18661" y="9331"/>
                </a:lnTo>
                <a:close/>
                <a:moveTo>
                  <a:pt x="37322" y="32657"/>
                </a:moveTo>
                <a:cubicBezTo>
                  <a:pt x="45047" y="32657"/>
                  <a:pt x="51318" y="38929"/>
                  <a:pt x="51318" y="46653"/>
                </a:cubicBezTo>
                <a:cubicBezTo>
                  <a:pt x="51318" y="54378"/>
                  <a:pt x="45047" y="60649"/>
                  <a:pt x="37322" y="60649"/>
                </a:cubicBezTo>
                <a:cubicBezTo>
                  <a:pt x="29598" y="60649"/>
                  <a:pt x="23327" y="54378"/>
                  <a:pt x="23327" y="46653"/>
                </a:cubicBezTo>
                <a:cubicBezTo>
                  <a:pt x="23327" y="38929"/>
                  <a:pt x="29598" y="32657"/>
                  <a:pt x="37322" y="32657"/>
                </a:cubicBezTo>
                <a:close/>
                <a:moveTo>
                  <a:pt x="79310" y="65314"/>
                </a:moveTo>
                <a:cubicBezTo>
                  <a:pt x="81759" y="65314"/>
                  <a:pt x="84005" y="66597"/>
                  <a:pt x="85288" y="68667"/>
                </a:cubicBezTo>
                <a:lnTo>
                  <a:pt x="110947" y="110655"/>
                </a:lnTo>
                <a:cubicBezTo>
                  <a:pt x="112259" y="112813"/>
                  <a:pt x="112317" y="115525"/>
                  <a:pt x="111093" y="117741"/>
                </a:cubicBezTo>
                <a:cubicBezTo>
                  <a:pt x="109868" y="119957"/>
                  <a:pt x="107506" y="121298"/>
                  <a:pt x="104969" y="121298"/>
                </a:cubicBezTo>
                <a:lnTo>
                  <a:pt x="25659" y="121298"/>
                </a:lnTo>
                <a:cubicBezTo>
                  <a:pt x="23064" y="121298"/>
                  <a:pt x="20644" y="119840"/>
                  <a:pt x="19448" y="117537"/>
                </a:cubicBezTo>
                <a:cubicBezTo>
                  <a:pt x="18253" y="115233"/>
                  <a:pt x="18428" y="112434"/>
                  <a:pt x="19915" y="110305"/>
                </a:cubicBezTo>
                <a:lnTo>
                  <a:pt x="36244" y="86979"/>
                </a:lnTo>
                <a:cubicBezTo>
                  <a:pt x="37556" y="85113"/>
                  <a:pt x="39684" y="84005"/>
                  <a:pt x="41988" y="84005"/>
                </a:cubicBezTo>
                <a:cubicBezTo>
                  <a:pt x="44291" y="84005"/>
                  <a:pt x="46420" y="85113"/>
                  <a:pt x="47732" y="86979"/>
                </a:cubicBezTo>
                <a:lnTo>
                  <a:pt x="55430" y="98001"/>
                </a:lnTo>
                <a:lnTo>
                  <a:pt x="73333" y="68697"/>
                </a:lnTo>
                <a:cubicBezTo>
                  <a:pt x="74616" y="66626"/>
                  <a:pt x="76861" y="65343"/>
                  <a:pt x="79310" y="65343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80" name="Text 78"/>
          <p:cNvSpPr/>
          <p:nvPr/>
        </p:nvSpPr>
        <p:spPr>
          <a:xfrm>
            <a:off x="7158768" y="4871041"/>
            <a:ext cx="928914" cy="132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4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FLUJO COMPLETO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9053228" y="4091532"/>
            <a:ext cx="2693667" cy="1507643"/>
          </a:xfrm>
          <a:custGeom>
            <a:avLst/>
            <a:gdLst/>
            <a:ahLst/>
            <a:cxnLst/>
            <a:rect l="l" t="t" r="r" b="b"/>
            <a:pathLst>
              <a:path w="2693667" h="1507643">
                <a:moveTo>
                  <a:pt x="66351" y="0"/>
                </a:moveTo>
                <a:lnTo>
                  <a:pt x="2627316" y="0"/>
                </a:lnTo>
                <a:cubicBezTo>
                  <a:pt x="2663961" y="0"/>
                  <a:pt x="2693667" y="29707"/>
                  <a:pt x="2693667" y="66351"/>
                </a:cubicBezTo>
                <a:lnTo>
                  <a:pt x="2693667" y="1441291"/>
                </a:lnTo>
                <a:cubicBezTo>
                  <a:pt x="2693667" y="1477936"/>
                  <a:pt x="2663961" y="1507643"/>
                  <a:pt x="2627316" y="1507643"/>
                </a:cubicBezTo>
                <a:lnTo>
                  <a:pt x="66351" y="1507643"/>
                </a:lnTo>
                <a:cubicBezTo>
                  <a:pt x="29707" y="1507643"/>
                  <a:pt x="0" y="1477936"/>
                  <a:pt x="0" y="1441291"/>
                </a:cubicBezTo>
                <a:lnTo>
                  <a:pt x="0" y="66351"/>
                </a:lnTo>
                <a:cubicBezTo>
                  <a:pt x="0" y="29731"/>
                  <a:pt x="29731" y="0"/>
                  <a:pt x="66351" y="0"/>
                </a:cubicBezTo>
                <a:close/>
              </a:path>
            </a:pathLst>
          </a:custGeom>
          <a:solidFill>
            <a:srgbClr val="0F172A"/>
          </a:solidFill>
          <a:ln w="22578">
            <a:solidFill>
              <a:srgbClr val="475569"/>
            </a:solidFill>
            <a:prstDash val="dash"/>
          </a:ln>
        </p:spPr>
      </p:sp>
      <p:sp>
        <p:nvSpPr>
          <p:cNvPr id="82" name="Shape 80"/>
          <p:cNvSpPr/>
          <p:nvPr/>
        </p:nvSpPr>
        <p:spPr>
          <a:xfrm>
            <a:off x="10337282" y="4688576"/>
            <a:ext cx="130629" cy="149290"/>
          </a:xfrm>
          <a:custGeom>
            <a:avLst/>
            <a:gdLst/>
            <a:ahLst/>
            <a:cxnLst/>
            <a:rect l="l" t="t" r="r" b="b"/>
            <a:pathLst>
              <a:path w="130629" h="149290">
                <a:moveTo>
                  <a:pt x="18661" y="9331"/>
                </a:moveTo>
                <a:cubicBezTo>
                  <a:pt x="8368" y="9331"/>
                  <a:pt x="0" y="17699"/>
                  <a:pt x="0" y="27992"/>
                </a:cubicBezTo>
                <a:lnTo>
                  <a:pt x="0" y="121298"/>
                </a:lnTo>
                <a:cubicBezTo>
                  <a:pt x="0" y="131591"/>
                  <a:pt x="8368" y="139959"/>
                  <a:pt x="18661" y="139959"/>
                </a:cubicBezTo>
                <a:lnTo>
                  <a:pt x="111967" y="139959"/>
                </a:lnTo>
                <a:cubicBezTo>
                  <a:pt x="122260" y="139959"/>
                  <a:pt x="130629" y="131591"/>
                  <a:pt x="130629" y="121298"/>
                </a:cubicBezTo>
                <a:lnTo>
                  <a:pt x="130629" y="27992"/>
                </a:lnTo>
                <a:cubicBezTo>
                  <a:pt x="130629" y="17699"/>
                  <a:pt x="122260" y="9331"/>
                  <a:pt x="111967" y="9331"/>
                </a:cubicBezTo>
                <a:lnTo>
                  <a:pt x="18661" y="9331"/>
                </a:lnTo>
                <a:close/>
                <a:moveTo>
                  <a:pt x="37322" y="32657"/>
                </a:moveTo>
                <a:cubicBezTo>
                  <a:pt x="45047" y="32657"/>
                  <a:pt x="51318" y="38929"/>
                  <a:pt x="51318" y="46653"/>
                </a:cubicBezTo>
                <a:cubicBezTo>
                  <a:pt x="51318" y="54378"/>
                  <a:pt x="45047" y="60649"/>
                  <a:pt x="37322" y="60649"/>
                </a:cubicBezTo>
                <a:cubicBezTo>
                  <a:pt x="29598" y="60649"/>
                  <a:pt x="23327" y="54378"/>
                  <a:pt x="23327" y="46653"/>
                </a:cubicBezTo>
                <a:cubicBezTo>
                  <a:pt x="23327" y="38929"/>
                  <a:pt x="29598" y="32657"/>
                  <a:pt x="37322" y="32657"/>
                </a:cubicBezTo>
                <a:close/>
                <a:moveTo>
                  <a:pt x="79310" y="65314"/>
                </a:moveTo>
                <a:cubicBezTo>
                  <a:pt x="81759" y="65314"/>
                  <a:pt x="84005" y="66597"/>
                  <a:pt x="85288" y="68667"/>
                </a:cubicBezTo>
                <a:lnTo>
                  <a:pt x="110947" y="110655"/>
                </a:lnTo>
                <a:cubicBezTo>
                  <a:pt x="112259" y="112813"/>
                  <a:pt x="112317" y="115525"/>
                  <a:pt x="111093" y="117741"/>
                </a:cubicBezTo>
                <a:cubicBezTo>
                  <a:pt x="109868" y="119957"/>
                  <a:pt x="107506" y="121298"/>
                  <a:pt x="104969" y="121298"/>
                </a:cubicBezTo>
                <a:lnTo>
                  <a:pt x="25659" y="121298"/>
                </a:lnTo>
                <a:cubicBezTo>
                  <a:pt x="23064" y="121298"/>
                  <a:pt x="20644" y="119840"/>
                  <a:pt x="19448" y="117537"/>
                </a:cubicBezTo>
                <a:cubicBezTo>
                  <a:pt x="18253" y="115233"/>
                  <a:pt x="18428" y="112434"/>
                  <a:pt x="19915" y="110305"/>
                </a:cubicBezTo>
                <a:lnTo>
                  <a:pt x="36244" y="86979"/>
                </a:lnTo>
                <a:cubicBezTo>
                  <a:pt x="37556" y="85113"/>
                  <a:pt x="39684" y="84005"/>
                  <a:pt x="41988" y="84005"/>
                </a:cubicBezTo>
                <a:cubicBezTo>
                  <a:pt x="44291" y="84005"/>
                  <a:pt x="46420" y="85113"/>
                  <a:pt x="47732" y="86979"/>
                </a:cubicBezTo>
                <a:lnTo>
                  <a:pt x="55430" y="98001"/>
                </a:lnTo>
                <a:lnTo>
                  <a:pt x="73333" y="68697"/>
                </a:lnTo>
                <a:cubicBezTo>
                  <a:pt x="74616" y="66626"/>
                  <a:pt x="76861" y="65343"/>
                  <a:pt x="79310" y="65343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83" name="Text 81"/>
          <p:cNvSpPr/>
          <p:nvPr/>
        </p:nvSpPr>
        <p:spPr>
          <a:xfrm>
            <a:off x="10295697" y="4871041"/>
            <a:ext cx="207347" cy="132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4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401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6277544" y="5681883"/>
            <a:ext cx="2693667" cy="1507643"/>
          </a:xfrm>
          <a:custGeom>
            <a:avLst/>
            <a:gdLst/>
            <a:ahLst/>
            <a:cxnLst/>
            <a:rect l="l" t="t" r="r" b="b"/>
            <a:pathLst>
              <a:path w="2693667" h="1507643">
                <a:moveTo>
                  <a:pt x="66351" y="0"/>
                </a:moveTo>
                <a:lnTo>
                  <a:pt x="2627316" y="0"/>
                </a:lnTo>
                <a:cubicBezTo>
                  <a:pt x="2663961" y="0"/>
                  <a:pt x="2693667" y="29707"/>
                  <a:pt x="2693667" y="66351"/>
                </a:cubicBezTo>
                <a:lnTo>
                  <a:pt x="2693667" y="1441291"/>
                </a:lnTo>
                <a:cubicBezTo>
                  <a:pt x="2693667" y="1477936"/>
                  <a:pt x="2663961" y="1507643"/>
                  <a:pt x="2627316" y="1507643"/>
                </a:cubicBezTo>
                <a:lnTo>
                  <a:pt x="66351" y="1507643"/>
                </a:lnTo>
                <a:cubicBezTo>
                  <a:pt x="29707" y="1507643"/>
                  <a:pt x="0" y="1477936"/>
                  <a:pt x="0" y="1441291"/>
                </a:cubicBezTo>
                <a:lnTo>
                  <a:pt x="0" y="66351"/>
                </a:lnTo>
                <a:cubicBezTo>
                  <a:pt x="0" y="29731"/>
                  <a:pt x="29731" y="0"/>
                  <a:pt x="66351" y="0"/>
                </a:cubicBezTo>
                <a:close/>
              </a:path>
            </a:pathLst>
          </a:custGeom>
          <a:solidFill>
            <a:srgbClr val="0F172A"/>
          </a:solidFill>
          <a:ln w="22578">
            <a:solidFill>
              <a:srgbClr val="475569"/>
            </a:solidFill>
            <a:prstDash val="dash"/>
          </a:ln>
        </p:spPr>
      </p:sp>
      <p:sp>
        <p:nvSpPr>
          <p:cNvPr id="85" name="Shape 83"/>
          <p:cNvSpPr/>
          <p:nvPr/>
        </p:nvSpPr>
        <p:spPr>
          <a:xfrm>
            <a:off x="7561597" y="6278927"/>
            <a:ext cx="130629" cy="149290"/>
          </a:xfrm>
          <a:custGeom>
            <a:avLst/>
            <a:gdLst/>
            <a:ahLst/>
            <a:cxnLst/>
            <a:rect l="l" t="t" r="r" b="b"/>
            <a:pathLst>
              <a:path w="130629" h="149290">
                <a:moveTo>
                  <a:pt x="18661" y="9331"/>
                </a:moveTo>
                <a:cubicBezTo>
                  <a:pt x="8368" y="9331"/>
                  <a:pt x="0" y="17699"/>
                  <a:pt x="0" y="27992"/>
                </a:cubicBezTo>
                <a:lnTo>
                  <a:pt x="0" y="121298"/>
                </a:lnTo>
                <a:cubicBezTo>
                  <a:pt x="0" y="131591"/>
                  <a:pt x="8368" y="139959"/>
                  <a:pt x="18661" y="139959"/>
                </a:cubicBezTo>
                <a:lnTo>
                  <a:pt x="111967" y="139959"/>
                </a:lnTo>
                <a:cubicBezTo>
                  <a:pt x="122260" y="139959"/>
                  <a:pt x="130629" y="131591"/>
                  <a:pt x="130629" y="121298"/>
                </a:cubicBezTo>
                <a:lnTo>
                  <a:pt x="130629" y="27992"/>
                </a:lnTo>
                <a:cubicBezTo>
                  <a:pt x="130629" y="17699"/>
                  <a:pt x="122260" y="9331"/>
                  <a:pt x="111967" y="9331"/>
                </a:cubicBezTo>
                <a:lnTo>
                  <a:pt x="18661" y="9331"/>
                </a:lnTo>
                <a:close/>
                <a:moveTo>
                  <a:pt x="37322" y="32657"/>
                </a:moveTo>
                <a:cubicBezTo>
                  <a:pt x="45047" y="32657"/>
                  <a:pt x="51318" y="38929"/>
                  <a:pt x="51318" y="46653"/>
                </a:cubicBezTo>
                <a:cubicBezTo>
                  <a:pt x="51318" y="54378"/>
                  <a:pt x="45047" y="60649"/>
                  <a:pt x="37322" y="60649"/>
                </a:cubicBezTo>
                <a:cubicBezTo>
                  <a:pt x="29598" y="60649"/>
                  <a:pt x="23327" y="54378"/>
                  <a:pt x="23327" y="46653"/>
                </a:cubicBezTo>
                <a:cubicBezTo>
                  <a:pt x="23327" y="38929"/>
                  <a:pt x="29598" y="32657"/>
                  <a:pt x="37322" y="32657"/>
                </a:cubicBezTo>
                <a:close/>
                <a:moveTo>
                  <a:pt x="79310" y="65314"/>
                </a:moveTo>
                <a:cubicBezTo>
                  <a:pt x="81759" y="65314"/>
                  <a:pt x="84005" y="66597"/>
                  <a:pt x="85288" y="68667"/>
                </a:cubicBezTo>
                <a:lnTo>
                  <a:pt x="110947" y="110655"/>
                </a:lnTo>
                <a:cubicBezTo>
                  <a:pt x="112259" y="112813"/>
                  <a:pt x="112317" y="115525"/>
                  <a:pt x="111093" y="117741"/>
                </a:cubicBezTo>
                <a:cubicBezTo>
                  <a:pt x="109868" y="119957"/>
                  <a:pt x="107506" y="121298"/>
                  <a:pt x="104969" y="121298"/>
                </a:cubicBezTo>
                <a:lnTo>
                  <a:pt x="25659" y="121298"/>
                </a:lnTo>
                <a:cubicBezTo>
                  <a:pt x="23064" y="121298"/>
                  <a:pt x="20644" y="119840"/>
                  <a:pt x="19448" y="117537"/>
                </a:cubicBezTo>
                <a:cubicBezTo>
                  <a:pt x="18253" y="115233"/>
                  <a:pt x="18428" y="112434"/>
                  <a:pt x="19915" y="110305"/>
                </a:cubicBezTo>
                <a:lnTo>
                  <a:pt x="36244" y="86979"/>
                </a:lnTo>
                <a:cubicBezTo>
                  <a:pt x="37556" y="85113"/>
                  <a:pt x="39684" y="84005"/>
                  <a:pt x="41988" y="84005"/>
                </a:cubicBezTo>
                <a:cubicBezTo>
                  <a:pt x="44291" y="84005"/>
                  <a:pt x="46420" y="85113"/>
                  <a:pt x="47732" y="86979"/>
                </a:cubicBezTo>
                <a:lnTo>
                  <a:pt x="55430" y="98001"/>
                </a:lnTo>
                <a:lnTo>
                  <a:pt x="73333" y="68697"/>
                </a:lnTo>
                <a:cubicBezTo>
                  <a:pt x="74616" y="66626"/>
                  <a:pt x="76861" y="65343"/>
                  <a:pt x="79310" y="65343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86" name="Text 84"/>
          <p:cNvSpPr/>
          <p:nvPr/>
        </p:nvSpPr>
        <p:spPr>
          <a:xfrm>
            <a:off x="7510222" y="6461392"/>
            <a:ext cx="232229" cy="132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4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403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9053228" y="5681883"/>
            <a:ext cx="2693667" cy="1507643"/>
          </a:xfrm>
          <a:custGeom>
            <a:avLst/>
            <a:gdLst/>
            <a:ahLst/>
            <a:cxnLst/>
            <a:rect l="l" t="t" r="r" b="b"/>
            <a:pathLst>
              <a:path w="2693667" h="1507643">
                <a:moveTo>
                  <a:pt x="66351" y="0"/>
                </a:moveTo>
                <a:lnTo>
                  <a:pt x="2627316" y="0"/>
                </a:lnTo>
                <a:cubicBezTo>
                  <a:pt x="2663961" y="0"/>
                  <a:pt x="2693667" y="29707"/>
                  <a:pt x="2693667" y="66351"/>
                </a:cubicBezTo>
                <a:lnTo>
                  <a:pt x="2693667" y="1441291"/>
                </a:lnTo>
                <a:cubicBezTo>
                  <a:pt x="2693667" y="1477936"/>
                  <a:pt x="2663961" y="1507643"/>
                  <a:pt x="2627316" y="1507643"/>
                </a:cubicBezTo>
                <a:lnTo>
                  <a:pt x="66351" y="1507643"/>
                </a:lnTo>
                <a:cubicBezTo>
                  <a:pt x="29707" y="1507643"/>
                  <a:pt x="0" y="1477936"/>
                  <a:pt x="0" y="1441291"/>
                </a:cubicBezTo>
                <a:lnTo>
                  <a:pt x="0" y="66351"/>
                </a:lnTo>
                <a:cubicBezTo>
                  <a:pt x="0" y="29731"/>
                  <a:pt x="29731" y="0"/>
                  <a:pt x="66351" y="0"/>
                </a:cubicBezTo>
                <a:close/>
              </a:path>
            </a:pathLst>
          </a:custGeom>
          <a:solidFill>
            <a:srgbClr val="0F172A"/>
          </a:solidFill>
          <a:ln w="22578">
            <a:solidFill>
              <a:srgbClr val="475569"/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>
            <a:off x="10337282" y="6278927"/>
            <a:ext cx="130629" cy="149290"/>
          </a:xfrm>
          <a:custGeom>
            <a:avLst/>
            <a:gdLst/>
            <a:ahLst/>
            <a:cxnLst/>
            <a:rect l="l" t="t" r="r" b="b"/>
            <a:pathLst>
              <a:path w="130629" h="149290">
                <a:moveTo>
                  <a:pt x="18661" y="9331"/>
                </a:moveTo>
                <a:cubicBezTo>
                  <a:pt x="8368" y="9331"/>
                  <a:pt x="0" y="17699"/>
                  <a:pt x="0" y="27992"/>
                </a:cubicBezTo>
                <a:lnTo>
                  <a:pt x="0" y="121298"/>
                </a:lnTo>
                <a:cubicBezTo>
                  <a:pt x="0" y="131591"/>
                  <a:pt x="8368" y="139959"/>
                  <a:pt x="18661" y="139959"/>
                </a:cubicBezTo>
                <a:lnTo>
                  <a:pt x="111967" y="139959"/>
                </a:lnTo>
                <a:cubicBezTo>
                  <a:pt x="122260" y="139959"/>
                  <a:pt x="130629" y="131591"/>
                  <a:pt x="130629" y="121298"/>
                </a:cubicBezTo>
                <a:lnTo>
                  <a:pt x="130629" y="27992"/>
                </a:lnTo>
                <a:cubicBezTo>
                  <a:pt x="130629" y="17699"/>
                  <a:pt x="122260" y="9331"/>
                  <a:pt x="111967" y="9331"/>
                </a:cubicBezTo>
                <a:lnTo>
                  <a:pt x="18661" y="9331"/>
                </a:lnTo>
                <a:close/>
                <a:moveTo>
                  <a:pt x="37322" y="32657"/>
                </a:moveTo>
                <a:cubicBezTo>
                  <a:pt x="45047" y="32657"/>
                  <a:pt x="51318" y="38929"/>
                  <a:pt x="51318" y="46653"/>
                </a:cubicBezTo>
                <a:cubicBezTo>
                  <a:pt x="51318" y="54378"/>
                  <a:pt x="45047" y="60649"/>
                  <a:pt x="37322" y="60649"/>
                </a:cubicBezTo>
                <a:cubicBezTo>
                  <a:pt x="29598" y="60649"/>
                  <a:pt x="23327" y="54378"/>
                  <a:pt x="23327" y="46653"/>
                </a:cubicBezTo>
                <a:cubicBezTo>
                  <a:pt x="23327" y="38929"/>
                  <a:pt x="29598" y="32657"/>
                  <a:pt x="37322" y="32657"/>
                </a:cubicBezTo>
                <a:close/>
                <a:moveTo>
                  <a:pt x="79310" y="65314"/>
                </a:moveTo>
                <a:cubicBezTo>
                  <a:pt x="81759" y="65314"/>
                  <a:pt x="84005" y="66597"/>
                  <a:pt x="85288" y="68667"/>
                </a:cubicBezTo>
                <a:lnTo>
                  <a:pt x="110947" y="110655"/>
                </a:lnTo>
                <a:cubicBezTo>
                  <a:pt x="112259" y="112813"/>
                  <a:pt x="112317" y="115525"/>
                  <a:pt x="111093" y="117741"/>
                </a:cubicBezTo>
                <a:cubicBezTo>
                  <a:pt x="109868" y="119957"/>
                  <a:pt x="107506" y="121298"/>
                  <a:pt x="104969" y="121298"/>
                </a:cubicBezTo>
                <a:lnTo>
                  <a:pt x="25659" y="121298"/>
                </a:lnTo>
                <a:cubicBezTo>
                  <a:pt x="23064" y="121298"/>
                  <a:pt x="20644" y="119840"/>
                  <a:pt x="19448" y="117537"/>
                </a:cubicBezTo>
                <a:cubicBezTo>
                  <a:pt x="18253" y="115233"/>
                  <a:pt x="18428" y="112434"/>
                  <a:pt x="19915" y="110305"/>
                </a:cubicBezTo>
                <a:lnTo>
                  <a:pt x="36244" y="86979"/>
                </a:lnTo>
                <a:cubicBezTo>
                  <a:pt x="37556" y="85113"/>
                  <a:pt x="39684" y="84005"/>
                  <a:pt x="41988" y="84005"/>
                </a:cubicBezTo>
                <a:cubicBezTo>
                  <a:pt x="44291" y="84005"/>
                  <a:pt x="46420" y="85113"/>
                  <a:pt x="47732" y="86979"/>
                </a:cubicBezTo>
                <a:lnTo>
                  <a:pt x="55430" y="98001"/>
                </a:lnTo>
                <a:lnTo>
                  <a:pt x="73333" y="68697"/>
                </a:lnTo>
                <a:cubicBezTo>
                  <a:pt x="74616" y="66626"/>
                  <a:pt x="76861" y="65343"/>
                  <a:pt x="79310" y="65343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89" name="Text 87"/>
          <p:cNvSpPr/>
          <p:nvPr/>
        </p:nvSpPr>
        <p:spPr>
          <a:xfrm>
            <a:off x="10285215" y="6461392"/>
            <a:ext cx="232229" cy="132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4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285750"/>
                </a:lnTo>
                <a:cubicBezTo>
                  <a:pt x="38100" y="296264"/>
                  <a:pt x="29564" y="304800"/>
                  <a:pt x="19050" y="304800"/>
                </a:cubicBezTo>
                <a:lnTo>
                  <a:pt x="19050" y="304800"/>
                </a:lnTo>
                <a:cubicBezTo>
                  <a:pt x="8536" y="304800"/>
                  <a:pt x="0" y="296264"/>
                  <a:pt x="0" y="285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/>
              </a:gs>
              <a:gs pos="0">
                <a:srgbClr val="FFFFFF"/>
              </a:gs>
              <a:gs pos="100000">
                <a:srgbClr val="3B82F6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33400" y="381000"/>
            <a:ext cx="56864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Estado de Entregables — Sprint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Todos los módulos completados y probados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233" y="1223433"/>
            <a:ext cx="11419417" cy="4275667"/>
          </a:xfrm>
          <a:custGeom>
            <a:avLst/>
            <a:gdLst/>
            <a:ahLst/>
            <a:cxnLst/>
            <a:rect l="l" t="t" r="r" b="b"/>
            <a:pathLst>
              <a:path w="11419417" h="4275667">
                <a:moveTo>
                  <a:pt x="114289" y="0"/>
                </a:moveTo>
                <a:lnTo>
                  <a:pt x="11305128" y="0"/>
                </a:lnTo>
                <a:cubicBezTo>
                  <a:pt x="11368248" y="0"/>
                  <a:pt x="11419417" y="51169"/>
                  <a:pt x="11419417" y="114289"/>
                </a:cubicBezTo>
                <a:lnTo>
                  <a:pt x="11419417" y="4161378"/>
                </a:lnTo>
                <a:cubicBezTo>
                  <a:pt x="11419417" y="4224498"/>
                  <a:pt x="11368248" y="4275667"/>
                  <a:pt x="11305128" y="4275667"/>
                </a:cubicBezTo>
                <a:lnTo>
                  <a:pt x="114289" y="4275667"/>
                </a:lnTo>
                <a:cubicBezTo>
                  <a:pt x="51169" y="4275667"/>
                  <a:pt x="0" y="4224498"/>
                  <a:pt x="0" y="4161378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1867" y="1380065"/>
          <a:ext cx="11106150" cy="3505200"/>
        </p:xfrm>
        <a:graphic>
          <a:graphicData uri="http://schemas.openxmlformats.org/drawingml/2006/table">
            <a:tbl>
              <a:tblPr/>
              <a:tblGrid>
                <a:gridCol w="3007321"/>
                <a:gridCol w="1056369"/>
                <a:gridCol w="2046120"/>
                <a:gridCol w="2350659"/>
                <a:gridCol w="2645681"/>
              </a:tblGrid>
              <a:tr h="350520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Módulo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Dev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Base de Datos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Estado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Prueba Realizada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Auth Service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Dev 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3B82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auth_db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COMPLETADO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Login + Roles + JWT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Inventory Service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Dev 2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0B98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inventory_db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COMPLETADO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Carga + Errores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Catalog Service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Dev 3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8B5C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catalog_db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COMPLETADO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CRUD Books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Frontend Admin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Dev 4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474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COMPLETADO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Panel + Estados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Frontend Comercial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Dev 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474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COMPLETADO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Catálogo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AI Enrichment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Dev 6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C489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enrichment_db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COMPLETADO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Mock /enrich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Data Quality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Dev 7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F444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quality_db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COMPLETADO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Errores por lote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Config Service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Dev 8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84CC1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config_db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COMPLETADO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Parámetros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BFF/API Gateway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Dev 8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474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COMPLETADO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Routing + Seguridad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85233" y="5664204"/>
            <a:ext cx="2732617" cy="808567"/>
          </a:xfrm>
          <a:custGeom>
            <a:avLst/>
            <a:gdLst/>
            <a:ahLst/>
            <a:cxnLst/>
            <a:rect l="l" t="t" r="r" b="b"/>
            <a:pathLst>
              <a:path w="2732617" h="808567">
                <a:moveTo>
                  <a:pt x="114299" y="0"/>
                </a:moveTo>
                <a:lnTo>
                  <a:pt x="2618318" y="0"/>
                </a:lnTo>
                <a:cubicBezTo>
                  <a:pt x="2681443" y="0"/>
                  <a:pt x="2732617" y="51173"/>
                  <a:pt x="2732617" y="114299"/>
                </a:cubicBezTo>
                <a:lnTo>
                  <a:pt x="2732617" y="694268"/>
                </a:lnTo>
                <a:cubicBezTo>
                  <a:pt x="2732617" y="757393"/>
                  <a:pt x="2681443" y="808567"/>
                  <a:pt x="2618318" y="808567"/>
                </a:cubicBezTo>
                <a:lnTo>
                  <a:pt x="114299" y="808567"/>
                </a:lnTo>
                <a:cubicBezTo>
                  <a:pt x="51173" y="808567"/>
                  <a:pt x="0" y="757393"/>
                  <a:pt x="0" y="694268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2329" y="5782735"/>
            <a:ext cx="26384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70429" y="6163735"/>
            <a:ext cx="2562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Módulos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80833" y="5664204"/>
            <a:ext cx="2732617" cy="808567"/>
          </a:xfrm>
          <a:custGeom>
            <a:avLst/>
            <a:gdLst/>
            <a:ahLst/>
            <a:cxnLst/>
            <a:rect l="l" t="t" r="r" b="b"/>
            <a:pathLst>
              <a:path w="2732617" h="808567">
                <a:moveTo>
                  <a:pt x="114299" y="0"/>
                </a:moveTo>
                <a:lnTo>
                  <a:pt x="2618318" y="0"/>
                </a:lnTo>
                <a:cubicBezTo>
                  <a:pt x="2681443" y="0"/>
                  <a:pt x="2732617" y="51173"/>
                  <a:pt x="2732617" y="114299"/>
                </a:cubicBezTo>
                <a:lnTo>
                  <a:pt x="2732617" y="694268"/>
                </a:lnTo>
                <a:cubicBezTo>
                  <a:pt x="2732617" y="757393"/>
                  <a:pt x="2681443" y="808567"/>
                  <a:pt x="2618318" y="808567"/>
                </a:cubicBezTo>
                <a:lnTo>
                  <a:pt x="114299" y="808567"/>
                </a:lnTo>
                <a:cubicBezTo>
                  <a:pt x="51173" y="808567"/>
                  <a:pt x="0" y="757393"/>
                  <a:pt x="0" y="694268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27929" y="5782735"/>
            <a:ext cx="26384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366029" y="6163735"/>
            <a:ext cx="2562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Bases de Datos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176433" y="5664204"/>
            <a:ext cx="2732617" cy="808567"/>
          </a:xfrm>
          <a:custGeom>
            <a:avLst/>
            <a:gdLst/>
            <a:ahLst/>
            <a:cxnLst/>
            <a:rect l="l" t="t" r="r" b="b"/>
            <a:pathLst>
              <a:path w="2732617" h="808567">
                <a:moveTo>
                  <a:pt x="114299" y="0"/>
                </a:moveTo>
                <a:lnTo>
                  <a:pt x="2618318" y="0"/>
                </a:lnTo>
                <a:cubicBezTo>
                  <a:pt x="2681443" y="0"/>
                  <a:pt x="2732617" y="51173"/>
                  <a:pt x="2732617" y="114299"/>
                </a:cubicBezTo>
                <a:lnTo>
                  <a:pt x="2732617" y="694268"/>
                </a:lnTo>
                <a:cubicBezTo>
                  <a:pt x="2732617" y="757393"/>
                  <a:pt x="2681443" y="808567"/>
                  <a:pt x="2618318" y="808567"/>
                </a:cubicBezTo>
                <a:lnTo>
                  <a:pt x="114299" y="808567"/>
                </a:lnTo>
                <a:cubicBezTo>
                  <a:pt x="51173" y="808567"/>
                  <a:pt x="0" y="757393"/>
                  <a:pt x="0" y="694268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23529" y="5782735"/>
            <a:ext cx="26384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8B5C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261629" y="6163735"/>
            <a:ext cx="2562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Frontends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072033" y="5664204"/>
            <a:ext cx="2732617" cy="808567"/>
          </a:xfrm>
          <a:custGeom>
            <a:avLst/>
            <a:gdLst/>
            <a:ahLst/>
            <a:cxnLst/>
            <a:rect l="l" t="t" r="r" b="b"/>
            <a:pathLst>
              <a:path w="2732617" h="808567">
                <a:moveTo>
                  <a:pt x="114299" y="0"/>
                </a:moveTo>
                <a:lnTo>
                  <a:pt x="2618318" y="0"/>
                </a:lnTo>
                <a:cubicBezTo>
                  <a:pt x="2681443" y="0"/>
                  <a:pt x="2732617" y="51173"/>
                  <a:pt x="2732617" y="114299"/>
                </a:cubicBezTo>
                <a:lnTo>
                  <a:pt x="2732617" y="694268"/>
                </a:lnTo>
                <a:cubicBezTo>
                  <a:pt x="2732617" y="757393"/>
                  <a:pt x="2681443" y="808567"/>
                  <a:pt x="2618318" y="808567"/>
                </a:cubicBezTo>
                <a:lnTo>
                  <a:pt x="114299" y="808567"/>
                </a:lnTo>
                <a:cubicBezTo>
                  <a:pt x="51173" y="808567"/>
                  <a:pt x="0" y="757393"/>
                  <a:pt x="0" y="694268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19129" y="5782735"/>
            <a:ext cx="26384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157229" y="6163735"/>
            <a:ext cx="2562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Completado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285750"/>
                </a:lnTo>
                <a:cubicBezTo>
                  <a:pt x="38100" y="296264"/>
                  <a:pt x="29564" y="304800"/>
                  <a:pt x="19050" y="304800"/>
                </a:cubicBezTo>
                <a:lnTo>
                  <a:pt x="19050" y="304800"/>
                </a:lnTo>
                <a:cubicBezTo>
                  <a:pt x="8536" y="304800"/>
                  <a:pt x="0" y="296264"/>
                  <a:pt x="0" y="285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/>
              </a:gs>
              <a:gs pos="0">
                <a:srgbClr val="FFFFFF"/>
              </a:gs>
              <a:gs pos="100000">
                <a:srgbClr val="10B981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33400" y="381000"/>
            <a:ext cx="6124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Secuencia de Demostración en Vivo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flujo demostrable paso a paso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233" y="1223433"/>
            <a:ext cx="11419417" cy="4904317"/>
          </a:xfrm>
          <a:custGeom>
            <a:avLst/>
            <a:gdLst/>
            <a:ahLst/>
            <a:cxnLst/>
            <a:rect l="l" t="t" r="r" b="b"/>
            <a:pathLst>
              <a:path w="11419417" h="4904317">
                <a:moveTo>
                  <a:pt x="114320" y="0"/>
                </a:moveTo>
                <a:lnTo>
                  <a:pt x="11305097" y="0"/>
                </a:lnTo>
                <a:cubicBezTo>
                  <a:pt x="11368234" y="0"/>
                  <a:pt x="11419417" y="51183"/>
                  <a:pt x="11419417" y="114320"/>
                </a:cubicBezTo>
                <a:lnTo>
                  <a:pt x="11419417" y="4789997"/>
                </a:lnTo>
                <a:cubicBezTo>
                  <a:pt x="11419417" y="4853134"/>
                  <a:pt x="11368234" y="4904317"/>
                  <a:pt x="11305097" y="4904317"/>
                </a:cubicBezTo>
                <a:lnTo>
                  <a:pt x="114320" y="4904317"/>
                </a:lnTo>
                <a:cubicBezTo>
                  <a:pt x="51183" y="4904317"/>
                  <a:pt x="0" y="4853134"/>
                  <a:pt x="0" y="4789997"/>
                </a:cubicBezTo>
                <a:lnTo>
                  <a:pt x="0" y="114320"/>
                </a:lnTo>
                <a:cubicBezTo>
                  <a:pt x="0" y="51183"/>
                  <a:pt x="51183" y="0"/>
                  <a:pt x="114320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8800" y="1380065"/>
            <a:ext cx="2112433" cy="914400"/>
          </a:xfrm>
          <a:custGeom>
            <a:avLst/>
            <a:gdLst/>
            <a:ahLst/>
            <a:cxnLst/>
            <a:rect l="l" t="t" r="r" b="b"/>
            <a:pathLst>
              <a:path w="2112433" h="914400">
                <a:moveTo>
                  <a:pt x="33867" y="0"/>
                </a:moveTo>
                <a:lnTo>
                  <a:pt x="1998133" y="0"/>
                </a:lnTo>
                <a:cubicBezTo>
                  <a:pt x="2061217" y="0"/>
                  <a:pt x="2112433" y="51216"/>
                  <a:pt x="2112433" y="114300"/>
                </a:cubicBezTo>
                <a:lnTo>
                  <a:pt x="2112433" y="800100"/>
                </a:lnTo>
                <a:cubicBezTo>
                  <a:pt x="2112433" y="863184"/>
                  <a:pt x="2061217" y="914400"/>
                  <a:pt x="1998133" y="914400"/>
                </a:cubicBez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7" name="Shape 5"/>
          <p:cNvSpPr/>
          <p:nvPr/>
        </p:nvSpPr>
        <p:spPr>
          <a:xfrm>
            <a:off x="558800" y="1380065"/>
            <a:ext cx="33867" cy="914400"/>
          </a:xfrm>
          <a:custGeom>
            <a:avLst/>
            <a:gdLst/>
            <a:ahLst/>
            <a:cxnLst/>
            <a:rect l="l" t="t" r="r" b="b"/>
            <a:pathLst>
              <a:path w="33867" h="914400">
                <a:moveTo>
                  <a:pt x="33867" y="0"/>
                </a:moveTo>
                <a:lnTo>
                  <a:pt x="33867" y="0"/>
                </a:lnTo>
                <a:lnTo>
                  <a:pt x="33867" y="914400"/>
                </a:ln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690033" y="149436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816107" y="1551515"/>
            <a:ext cx="123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1033" y="1551515"/>
            <a:ext cx="409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0033" y="1875365"/>
            <a:ext cx="1924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Usuario ADMIN hace login → recibe JWT con claim de rol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803260" y="1380065"/>
            <a:ext cx="2112433" cy="914400"/>
          </a:xfrm>
          <a:custGeom>
            <a:avLst/>
            <a:gdLst/>
            <a:ahLst/>
            <a:cxnLst/>
            <a:rect l="l" t="t" r="r" b="b"/>
            <a:pathLst>
              <a:path w="2112433" h="914400">
                <a:moveTo>
                  <a:pt x="33867" y="0"/>
                </a:moveTo>
                <a:lnTo>
                  <a:pt x="1998133" y="0"/>
                </a:lnTo>
                <a:cubicBezTo>
                  <a:pt x="2061217" y="0"/>
                  <a:pt x="2112433" y="51216"/>
                  <a:pt x="2112433" y="114300"/>
                </a:cubicBezTo>
                <a:lnTo>
                  <a:pt x="2112433" y="800100"/>
                </a:lnTo>
                <a:cubicBezTo>
                  <a:pt x="2112433" y="863184"/>
                  <a:pt x="2061217" y="914400"/>
                  <a:pt x="1998133" y="914400"/>
                </a:cubicBez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3" name="Shape 11"/>
          <p:cNvSpPr/>
          <p:nvPr/>
        </p:nvSpPr>
        <p:spPr>
          <a:xfrm>
            <a:off x="2803260" y="1380065"/>
            <a:ext cx="33867" cy="914400"/>
          </a:xfrm>
          <a:custGeom>
            <a:avLst/>
            <a:gdLst/>
            <a:ahLst/>
            <a:cxnLst/>
            <a:rect l="l" t="t" r="r" b="b"/>
            <a:pathLst>
              <a:path w="33867" h="914400">
                <a:moveTo>
                  <a:pt x="33867" y="0"/>
                </a:moveTo>
                <a:lnTo>
                  <a:pt x="33867" y="0"/>
                </a:lnTo>
                <a:lnTo>
                  <a:pt x="33867" y="914400"/>
                </a:ln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2934494" y="149436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3049323" y="1551515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15494" y="1551515"/>
            <a:ext cx="92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401 Sin Token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934494" y="1875365"/>
            <a:ext cx="1924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 token → Gateway responde 401 Unauthorized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47721" y="1380065"/>
            <a:ext cx="2112433" cy="914400"/>
          </a:xfrm>
          <a:custGeom>
            <a:avLst/>
            <a:gdLst/>
            <a:ahLst/>
            <a:cxnLst/>
            <a:rect l="l" t="t" r="r" b="b"/>
            <a:pathLst>
              <a:path w="2112433" h="914400">
                <a:moveTo>
                  <a:pt x="33867" y="0"/>
                </a:moveTo>
                <a:lnTo>
                  <a:pt x="1998133" y="0"/>
                </a:lnTo>
                <a:cubicBezTo>
                  <a:pt x="2061217" y="0"/>
                  <a:pt x="2112433" y="51216"/>
                  <a:pt x="2112433" y="114300"/>
                </a:cubicBezTo>
                <a:lnTo>
                  <a:pt x="2112433" y="800100"/>
                </a:lnTo>
                <a:cubicBezTo>
                  <a:pt x="2112433" y="863184"/>
                  <a:pt x="2061217" y="914400"/>
                  <a:pt x="1998133" y="914400"/>
                </a:cubicBez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9" name="Shape 17"/>
          <p:cNvSpPr/>
          <p:nvPr/>
        </p:nvSpPr>
        <p:spPr>
          <a:xfrm>
            <a:off x="5047721" y="1380065"/>
            <a:ext cx="33867" cy="914400"/>
          </a:xfrm>
          <a:custGeom>
            <a:avLst/>
            <a:gdLst/>
            <a:ahLst/>
            <a:cxnLst/>
            <a:rect l="l" t="t" r="r" b="b"/>
            <a:pathLst>
              <a:path w="33867" h="914400">
                <a:moveTo>
                  <a:pt x="33867" y="0"/>
                </a:moveTo>
                <a:lnTo>
                  <a:pt x="33867" y="0"/>
                </a:lnTo>
                <a:lnTo>
                  <a:pt x="33867" y="914400"/>
                </a:ln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5178954" y="149436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292064" y="1551515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59954" y="1551515"/>
            <a:ext cx="120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403 Rol Incorrecto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78954" y="1875365"/>
            <a:ext cx="1924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Token CUSTOMER en ruta ADMIN → Gateway 403 Forbidden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292314" y="1380065"/>
            <a:ext cx="2112433" cy="914400"/>
          </a:xfrm>
          <a:custGeom>
            <a:avLst/>
            <a:gdLst/>
            <a:ahLst/>
            <a:cxnLst/>
            <a:rect l="l" t="t" r="r" b="b"/>
            <a:pathLst>
              <a:path w="2112433" h="914400">
                <a:moveTo>
                  <a:pt x="33867" y="0"/>
                </a:moveTo>
                <a:lnTo>
                  <a:pt x="1998133" y="0"/>
                </a:lnTo>
                <a:cubicBezTo>
                  <a:pt x="2061217" y="0"/>
                  <a:pt x="2112433" y="51216"/>
                  <a:pt x="2112433" y="114300"/>
                </a:cubicBezTo>
                <a:lnTo>
                  <a:pt x="2112433" y="800100"/>
                </a:lnTo>
                <a:cubicBezTo>
                  <a:pt x="2112433" y="863184"/>
                  <a:pt x="2061217" y="914400"/>
                  <a:pt x="1998133" y="914400"/>
                </a:cubicBez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5" name="Shape 23"/>
          <p:cNvSpPr/>
          <p:nvPr/>
        </p:nvSpPr>
        <p:spPr>
          <a:xfrm>
            <a:off x="7292314" y="1380065"/>
            <a:ext cx="33867" cy="914400"/>
          </a:xfrm>
          <a:custGeom>
            <a:avLst/>
            <a:gdLst/>
            <a:ahLst/>
            <a:cxnLst/>
            <a:rect l="l" t="t" r="r" b="b"/>
            <a:pathLst>
              <a:path w="33867" h="914400">
                <a:moveTo>
                  <a:pt x="33867" y="0"/>
                </a:moveTo>
                <a:lnTo>
                  <a:pt x="33867" y="0"/>
                </a:lnTo>
                <a:lnTo>
                  <a:pt x="33867" y="914400"/>
                </a:ln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7423547" y="149436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7536789" y="1551515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804547" y="1551515"/>
            <a:ext cx="533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 OK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23547" y="1875365"/>
            <a:ext cx="1924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Token ADMIN → Gateway deja pasar → 200 OK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536774" y="1380065"/>
            <a:ext cx="2112433" cy="914400"/>
          </a:xfrm>
          <a:custGeom>
            <a:avLst/>
            <a:gdLst/>
            <a:ahLst/>
            <a:cxnLst/>
            <a:rect l="l" t="t" r="r" b="b"/>
            <a:pathLst>
              <a:path w="2112433" h="914400">
                <a:moveTo>
                  <a:pt x="33867" y="0"/>
                </a:moveTo>
                <a:lnTo>
                  <a:pt x="1998133" y="0"/>
                </a:lnTo>
                <a:cubicBezTo>
                  <a:pt x="2061217" y="0"/>
                  <a:pt x="2112433" y="51216"/>
                  <a:pt x="2112433" y="114300"/>
                </a:cubicBezTo>
                <a:lnTo>
                  <a:pt x="2112433" y="800100"/>
                </a:lnTo>
                <a:cubicBezTo>
                  <a:pt x="2112433" y="863184"/>
                  <a:pt x="2061217" y="914400"/>
                  <a:pt x="1998133" y="914400"/>
                </a:cubicBez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1" name="Shape 29"/>
          <p:cNvSpPr/>
          <p:nvPr/>
        </p:nvSpPr>
        <p:spPr>
          <a:xfrm>
            <a:off x="9536774" y="1380065"/>
            <a:ext cx="33867" cy="914400"/>
          </a:xfrm>
          <a:custGeom>
            <a:avLst/>
            <a:gdLst/>
            <a:ahLst/>
            <a:cxnLst/>
            <a:rect l="l" t="t" r="r" b="b"/>
            <a:pathLst>
              <a:path w="33867" h="914400">
                <a:moveTo>
                  <a:pt x="33867" y="0"/>
                </a:moveTo>
                <a:lnTo>
                  <a:pt x="33867" y="0"/>
                </a:lnTo>
                <a:lnTo>
                  <a:pt x="33867" y="914400"/>
                </a:ln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2" name="Shape 30"/>
          <p:cNvSpPr/>
          <p:nvPr/>
        </p:nvSpPr>
        <p:spPr>
          <a:xfrm>
            <a:off x="9668008" y="149436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9780588" y="1551515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049008" y="1551515"/>
            <a:ext cx="93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Carga Archivo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668008" y="1875365"/>
            <a:ext cx="1924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Carga de archivo de inventario → ImportBatch creado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58800" y="2408504"/>
            <a:ext cx="2112433" cy="914400"/>
          </a:xfrm>
          <a:custGeom>
            <a:avLst/>
            <a:gdLst/>
            <a:ahLst/>
            <a:cxnLst/>
            <a:rect l="l" t="t" r="r" b="b"/>
            <a:pathLst>
              <a:path w="2112433" h="914400">
                <a:moveTo>
                  <a:pt x="33867" y="0"/>
                </a:moveTo>
                <a:lnTo>
                  <a:pt x="1998133" y="0"/>
                </a:lnTo>
                <a:cubicBezTo>
                  <a:pt x="2061217" y="0"/>
                  <a:pt x="2112433" y="51216"/>
                  <a:pt x="2112433" y="114300"/>
                </a:cubicBezTo>
                <a:lnTo>
                  <a:pt x="2112433" y="800100"/>
                </a:lnTo>
                <a:cubicBezTo>
                  <a:pt x="2112433" y="863184"/>
                  <a:pt x="2061217" y="914400"/>
                  <a:pt x="1998133" y="914400"/>
                </a:cubicBez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7" name="Shape 35"/>
          <p:cNvSpPr/>
          <p:nvPr/>
        </p:nvSpPr>
        <p:spPr>
          <a:xfrm>
            <a:off x="558800" y="2408504"/>
            <a:ext cx="33867" cy="914400"/>
          </a:xfrm>
          <a:custGeom>
            <a:avLst/>
            <a:gdLst/>
            <a:ahLst/>
            <a:cxnLst/>
            <a:rect l="l" t="t" r="r" b="b"/>
            <a:pathLst>
              <a:path w="33867" h="914400">
                <a:moveTo>
                  <a:pt x="33867" y="0"/>
                </a:moveTo>
                <a:lnTo>
                  <a:pt x="33867" y="0"/>
                </a:lnTo>
                <a:lnTo>
                  <a:pt x="33867" y="914400"/>
                </a:ln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38" name="Shape 36"/>
          <p:cNvSpPr/>
          <p:nvPr/>
        </p:nvSpPr>
        <p:spPr>
          <a:xfrm>
            <a:off x="690033" y="252280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39" name="Text 37"/>
          <p:cNvSpPr/>
          <p:nvPr/>
        </p:nvSpPr>
        <p:spPr>
          <a:xfrm>
            <a:off x="802349" y="2579954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71033" y="2579954"/>
            <a:ext cx="108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Consulta Errores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90033" y="2903804"/>
            <a:ext cx="1924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Consulta de errores del lote por batch_id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2803260" y="2408504"/>
            <a:ext cx="2112433" cy="914400"/>
          </a:xfrm>
          <a:custGeom>
            <a:avLst/>
            <a:gdLst/>
            <a:ahLst/>
            <a:cxnLst/>
            <a:rect l="l" t="t" r="r" b="b"/>
            <a:pathLst>
              <a:path w="2112433" h="914400">
                <a:moveTo>
                  <a:pt x="33867" y="0"/>
                </a:moveTo>
                <a:lnTo>
                  <a:pt x="1998133" y="0"/>
                </a:lnTo>
                <a:cubicBezTo>
                  <a:pt x="2061217" y="0"/>
                  <a:pt x="2112433" y="51216"/>
                  <a:pt x="2112433" y="114300"/>
                </a:cubicBezTo>
                <a:lnTo>
                  <a:pt x="2112433" y="800100"/>
                </a:lnTo>
                <a:cubicBezTo>
                  <a:pt x="2112433" y="863184"/>
                  <a:pt x="2061217" y="914400"/>
                  <a:pt x="1998133" y="914400"/>
                </a:cubicBez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3" name="Shape 41"/>
          <p:cNvSpPr/>
          <p:nvPr/>
        </p:nvSpPr>
        <p:spPr>
          <a:xfrm>
            <a:off x="2803260" y="2408504"/>
            <a:ext cx="33867" cy="914400"/>
          </a:xfrm>
          <a:custGeom>
            <a:avLst/>
            <a:gdLst/>
            <a:ahLst/>
            <a:cxnLst/>
            <a:rect l="l" t="t" r="r" b="b"/>
            <a:pathLst>
              <a:path w="33867" h="914400">
                <a:moveTo>
                  <a:pt x="33867" y="0"/>
                </a:moveTo>
                <a:lnTo>
                  <a:pt x="33867" y="0"/>
                </a:lnTo>
                <a:lnTo>
                  <a:pt x="33867" y="914400"/>
                </a:ln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44" name="Shape 42"/>
          <p:cNvSpPr/>
          <p:nvPr/>
        </p:nvSpPr>
        <p:spPr>
          <a:xfrm>
            <a:off x="2934494" y="252280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45" name="Text 43"/>
          <p:cNvSpPr/>
          <p:nvPr/>
        </p:nvSpPr>
        <p:spPr>
          <a:xfrm>
            <a:off x="3052233" y="2579954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3315494" y="2579954"/>
            <a:ext cx="752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Crear Libro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2934494" y="2903804"/>
            <a:ext cx="1924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Creación de libro en catálogo con POST /books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047721" y="2408504"/>
            <a:ext cx="2112433" cy="914400"/>
          </a:xfrm>
          <a:custGeom>
            <a:avLst/>
            <a:gdLst/>
            <a:ahLst/>
            <a:cxnLst/>
            <a:rect l="l" t="t" r="r" b="b"/>
            <a:pathLst>
              <a:path w="2112433" h="914400">
                <a:moveTo>
                  <a:pt x="33867" y="0"/>
                </a:moveTo>
                <a:lnTo>
                  <a:pt x="1998133" y="0"/>
                </a:lnTo>
                <a:cubicBezTo>
                  <a:pt x="2061217" y="0"/>
                  <a:pt x="2112433" y="51216"/>
                  <a:pt x="2112433" y="114300"/>
                </a:cubicBezTo>
                <a:lnTo>
                  <a:pt x="2112433" y="800100"/>
                </a:lnTo>
                <a:cubicBezTo>
                  <a:pt x="2112433" y="863184"/>
                  <a:pt x="2061217" y="914400"/>
                  <a:pt x="1998133" y="914400"/>
                </a:cubicBez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9" name="Shape 47"/>
          <p:cNvSpPr/>
          <p:nvPr/>
        </p:nvSpPr>
        <p:spPr>
          <a:xfrm>
            <a:off x="5047721" y="2408504"/>
            <a:ext cx="33867" cy="914400"/>
          </a:xfrm>
          <a:custGeom>
            <a:avLst/>
            <a:gdLst/>
            <a:ahLst/>
            <a:cxnLst/>
            <a:rect l="l" t="t" r="r" b="b"/>
            <a:pathLst>
              <a:path w="33867" h="914400">
                <a:moveTo>
                  <a:pt x="33867" y="0"/>
                </a:moveTo>
                <a:lnTo>
                  <a:pt x="33867" y="0"/>
                </a:lnTo>
                <a:lnTo>
                  <a:pt x="33867" y="914400"/>
                </a:ln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50" name="Shape 48"/>
          <p:cNvSpPr/>
          <p:nvPr/>
        </p:nvSpPr>
        <p:spPr>
          <a:xfrm>
            <a:off x="5178954" y="252280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51" name="Text 49"/>
          <p:cNvSpPr/>
          <p:nvPr/>
        </p:nvSpPr>
        <p:spPr>
          <a:xfrm>
            <a:off x="5289815" y="2579954"/>
            <a:ext cx="15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559954" y="2579954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Consultar Catálogo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178954" y="2903804"/>
            <a:ext cx="1924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 /books → catálogo disponible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292314" y="2408504"/>
            <a:ext cx="2112433" cy="914400"/>
          </a:xfrm>
          <a:custGeom>
            <a:avLst/>
            <a:gdLst/>
            <a:ahLst/>
            <a:cxnLst/>
            <a:rect l="l" t="t" r="r" b="b"/>
            <a:pathLst>
              <a:path w="2112433" h="914400">
                <a:moveTo>
                  <a:pt x="33867" y="0"/>
                </a:moveTo>
                <a:lnTo>
                  <a:pt x="1998133" y="0"/>
                </a:lnTo>
                <a:cubicBezTo>
                  <a:pt x="2061217" y="0"/>
                  <a:pt x="2112433" y="51216"/>
                  <a:pt x="2112433" y="114300"/>
                </a:cubicBezTo>
                <a:lnTo>
                  <a:pt x="2112433" y="800100"/>
                </a:lnTo>
                <a:cubicBezTo>
                  <a:pt x="2112433" y="863184"/>
                  <a:pt x="2061217" y="914400"/>
                  <a:pt x="1998133" y="914400"/>
                </a:cubicBez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5" name="Shape 53"/>
          <p:cNvSpPr/>
          <p:nvPr/>
        </p:nvSpPr>
        <p:spPr>
          <a:xfrm>
            <a:off x="7292314" y="2408504"/>
            <a:ext cx="33867" cy="914400"/>
          </a:xfrm>
          <a:custGeom>
            <a:avLst/>
            <a:gdLst/>
            <a:ahLst/>
            <a:cxnLst/>
            <a:rect l="l" t="t" r="r" b="b"/>
            <a:pathLst>
              <a:path w="33867" h="914400">
                <a:moveTo>
                  <a:pt x="33867" y="0"/>
                </a:moveTo>
                <a:lnTo>
                  <a:pt x="33867" y="0"/>
                </a:lnTo>
                <a:lnTo>
                  <a:pt x="33867" y="914400"/>
                </a:ln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56" name="Shape 54"/>
          <p:cNvSpPr/>
          <p:nvPr/>
        </p:nvSpPr>
        <p:spPr>
          <a:xfrm>
            <a:off x="7423547" y="252280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57" name="Text 55"/>
          <p:cNvSpPr/>
          <p:nvPr/>
        </p:nvSpPr>
        <p:spPr>
          <a:xfrm>
            <a:off x="7536259" y="2579954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804547" y="2579954"/>
            <a:ext cx="838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Panel Admin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423547" y="2903804"/>
            <a:ext cx="1924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Panel admin muestra lote con valid/invalid rows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9536774" y="2408504"/>
            <a:ext cx="2112433" cy="914400"/>
          </a:xfrm>
          <a:custGeom>
            <a:avLst/>
            <a:gdLst/>
            <a:ahLst/>
            <a:cxnLst/>
            <a:rect l="l" t="t" r="r" b="b"/>
            <a:pathLst>
              <a:path w="2112433" h="914400">
                <a:moveTo>
                  <a:pt x="33867" y="0"/>
                </a:moveTo>
                <a:lnTo>
                  <a:pt x="1998133" y="0"/>
                </a:lnTo>
                <a:cubicBezTo>
                  <a:pt x="2061217" y="0"/>
                  <a:pt x="2112433" y="51216"/>
                  <a:pt x="2112433" y="114300"/>
                </a:cubicBezTo>
                <a:lnTo>
                  <a:pt x="2112433" y="800100"/>
                </a:lnTo>
                <a:cubicBezTo>
                  <a:pt x="2112433" y="863184"/>
                  <a:pt x="2061217" y="914400"/>
                  <a:pt x="1998133" y="914400"/>
                </a:cubicBez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61" name="Shape 59"/>
          <p:cNvSpPr/>
          <p:nvPr/>
        </p:nvSpPr>
        <p:spPr>
          <a:xfrm>
            <a:off x="9536774" y="2408504"/>
            <a:ext cx="33867" cy="914400"/>
          </a:xfrm>
          <a:custGeom>
            <a:avLst/>
            <a:gdLst/>
            <a:ahLst/>
            <a:cxnLst/>
            <a:rect l="l" t="t" r="r" b="b"/>
            <a:pathLst>
              <a:path w="33867" h="914400">
                <a:moveTo>
                  <a:pt x="33867" y="0"/>
                </a:moveTo>
                <a:lnTo>
                  <a:pt x="33867" y="0"/>
                </a:lnTo>
                <a:lnTo>
                  <a:pt x="33867" y="914400"/>
                </a:ln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2" name="Shape 60"/>
          <p:cNvSpPr/>
          <p:nvPr/>
        </p:nvSpPr>
        <p:spPr>
          <a:xfrm>
            <a:off x="9668008" y="252280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3" name="Text 61"/>
          <p:cNvSpPr/>
          <p:nvPr/>
        </p:nvSpPr>
        <p:spPr>
          <a:xfrm>
            <a:off x="9752277" y="2579954"/>
            <a:ext cx="200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0049008" y="2579954"/>
            <a:ext cx="93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Catálogo Web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9668008" y="2903804"/>
            <a:ext cx="1924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Catálogo web muestra libros desde frontend comercial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546100" y="3479268"/>
            <a:ext cx="11095567" cy="427567"/>
          </a:xfrm>
          <a:custGeom>
            <a:avLst/>
            <a:gdLst/>
            <a:ahLst/>
            <a:cxnLst/>
            <a:rect l="l" t="t" r="r" b="b"/>
            <a:pathLst>
              <a:path w="11095567" h="427567">
                <a:moveTo>
                  <a:pt x="114301" y="0"/>
                </a:moveTo>
                <a:lnTo>
                  <a:pt x="10981265" y="0"/>
                </a:lnTo>
                <a:cubicBezTo>
                  <a:pt x="11044392" y="0"/>
                  <a:pt x="11095567" y="51174"/>
                  <a:pt x="11095567" y="114301"/>
                </a:cubicBezTo>
                <a:lnTo>
                  <a:pt x="11095567" y="313265"/>
                </a:lnTo>
                <a:cubicBezTo>
                  <a:pt x="11095567" y="376392"/>
                  <a:pt x="11044392" y="427567"/>
                  <a:pt x="10981265" y="427567"/>
                </a:cubicBezTo>
                <a:lnTo>
                  <a:pt x="114301" y="427567"/>
                </a:lnTo>
                <a:cubicBezTo>
                  <a:pt x="51174" y="427567"/>
                  <a:pt x="0" y="376392"/>
                  <a:pt x="0" y="313265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100000">
                <a:srgbClr val="10B981">
                  <a:alpha val="20000"/>
                </a:srgbClr>
              </a:gs>
            </a:gsLst>
            <a:lin ang="0" scaled="1"/>
          </a:gradFill>
          <a:ln w="11289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88446" y="359780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8" name="Text 66"/>
          <p:cNvSpPr/>
          <p:nvPr/>
        </p:nvSpPr>
        <p:spPr>
          <a:xfrm>
            <a:off x="1017058" y="3597808"/>
            <a:ext cx="9848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Nota importante: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Cada paso utiliza el JWT generado en el Paso 1. Todo el flujo pasa a través del BFF/API Gateway con validación de seguridad en cada petición.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2913063" y="63246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0" name="Text 68"/>
          <p:cNvSpPr/>
          <p:nvPr/>
        </p:nvSpPr>
        <p:spPr>
          <a:xfrm>
            <a:off x="3103563" y="6286500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Autenticación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4248415" y="63246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72" name="Text 70"/>
          <p:cNvSpPr/>
          <p:nvPr/>
        </p:nvSpPr>
        <p:spPr>
          <a:xfrm>
            <a:off x="4438915" y="6286500"/>
            <a:ext cx="66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Inventario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5347229" y="63246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74" name="Text 72"/>
          <p:cNvSpPr/>
          <p:nvPr/>
        </p:nvSpPr>
        <p:spPr>
          <a:xfrm>
            <a:off x="5537729" y="6286500"/>
            <a:ext cx="61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Catálogo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390217" y="63246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76" name="Text 74"/>
          <p:cNvSpPr/>
          <p:nvPr/>
        </p:nvSpPr>
        <p:spPr>
          <a:xfrm>
            <a:off x="6580717" y="6286500"/>
            <a:ext cx="105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Frontend Admin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7874926" y="63246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78" name="Text 76"/>
          <p:cNvSpPr/>
          <p:nvPr/>
        </p:nvSpPr>
        <p:spPr>
          <a:xfrm>
            <a:off x="8065426" y="6286500"/>
            <a:ext cx="127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Frontend Comercial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49250"/>
            <a:ext cx="31750" cy="254000"/>
          </a:xfrm>
          <a:custGeom>
            <a:avLst/>
            <a:gdLst/>
            <a:ahLst/>
            <a:cxnLst/>
            <a:rect l="l" t="t" r="r" b="b"/>
            <a:pathLst>
              <a:path w="31750" h="254000">
                <a:moveTo>
                  <a:pt x="15875" y="0"/>
                </a:moveTo>
                <a:lnTo>
                  <a:pt x="15875" y="0"/>
                </a:lnTo>
                <a:cubicBezTo>
                  <a:pt x="24637" y="0"/>
                  <a:pt x="31750" y="7113"/>
                  <a:pt x="31750" y="15875"/>
                </a:cubicBezTo>
                <a:lnTo>
                  <a:pt x="31750" y="238125"/>
                </a:lnTo>
                <a:cubicBezTo>
                  <a:pt x="31750" y="246887"/>
                  <a:pt x="24637" y="254000"/>
                  <a:pt x="15875" y="254000"/>
                </a:cubicBezTo>
                <a:lnTo>
                  <a:pt x="15875" y="254000"/>
                </a:lnTo>
                <a:cubicBezTo>
                  <a:pt x="7113" y="254000"/>
                  <a:pt x="0" y="246887"/>
                  <a:pt x="0" y="23812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gradFill rotWithShape="1" flip="none">
            <a:gsLst>
              <a:gs pos="0">
                <a:srgbClr val="8B5CF6"/>
              </a:gs>
              <a:gs pos="0">
                <a:srgbClr val="FFFFFF"/>
              </a:gs>
              <a:gs pos="100000">
                <a:srgbClr val="3B82F6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444500" y="317500"/>
            <a:ext cx="4175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Modelo de Datos del Sistema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44500" y="698500"/>
            <a:ext cx="1149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datos que mueve el sistema — cada servicio con su base aislada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028" y="1019528"/>
            <a:ext cx="3761493" cy="3420181"/>
          </a:xfrm>
          <a:custGeom>
            <a:avLst/>
            <a:gdLst/>
            <a:ahLst/>
            <a:cxnLst/>
            <a:rect l="l" t="t" r="r" b="b"/>
            <a:pathLst>
              <a:path w="3761493" h="3420181">
                <a:moveTo>
                  <a:pt x="95252" y="0"/>
                </a:moveTo>
                <a:lnTo>
                  <a:pt x="3666241" y="0"/>
                </a:lnTo>
                <a:cubicBezTo>
                  <a:pt x="3718847" y="0"/>
                  <a:pt x="3761493" y="42646"/>
                  <a:pt x="3761493" y="95252"/>
                </a:cubicBezTo>
                <a:lnTo>
                  <a:pt x="3761493" y="3324929"/>
                </a:lnTo>
                <a:cubicBezTo>
                  <a:pt x="3761493" y="3377535"/>
                  <a:pt x="3718847" y="3420181"/>
                  <a:pt x="3666241" y="3420181"/>
                </a:cubicBezTo>
                <a:lnTo>
                  <a:pt x="95252" y="3420181"/>
                </a:lnTo>
                <a:cubicBezTo>
                  <a:pt x="42646" y="3420181"/>
                  <a:pt x="0" y="3377535"/>
                  <a:pt x="0" y="3324929"/>
                </a:cubicBezTo>
                <a:lnTo>
                  <a:pt x="0" y="95252"/>
                </a:lnTo>
                <a:cubicBezTo>
                  <a:pt x="0" y="42681"/>
                  <a:pt x="42681" y="0"/>
                  <a:pt x="95252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1556" y="1150054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8712" y="1237366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35719" y="26789"/>
                </a:moveTo>
                <a:lnTo>
                  <a:pt x="35719" y="44648"/>
                </a:lnTo>
                <a:lnTo>
                  <a:pt x="71438" y="44648"/>
                </a:lnTo>
                <a:lnTo>
                  <a:pt x="71438" y="26789"/>
                </a:lnTo>
                <a:cubicBezTo>
                  <a:pt x="71438" y="16939"/>
                  <a:pt x="63429" y="8930"/>
                  <a:pt x="53578" y="8930"/>
                </a:cubicBezTo>
                <a:cubicBezTo>
                  <a:pt x="43728" y="8930"/>
                  <a:pt x="35719" y="16939"/>
                  <a:pt x="35719" y="26789"/>
                </a:cubicBezTo>
                <a:close/>
                <a:moveTo>
                  <a:pt x="17859" y="44648"/>
                </a:moveTo>
                <a:lnTo>
                  <a:pt x="17859" y="26789"/>
                </a:lnTo>
                <a:cubicBezTo>
                  <a:pt x="17859" y="7060"/>
                  <a:pt x="33849" y="-8930"/>
                  <a:pt x="53578" y="-8930"/>
                </a:cubicBezTo>
                <a:cubicBezTo>
                  <a:pt x="73307" y="-8930"/>
                  <a:pt x="89297" y="7060"/>
                  <a:pt x="89297" y="26789"/>
                </a:cubicBezTo>
                <a:lnTo>
                  <a:pt x="89297" y="44648"/>
                </a:lnTo>
                <a:cubicBezTo>
                  <a:pt x="99147" y="44648"/>
                  <a:pt x="107156" y="52657"/>
                  <a:pt x="107156" y="62508"/>
                </a:cubicBezTo>
                <a:lnTo>
                  <a:pt x="107156" y="125016"/>
                </a:lnTo>
                <a:cubicBezTo>
                  <a:pt x="107156" y="134866"/>
                  <a:pt x="99147" y="142875"/>
                  <a:pt x="89297" y="142875"/>
                </a:cubicBezTo>
                <a:lnTo>
                  <a:pt x="17859" y="142875"/>
                </a:lnTo>
                <a:cubicBezTo>
                  <a:pt x="8009" y="142875"/>
                  <a:pt x="0" y="134866"/>
                  <a:pt x="0" y="125016"/>
                </a:cubicBezTo>
                <a:lnTo>
                  <a:pt x="0" y="62508"/>
                </a:lnTo>
                <a:cubicBezTo>
                  <a:pt x="0" y="52657"/>
                  <a:pt x="8009" y="44648"/>
                  <a:pt x="17859" y="4464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864306" y="1150054"/>
            <a:ext cx="801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Auth Service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4306" y="1340554"/>
            <a:ext cx="7858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auth_db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1556" y="1562804"/>
            <a:ext cx="3500438" cy="730250"/>
          </a:xfrm>
          <a:custGeom>
            <a:avLst/>
            <a:gdLst/>
            <a:ahLst/>
            <a:cxnLst/>
            <a:rect l="l" t="t" r="r" b="b"/>
            <a:pathLst>
              <a:path w="3500438" h="730250">
                <a:moveTo>
                  <a:pt x="63503" y="0"/>
                </a:moveTo>
                <a:lnTo>
                  <a:pt x="3436935" y="0"/>
                </a:lnTo>
                <a:cubicBezTo>
                  <a:pt x="3472006" y="0"/>
                  <a:pt x="3500438" y="28431"/>
                  <a:pt x="3500438" y="63503"/>
                </a:cubicBezTo>
                <a:lnTo>
                  <a:pt x="3500438" y="666747"/>
                </a:lnTo>
                <a:cubicBezTo>
                  <a:pt x="3500438" y="701819"/>
                  <a:pt x="3472006" y="730250"/>
                  <a:pt x="3436935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515056" y="1626304"/>
            <a:ext cx="342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UserEntity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5056" y="1816804"/>
            <a:ext cx="301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email: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39123" y="1816804"/>
            <a:ext cx="293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5056" y="1959570"/>
            <a:ext cx="492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password: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50847" y="1959570"/>
            <a:ext cx="682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string (BCrypt)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5056" y="2102337"/>
            <a:ext cx="238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role: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88828" y="2102337"/>
            <a:ext cx="1246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enum (ADMIN/CUSTOMER)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15695" y="1019528"/>
            <a:ext cx="3761493" cy="3420181"/>
          </a:xfrm>
          <a:custGeom>
            <a:avLst/>
            <a:gdLst/>
            <a:ahLst/>
            <a:cxnLst/>
            <a:rect l="l" t="t" r="r" b="b"/>
            <a:pathLst>
              <a:path w="3761493" h="3420181">
                <a:moveTo>
                  <a:pt x="95252" y="0"/>
                </a:moveTo>
                <a:lnTo>
                  <a:pt x="3666241" y="0"/>
                </a:lnTo>
                <a:cubicBezTo>
                  <a:pt x="3718847" y="0"/>
                  <a:pt x="3761493" y="42646"/>
                  <a:pt x="3761493" y="95252"/>
                </a:cubicBezTo>
                <a:lnTo>
                  <a:pt x="3761493" y="3324929"/>
                </a:lnTo>
                <a:cubicBezTo>
                  <a:pt x="3761493" y="3377535"/>
                  <a:pt x="3718847" y="3420181"/>
                  <a:pt x="3666241" y="3420181"/>
                </a:cubicBezTo>
                <a:lnTo>
                  <a:pt x="95252" y="3420181"/>
                </a:lnTo>
                <a:cubicBezTo>
                  <a:pt x="42646" y="3420181"/>
                  <a:pt x="0" y="3377535"/>
                  <a:pt x="0" y="3324929"/>
                </a:cubicBezTo>
                <a:lnTo>
                  <a:pt x="0" y="95252"/>
                </a:lnTo>
                <a:cubicBezTo>
                  <a:pt x="0" y="42681"/>
                  <a:pt x="42681" y="0"/>
                  <a:pt x="95252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46222" y="1150054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435519" y="1237366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62508" y="0"/>
                </a:moveTo>
                <a:lnTo>
                  <a:pt x="62508" y="17859"/>
                </a:lnTo>
                <a:cubicBezTo>
                  <a:pt x="62508" y="20315"/>
                  <a:pt x="64517" y="22324"/>
                  <a:pt x="66973" y="22324"/>
                </a:cubicBezTo>
                <a:lnTo>
                  <a:pt x="75902" y="22324"/>
                </a:lnTo>
                <a:cubicBezTo>
                  <a:pt x="78358" y="22324"/>
                  <a:pt x="80367" y="20315"/>
                  <a:pt x="80367" y="17859"/>
                </a:cubicBezTo>
                <a:lnTo>
                  <a:pt x="80367" y="0"/>
                </a:lnTo>
                <a:lnTo>
                  <a:pt x="89297" y="0"/>
                </a:lnTo>
                <a:cubicBezTo>
                  <a:pt x="99147" y="0"/>
                  <a:pt x="107156" y="8009"/>
                  <a:pt x="107156" y="17859"/>
                </a:cubicBezTo>
                <a:lnTo>
                  <a:pt x="107156" y="53578"/>
                </a:lnTo>
                <a:cubicBezTo>
                  <a:pt x="107156" y="55113"/>
                  <a:pt x="106961" y="56620"/>
                  <a:pt x="106598" y="58043"/>
                </a:cubicBezTo>
                <a:lnTo>
                  <a:pt x="36277" y="58043"/>
                </a:lnTo>
                <a:cubicBezTo>
                  <a:pt x="35914" y="56620"/>
                  <a:pt x="35719" y="55113"/>
                  <a:pt x="35719" y="53578"/>
                </a:cubicBezTo>
                <a:lnTo>
                  <a:pt x="35719" y="17859"/>
                </a:lnTo>
                <a:cubicBezTo>
                  <a:pt x="35719" y="8009"/>
                  <a:pt x="43728" y="0"/>
                  <a:pt x="53578" y="0"/>
                </a:cubicBezTo>
                <a:lnTo>
                  <a:pt x="62508" y="0"/>
                </a:lnTo>
                <a:close/>
                <a:moveTo>
                  <a:pt x="89297" y="142875"/>
                </a:moveTo>
                <a:cubicBezTo>
                  <a:pt x="86171" y="142875"/>
                  <a:pt x="83214" y="142066"/>
                  <a:pt x="80646" y="140643"/>
                </a:cubicBezTo>
                <a:cubicBezTo>
                  <a:pt x="83297" y="136038"/>
                  <a:pt x="84832" y="130708"/>
                  <a:pt x="84832" y="125016"/>
                </a:cubicBezTo>
                <a:lnTo>
                  <a:pt x="84832" y="89297"/>
                </a:lnTo>
                <a:cubicBezTo>
                  <a:pt x="84832" y="83604"/>
                  <a:pt x="83297" y="78274"/>
                  <a:pt x="80646" y="73670"/>
                </a:cubicBezTo>
                <a:cubicBezTo>
                  <a:pt x="83214" y="72247"/>
                  <a:pt x="86144" y="71438"/>
                  <a:pt x="89297" y="71438"/>
                </a:cubicBezTo>
                <a:lnTo>
                  <a:pt x="98227" y="71438"/>
                </a:lnTo>
                <a:lnTo>
                  <a:pt x="98227" y="89297"/>
                </a:lnTo>
                <a:cubicBezTo>
                  <a:pt x="98227" y="91753"/>
                  <a:pt x="100236" y="93762"/>
                  <a:pt x="102691" y="93762"/>
                </a:cubicBezTo>
                <a:lnTo>
                  <a:pt x="111621" y="93762"/>
                </a:lnTo>
                <a:cubicBezTo>
                  <a:pt x="114077" y="93762"/>
                  <a:pt x="116086" y="91753"/>
                  <a:pt x="116086" y="89297"/>
                </a:cubicBezTo>
                <a:lnTo>
                  <a:pt x="116086" y="71438"/>
                </a:lnTo>
                <a:lnTo>
                  <a:pt x="125016" y="71438"/>
                </a:lnTo>
                <a:cubicBezTo>
                  <a:pt x="134866" y="71438"/>
                  <a:pt x="142875" y="79446"/>
                  <a:pt x="142875" y="89297"/>
                </a:cubicBezTo>
                <a:lnTo>
                  <a:pt x="142875" y="125016"/>
                </a:lnTo>
                <a:cubicBezTo>
                  <a:pt x="142875" y="134866"/>
                  <a:pt x="134866" y="142875"/>
                  <a:pt x="125016" y="142875"/>
                </a:cubicBezTo>
                <a:lnTo>
                  <a:pt x="89297" y="142875"/>
                </a:lnTo>
                <a:close/>
                <a:moveTo>
                  <a:pt x="0" y="89297"/>
                </a:moveTo>
                <a:cubicBezTo>
                  <a:pt x="0" y="79446"/>
                  <a:pt x="8009" y="71438"/>
                  <a:pt x="17859" y="71438"/>
                </a:cubicBezTo>
                <a:lnTo>
                  <a:pt x="26789" y="71438"/>
                </a:lnTo>
                <a:lnTo>
                  <a:pt x="26789" y="89297"/>
                </a:lnTo>
                <a:cubicBezTo>
                  <a:pt x="26789" y="91753"/>
                  <a:pt x="28798" y="93762"/>
                  <a:pt x="31254" y="93762"/>
                </a:cubicBezTo>
                <a:lnTo>
                  <a:pt x="40184" y="93762"/>
                </a:lnTo>
                <a:cubicBezTo>
                  <a:pt x="42639" y="93762"/>
                  <a:pt x="44648" y="91753"/>
                  <a:pt x="44648" y="89297"/>
                </a:cubicBezTo>
                <a:lnTo>
                  <a:pt x="44648" y="71438"/>
                </a:lnTo>
                <a:lnTo>
                  <a:pt x="53578" y="71438"/>
                </a:lnTo>
                <a:cubicBezTo>
                  <a:pt x="63429" y="71438"/>
                  <a:pt x="71438" y="79446"/>
                  <a:pt x="71438" y="89297"/>
                </a:cubicBezTo>
                <a:lnTo>
                  <a:pt x="71438" y="125016"/>
                </a:lnTo>
                <a:cubicBezTo>
                  <a:pt x="71438" y="134866"/>
                  <a:pt x="63429" y="142875"/>
                  <a:pt x="53578" y="142875"/>
                </a:cubicBezTo>
                <a:lnTo>
                  <a:pt x="17859" y="142875"/>
                </a:lnTo>
                <a:cubicBezTo>
                  <a:pt x="8009" y="142875"/>
                  <a:pt x="0" y="134866"/>
                  <a:pt x="0" y="125016"/>
                </a:cubicBezTo>
                <a:lnTo>
                  <a:pt x="0" y="89297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4758972" y="1150054"/>
            <a:ext cx="1071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Inventory Service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58972" y="1340554"/>
            <a:ext cx="1055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inventory_db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346222" y="1562804"/>
            <a:ext cx="3500438" cy="1016000"/>
          </a:xfrm>
          <a:custGeom>
            <a:avLst/>
            <a:gdLst/>
            <a:ahLst/>
            <a:cxnLst/>
            <a:rect l="l" t="t" r="r" b="b"/>
            <a:pathLst>
              <a:path w="3500438" h="1016000">
                <a:moveTo>
                  <a:pt x="63500" y="0"/>
                </a:moveTo>
                <a:lnTo>
                  <a:pt x="3436938" y="0"/>
                </a:lnTo>
                <a:cubicBezTo>
                  <a:pt x="3471984" y="0"/>
                  <a:pt x="3500438" y="28453"/>
                  <a:pt x="3500438" y="63500"/>
                </a:cubicBezTo>
                <a:lnTo>
                  <a:pt x="3500438" y="952500"/>
                </a:lnTo>
                <a:cubicBezTo>
                  <a:pt x="3500438" y="987547"/>
                  <a:pt x="3471984" y="1016000"/>
                  <a:pt x="3436938" y="1016000"/>
                </a:cubicBezTo>
                <a:lnTo>
                  <a:pt x="63500" y="1016000"/>
                </a:lnTo>
                <a:cubicBezTo>
                  <a:pt x="28453" y="1016000"/>
                  <a:pt x="0" y="987547"/>
                  <a:pt x="0" y="952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4409722" y="1626304"/>
            <a:ext cx="342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InventoryItem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09722" y="1816804"/>
            <a:ext cx="682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external_code: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533790" y="1816804"/>
            <a:ext cx="293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09722" y="1959570"/>
            <a:ext cx="746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book_reference: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533790" y="1959570"/>
            <a:ext cx="293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09722" y="2102337"/>
            <a:ext cx="849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quantity_available: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70932" y="2102337"/>
            <a:ext cx="158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09722" y="2245103"/>
            <a:ext cx="476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condition: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533790" y="2245103"/>
            <a:ext cx="293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409722" y="2387862"/>
            <a:ext cx="769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import_batch_id: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555949" y="2387862"/>
            <a:ext cx="2778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UUID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346222" y="2641753"/>
            <a:ext cx="3500438" cy="873125"/>
          </a:xfrm>
          <a:custGeom>
            <a:avLst/>
            <a:gdLst/>
            <a:ahLst/>
            <a:cxnLst/>
            <a:rect l="l" t="t" r="r" b="b"/>
            <a:pathLst>
              <a:path w="3500438" h="873125">
                <a:moveTo>
                  <a:pt x="63502" y="0"/>
                </a:moveTo>
                <a:lnTo>
                  <a:pt x="3436935" y="0"/>
                </a:lnTo>
                <a:cubicBezTo>
                  <a:pt x="3472007" y="0"/>
                  <a:pt x="3500437" y="28431"/>
                  <a:pt x="3500437" y="63502"/>
                </a:cubicBezTo>
                <a:lnTo>
                  <a:pt x="3500438" y="809623"/>
                </a:lnTo>
                <a:cubicBezTo>
                  <a:pt x="3500437" y="844694"/>
                  <a:pt x="3472007" y="873125"/>
                  <a:pt x="3436935" y="873125"/>
                </a:cubicBezTo>
                <a:lnTo>
                  <a:pt x="63502" y="873125"/>
                </a:lnTo>
                <a:cubicBezTo>
                  <a:pt x="28431" y="873125"/>
                  <a:pt x="0" y="844694"/>
                  <a:pt x="0" y="809623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6" name="Text 34"/>
          <p:cNvSpPr/>
          <p:nvPr/>
        </p:nvSpPr>
        <p:spPr>
          <a:xfrm>
            <a:off x="4409722" y="2705253"/>
            <a:ext cx="342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ImportBatch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409722" y="2895753"/>
            <a:ext cx="492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file_name: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533790" y="2895753"/>
            <a:ext cx="293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string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409722" y="3038520"/>
            <a:ext cx="769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processed_rows: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670932" y="3038520"/>
            <a:ext cx="158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409722" y="3181286"/>
            <a:ext cx="523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valid_rows: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670932" y="3181286"/>
            <a:ext cx="158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409722" y="3324053"/>
            <a:ext cx="603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invalid_rows: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670932" y="3324053"/>
            <a:ext cx="158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346222" y="3577937"/>
            <a:ext cx="3500438" cy="730250"/>
          </a:xfrm>
          <a:custGeom>
            <a:avLst/>
            <a:gdLst/>
            <a:ahLst/>
            <a:cxnLst/>
            <a:rect l="l" t="t" r="r" b="b"/>
            <a:pathLst>
              <a:path w="3500438" h="730250">
                <a:moveTo>
                  <a:pt x="63503" y="0"/>
                </a:moveTo>
                <a:lnTo>
                  <a:pt x="3436935" y="0"/>
                </a:lnTo>
                <a:cubicBezTo>
                  <a:pt x="3472006" y="0"/>
                  <a:pt x="3500438" y="28431"/>
                  <a:pt x="3500438" y="63503"/>
                </a:cubicBezTo>
                <a:lnTo>
                  <a:pt x="3500438" y="666747"/>
                </a:lnTo>
                <a:cubicBezTo>
                  <a:pt x="3500438" y="701819"/>
                  <a:pt x="3472006" y="730250"/>
                  <a:pt x="3436935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6" name="Text 44"/>
          <p:cNvSpPr/>
          <p:nvPr/>
        </p:nvSpPr>
        <p:spPr>
          <a:xfrm>
            <a:off x="4409722" y="3641437"/>
            <a:ext cx="342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ImportError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409722" y="3831937"/>
            <a:ext cx="4365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batch_id: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555949" y="3831937"/>
            <a:ext cx="2778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UUID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409722" y="3974703"/>
            <a:ext cx="619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row_number: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670932" y="3974703"/>
            <a:ext cx="158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409722" y="4117470"/>
            <a:ext cx="515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error_type: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533790" y="4117470"/>
            <a:ext cx="293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string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110361" y="1019528"/>
            <a:ext cx="3761493" cy="3420181"/>
          </a:xfrm>
          <a:custGeom>
            <a:avLst/>
            <a:gdLst/>
            <a:ahLst/>
            <a:cxnLst/>
            <a:rect l="l" t="t" r="r" b="b"/>
            <a:pathLst>
              <a:path w="3761493" h="3420181">
                <a:moveTo>
                  <a:pt x="95252" y="0"/>
                </a:moveTo>
                <a:lnTo>
                  <a:pt x="3666241" y="0"/>
                </a:lnTo>
                <a:cubicBezTo>
                  <a:pt x="3718847" y="0"/>
                  <a:pt x="3761493" y="42646"/>
                  <a:pt x="3761493" y="95252"/>
                </a:cubicBezTo>
                <a:lnTo>
                  <a:pt x="3761493" y="3324929"/>
                </a:lnTo>
                <a:cubicBezTo>
                  <a:pt x="3761493" y="3377535"/>
                  <a:pt x="3718847" y="3420181"/>
                  <a:pt x="3666241" y="3420181"/>
                </a:cubicBezTo>
                <a:lnTo>
                  <a:pt x="95252" y="3420181"/>
                </a:lnTo>
                <a:cubicBezTo>
                  <a:pt x="42646" y="3420181"/>
                  <a:pt x="0" y="3377535"/>
                  <a:pt x="0" y="3324929"/>
                </a:cubicBezTo>
                <a:lnTo>
                  <a:pt x="0" y="95252"/>
                </a:lnTo>
                <a:cubicBezTo>
                  <a:pt x="0" y="42681"/>
                  <a:pt x="42681" y="0"/>
                  <a:pt x="95252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240889" y="1150054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339116" y="1237366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07156" y="142875"/>
                </a:moveTo>
                <a:lnTo>
                  <a:pt x="26789" y="142875"/>
                </a:lnTo>
                <a:cubicBezTo>
                  <a:pt x="11999" y="142875"/>
                  <a:pt x="0" y="130876"/>
                  <a:pt x="0" y="116086"/>
                </a:cubicBezTo>
                <a:lnTo>
                  <a:pt x="0" y="26789"/>
                </a:lnTo>
                <a:cubicBezTo>
                  <a:pt x="0" y="11999"/>
                  <a:pt x="11999" y="0"/>
                  <a:pt x="26789" y="0"/>
                </a:cubicBezTo>
                <a:lnTo>
                  <a:pt x="111621" y="0"/>
                </a:lnTo>
                <a:cubicBezTo>
                  <a:pt x="119016" y="0"/>
                  <a:pt x="125016" y="6000"/>
                  <a:pt x="125016" y="13395"/>
                </a:cubicBezTo>
                <a:lnTo>
                  <a:pt x="125016" y="93762"/>
                </a:lnTo>
                <a:cubicBezTo>
                  <a:pt x="125016" y="99594"/>
                  <a:pt x="121276" y="104561"/>
                  <a:pt x="116086" y="106403"/>
                </a:cubicBezTo>
                <a:lnTo>
                  <a:pt x="116086" y="125016"/>
                </a:lnTo>
                <a:cubicBezTo>
                  <a:pt x="121025" y="125016"/>
                  <a:pt x="125016" y="129006"/>
                  <a:pt x="125016" y="133945"/>
                </a:cubicBezTo>
                <a:cubicBezTo>
                  <a:pt x="125016" y="138885"/>
                  <a:pt x="121025" y="142875"/>
                  <a:pt x="116086" y="142875"/>
                </a:cubicBezTo>
                <a:lnTo>
                  <a:pt x="107156" y="142875"/>
                </a:lnTo>
                <a:close/>
                <a:moveTo>
                  <a:pt x="26789" y="107156"/>
                </a:moveTo>
                <a:cubicBezTo>
                  <a:pt x="21850" y="107156"/>
                  <a:pt x="17859" y="111147"/>
                  <a:pt x="17859" y="116086"/>
                </a:cubicBezTo>
                <a:cubicBezTo>
                  <a:pt x="17859" y="121025"/>
                  <a:pt x="21850" y="125016"/>
                  <a:pt x="26789" y="125016"/>
                </a:cubicBezTo>
                <a:lnTo>
                  <a:pt x="98227" y="125016"/>
                </a:lnTo>
                <a:lnTo>
                  <a:pt x="98227" y="107156"/>
                </a:lnTo>
                <a:lnTo>
                  <a:pt x="26789" y="107156"/>
                </a:lnTo>
                <a:close/>
                <a:moveTo>
                  <a:pt x="35719" y="42416"/>
                </a:moveTo>
                <a:cubicBezTo>
                  <a:pt x="35719" y="46127"/>
                  <a:pt x="38705" y="49113"/>
                  <a:pt x="42416" y="49113"/>
                </a:cubicBezTo>
                <a:lnTo>
                  <a:pt x="91529" y="49113"/>
                </a:lnTo>
                <a:cubicBezTo>
                  <a:pt x="95241" y="49113"/>
                  <a:pt x="98227" y="46127"/>
                  <a:pt x="98227" y="42416"/>
                </a:cubicBezTo>
                <a:cubicBezTo>
                  <a:pt x="98227" y="38705"/>
                  <a:pt x="95241" y="35719"/>
                  <a:pt x="91529" y="35719"/>
                </a:cubicBezTo>
                <a:lnTo>
                  <a:pt x="42416" y="35719"/>
                </a:lnTo>
                <a:cubicBezTo>
                  <a:pt x="38705" y="35719"/>
                  <a:pt x="35719" y="38705"/>
                  <a:pt x="35719" y="42416"/>
                </a:cubicBezTo>
                <a:close/>
                <a:moveTo>
                  <a:pt x="42416" y="62508"/>
                </a:moveTo>
                <a:cubicBezTo>
                  <a:pt x="38705" y="62508"/>
                  <a:pt x="35719" y="65494"/>
                  <a:pt x="35719" y="69205"/>
                </a:cubicBezTo>
                <a:cubicBezTo>
                  <a:pt x="35719" y="72916"/>
                  <a:pt x="38705" y="75902"/>
                  <a:pt x="42416" y="75902"/>
                </a:cubicBezTo>
                <a:lnTo>
                  <a:pt x="91529" y="75902"/>
                </a:lnTo>
                <a:cubicBezTo>
                  <a:pt x="95241" y="75902"/>
                  <a:pt x="98227" y="72916"/>
                  <a:pt x="98227" y="69205"/>
                </a:cubicBezTo>
                <a:cubicBezTo>
                  <a:pt x="98227" y="65494"/>
                  <a:pt x="95241" y="62508"/>
                  <a:pt x="91529" y="62508"/>
                </a:cubicBezTo>
                <a:lnTo>
                  <a:pt x="42416" y="62508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56" name="Text 54"/>
          <p:cNvSpPr/>
          <p:nvPr/>
        </p:nvSpPr>
        <p:spPr>
          <a:xfrm>
            <a:off x="8653639" y="1150054"/>
            <a:ext cx="9763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Catalog Service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653639" y="1340554"/>
            <a:ext cx="960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B5C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catalog_db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240889" y="1562804"/>
            <a:ext cx="3500438" cy="1158875"/>
          </a:xfrm>
          <a:custGeom>
            <a:avLst/>
            <a:gdLst/>
            <a:ahLst/>
            <a:cxnLst/>
            <a:rect l="l" t="t" r="r" b="b"/>
            <a:pathLst>
              <a:path w="3500438" h="1158875">
                <a:moveTo>
                  <a:pt x="63495" y="0"/>
                </a:moveTo>
                <a:lnTo>
                  <a:pt x="3436943" y="0"/>
                </a:lnTo>
                <a:cubicBezTo>
                  <a:pt x="3472010" y="0"/>
                  <a:pt x="3500438" y="28428"/>
                  <a:pt x="3500438" y="63495"/>
                </a:cubicBezTo>
                <a:lnTo>
                  <a:pt x="3500438" y="1095380"/>
                </a:lnTo>
                <a:cubicBezTo>
                  <a:pt x="3500438" y="1130447"/>
                  <a:pt x="3472010" y="1158875"/>
                  <a:pt x="3436943" y="1158875"/>
                </a:cubicBezTo>
                <a:lnTo>
                  <a:pt x="63495" y="1158875"/>
                </a:lnTo>
                <a:cubicBezTo>
                  <a:pt x="28428" y="1158875"/>
                  <a:pt x="0" y="1130447"/>
                  <a:pt x="0" y="1095380"/>
                </a:cubicBezTo>
                <a:lnTo>
                  <a:pt x="0" y="63495"/>
                </a:lnTo>
                <a:cubicBezTo>
                  <a:pt x="0" y="28428"/>
                  <a:pt x="28428" y="0"/>
                  <a:pt x="63495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9" name="Text 57"/>
          <p:cNvSpPr/>
          <p:nvPr/>
        </p:nvSpPr>
        <p:spPr>
          <a:xfrm>
            <a:off x="8304389" y="1626304"/>
            <a:ext cx="342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8B5C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Book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304389" y="1816804"/>
            <a:ext cx="238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title: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1428456" y="1816804"/>
            <a:ext cx="293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string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304389" y="1959570"/>
            <a:ext cx="357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author: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1428456" y="1959570"/>
            <a:ext cx="293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string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304389" y="2102337"/>
            <a:ext cx="476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publisher: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1428456" y="2102337"/>
            <a:ext cx="293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string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304389" y="2245103"/>
            <a:ext cx="25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isbn: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1428456" y="2245103"/>
            <a:ext cx="293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string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304389" y="2387862"/>
            <a:ext cx="579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category_id: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11450616" y="2387862"/>
            <a:ext cx="2778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UUID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304389" y="2530628"/>
            <a:ext cx="6588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enriched_flag: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11328356" y="2530628"/>
            <a:ext cx="396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boolean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8240889" y="2784520"/>
            <a:ext cx="3500438" cy="587375"/>
          </a:xfrm>
          <a:custGeom>
            <a:avLst/>
            <a:gdLst/>
            <a:ahLst/>
            <a:cxnLst/>
            <a:rect l="l" t="t" r="r" b="b"/>
            <a:pathLst>
              <a:path w="3500438" h="587375">
                <a:moveTo>
                  <a:pt x="63501" y="0"/>
                </a:moveTo>
                <a:lnTo>
                  <a:pt x="3436936" y="0"/>
                </a:lnTo>
                <a:cubicBezTo>
                  <a:pt x="3472007" y="0"/>
                  <a:pt x="3500438" y="28430"/>
                  <a:pt x="3500438" y="63501"/>
                </a:cubicBezTo>
                <a:lnTo>
                  <a:pt x="3500438" y="523874"/>
                </a:lnTo>
                <a:cubicBezTo>
                  <a:pt x="3500437" y="558945"/>
                  <a:pt x="3472007" y="587375"/>
                  <a:pt x="3436936" y="587375"/>
                </a:cubicBezTo>
                <a:lnTo>
                  <a:pt x="63501" y="587375"/>
                </a:lnTo>
                <a:cubicBezTo>
                  <a:pt x="28430" y="587375"/>
                  <a:pt x="0" y="558945"/>
                  <a:pt x="0" y="523874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73" name="Text 71"/>
          <p:cNvSpPr/>
          <p:nvPr/>
        </p:nvSpPr>
        <p:spPr>
          <a:xfrm>
            <a:off x="8304389" y="2848020"/>
            <a:ext cx="342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8B5C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Category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8304389" y="3038520"/>
            <a:ext cx="317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name: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11428456" y="3038520"/>
            <a:ext cx="293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string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8304389" y="3181286"/>
            <a:ext cx="555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description: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11428456" y="3181286"/>
            <a:ext cx="293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string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321028" y="4572443"/>
            <a:ext cx="3761493" cy="2197806"/>
          </a:xfrm>
          <a:custGeom>
            <a:avLst/>
            <a:gdLst/>
            <a:ahLst/>
            <a:cxnLst/>
            <a:rect l="l" t="t" r="r" b="b"/>
            <a:pathLst>
              <a:path w="3761493" h="2197806">
                <a:moveTo>
                  <a:pt x="95253" y="0"/>
                </a:moveTo>
                <a:lnTo>
                  <a:pt x="3666240" y="0"/>
                </a:lnTo>
                <a:cubicBezTo>
                  <a:pt x="3718812" y="0"/>
                  <a:pt x="3761493" y="42681"/>
                  <a:pt x="3761493" y="95253"/>
                </a:cubicBezTo>
                <a:lnTo>
                  <a:pt x="3761493" y="2102553"/>
                </a:lnTo>
                <a:cubicBezTo>
                  <a:pt x="3761493" y="2155159"/>
                  <a:pt x="3718847" y="2197806"/>
                  <a:pt x="3666240" y="2197806"/>
                </a:cubicBezTo>
                <a:lnTo>
                  <a:pt x="95253" y="2197806"/>
                </a:lnTo>
                <a:cubicBezTo>
                  <a:pt x="42646" y="2197806"/>
                  <a:pt x="0" y="2155159"/>
                  <a:pt x="0" y="2102553"/>
                </a:cubicBezTo>
                <a:lnTo>
                  <a:pt x="0" y="95253"/>
                </a:lnTo>
                <a:cubicBezTo>
                  <a:pt x="0" y="42646"/>
                  <a:pt x="42646" y="0"/>
                  <a:pt x="95253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51556" y="4702969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EC4899">
              <a:alpha val="20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522993" y="4790281"/>
            <a:ext cx="178594" cy="142875"/>
          </a:xfrm>
          <a:custGeom>
            <a:avLst/>
            <a:gdLst/>
            <a:ahLst/>
            <a:cxnLst/>
            <a:rect l="l" t="t" r="r" b="b"/>
            <a:pathLst>
              <a:path w="178594" h="142875">
                <a:moveTo>
                  <a:pt x="98227" y="0"/>
                </a:moveTo>
                <a:cubicBezTo>
                  <a:pt x="98227" y="-4939"/>
                  <a:pt x="94236" y="-8930"/>
                  <a:pt x="89297" y="-8930"/>
                </a:cubicBezTo>
                <a:cubicBezTo>
                  <a:pt x="84358" y="-8930"/>
                  <a:pt x="80367" y="-4939"/>
                  <a:pt x="80367" y="0"/>
                </a:cubicBezTo>
                <a:lnTo>
                  <a:pt x="80367" y="17859"/>
                </a:lnTo>
                <a:lnTo>
                  <a:pt x="53578" y="17859"/>
                </a:lnTo>
                <a:cubicBezTo>
                  <a:pt x="38788" y="17859"/>
                  <a:pt x="26789" y="29859"/>
                  <a:pt x="26789" y="44648"/>
                </a:cubicBezTo>
                <a:lnTo>
                  <a:pt x="26789" y="107156"/>
                </a:lnTo>
                <a:cubicBezTo>
                  <a:pt x="26789" y="121946"/>
                  <a:pt x="38788" y="133945"/>
                  <a:pt x="53578" y="133945"/>
                </a:cubicBezTo>
                <a:lnTo>
                  <a:pt x="125016" y="133945"/>
                </a:lnTo>
                <a:cubicBezTo>
                  <a:pt x="139805" y="133945"/>
                  <a:pt x="151805" y="121946"/>
                  <a:pt x="151805" y="107156"/>
                </a:cubicBezTo>
                <a:lnTo>
                  <a:pt x="151805" y="44648"/>
                </a:lnTo>
                <a:cubicBezTo>
                  <a:pt x="151805" y="29859"/>
                  <a:pt x="139805" y="17859"/>
                  <a:pt x="125016" y="17859"/>
                </a:cubicBezTo>
                <a:lnTo>
                  <a:pt x="98227" y="17859"/>
                </a:lnTo>
                <a:lnTo>
                  <a:pt x="98227" y="0"/>
                </a:lnTo>
                <a:close/>
                <a:moveTo>
                  <a:pt x="44648" y="102691"/>
                </a:moveTo>
                <a:cubicBezTo>
                  <a:pt x="44648" y="98980"/>
                  <a:pt x="47634" y="95994"/>
                  <a:pt x="51346" y="95994"/>
                </a:cubicBezTo>
                <a:lnTo>
                  <a:pt x="60275" y="95994"/>
                </a:lnTo>
                <a:cubicBezTo>
                  <a:pt x="63987" y="95994"/>
                  <a:pt x="66973" y="98980"/>
                  <a:pt x="66973" y="102691"/>
                </a:cubicBezTo>
                <a:cubicBezTo>
                  <a:pt x="66973" y="106403"/>
                  <a:pt x="63987" y="109389"/>
                  <a:pt x="60275" y="109389"/>
                </a:cubicBezTo>
                <a:lnTo>
                  <a:pt x="51346" y="109389"/>
                </a:lnTo>
                <a:cubicBezTo>
                  <a:pt x="47634" y="109389"/>
                  <a:pt x="44648" y="106403"/>
                  <a:pt x="44648" y="102691"/>
                </a:cubicBezTo>
                <a:close/>
                <a:moveTo>
                  <a:pt x="78135" y="102691"/>
                </a:moveTo>
                <a:cubicBezTo>
                  <a:pt x="78135" y="98980"/>
                  <a:pt x="81121" y="95994"/>
                  <a:pt x="84832" y="95994"/>
                </a:cubicBezTo>
                <a:lnTo>
                  <a:pt x="93762" y="95994"/>
                </a:lnTo>
                <a:cubicBezTo>
                  <a:pt x="97473" y="95994"/>
                  <a:pt x="100459" y="98980"/>
                  <a:pt x="100459" y="102691"/>
                </a:cubicBezTo>
                <a:cubicBezTo>
                  <a:pt x="100459" y="106403"/>
                  <a:pt x="97473" y="109389"/>
                  <a:pt x="93762" y="109389"/>
                </a:cubicBezTo>
                <a:lnTo>
                  <a:pt x="84832" y="109389"/>
                </a:lnTo>
                <a:cubicBezTo>
                  <a:pt x="81121" y="109389"/>
                  <a:pt x="78135" y="106403"/>
                  <a:pt x="78135" y="102691"/>
                </a:cubicBezTo>
                <a:close/>
                <a:moveTo>
                  <a:pt x="111621" y="102691"/>
                </a:moveTo>
                <a:cubicBezTo>
                  <a:pt x="111621" y="98980"/>
                  <a:pt x="114607" y="95994"/>
                  <a:pt x="118318" y="95994"/>
                </a:cubicBezTo>
                <a:lnTo>
                  <a:pt x="127248" y="95994"/>
                </a:lnTo>
                <a:cubicBezTo>
                  <a:pt x="130959" y="95994"/>
                  <a:pt x="133945" y="98980"/>
                  <a:pt x="133945" y="102691"/>
                </a:cubicBezTo>
                <a:cubicBezTo>
                  <a:pt x="133945" y="106403"/>
                  <a:pt x="130959" y="109389"/>
                  <a:pt x="127248" y="109389"/>
                </a:cubicBezTo>
                <a:lnTo>
                  <a:pt x="118318" y="109389"/>
                </a:lnTo>
                <a:cubicBezTo>
                  <a:pt x="114607" y="109389"/>
                  <a:pt x="111621" y="106403"/>
                  <a:pt x="111621" y="102691"/>
                </a:cubicBezTo>
                <a:close/>
                <a:moveTo>
                  <a:pt x="62508" y="49113"/>
                </a:moveTo>
                <a:cubicBezTo>
                  <a:pt x="69900" y="49113"/>
                  <a:pt x="75902" y="55115"/>
                  <a:pt x="75902" y="62508"/>
                </a:cubicBezTo>
                <a:cubicBezTo>
                  <a:pt x="75902" y="69900"/>
                  <a:pt x="69900" y="75902"/>
                  <a:pt x="62508" y="75902"/>
                </a:cubicBezTo>
                <a:cubicBezTo>
                  <a:pt x="55115" y="75902"/>
                  <a:pt x="49113" y="69900"/>
                  <a:pt x="49113" y="62508"/>
                </a:cubicBezTo>
                <a:cubicBezTo>
                  <a:pt x="49113" y="55115"/>
                  <a:pt x="55115" y="49113"/>
                  <a:pt x="62508" y="49113"/>
                </a:cubicBezTo>
                <a:close/>
                <a:moveTo>
                  <a:pt x="102691" y="62508"/>
                </a:moveTo>
                <a:cubicBezTo>
                  <a:pt x="102691" y="55115"/>
                  <a:pt x="108693" y="49113"/>
                  <a:pt x="116086" y="49113"/>
                </a:cubicBezTo>
                <a:cubicBezTo>
                  <a:pt x="123479" y="49113"/>
                  <a:pt x="129480" y="55115"/>
                  <a:pt x="129480" y="62508"/>
                </a:cubicBezTo>
                <a:cubicBezTo>
                  <a:pt x="129480" y="69900"/>
                  <a:pt x="123479" y="75902"/>
                  <a:pt x="116086" y="75902"/>
                </a:cubicBezTo>
                <a:cubicBezTo>
                  <a:pt x="108693" y="75902"/>
                  <a:pt x="102691" y="69900"/>
                  <a:pt x="102691" y="62508"/>
                </a:cubicBezTo>
                <a:close/>
                <a:moveTo>
                  <a:pt x="17859" y="62508"/>
                </a:moveTo>
                <a:cubicBezTo>
                  <a:pt x="17859" y="57569"/>
                  <a:pt x="13869" y="53578"/>
                  <a:pt x="8930" y="53578"/>
                </a:cubicBezTo>
                <a:cubicBezTo>
                  <a:pt x="3990" y="53578"/>
                  <a:pt x="0" y="57569"/>
                  <a:pt x="0" y="62508"/>
                </a:cubicBezTo>
                <a:lnTo>
                  <a:pt x="0" y="89297"/>
                </a:lnTo>
                <a:cubicBezTo>
                  <a:pt x="0" y="94236"/>
                  <a:pt x="3990" y="98227"/>
                  <a:pt x="8930" y="98227"/>
                </a:cubicBezTo>
                <a:cubicBezTo>
                  <a:pt x="13869" y="98227"/>
                  <a:pt x="17859" y="94236"/>
                  <a:pt x="17859" y="89297"/>
                </a:cubicBezTo>
                <a:lnTo>
                  <a:pt x="17859" y="62508"/>
                </a:lnTo>
                <a:close/>
                <a:moveTo>
                  <a:pt x="169664" y="53578"/>
                </a:moveTo>
                <a:cubicBezTo>
                  <a:pt x="164725" y="53578"/>
                  <a:pt x="160734" y="57569"/>
                  <a:pt x="160734" y="62508"/>
                </a:cubicBezTo>
                <a:lnTo>
                  <a:pt x="160734" y="89297"/>
                </a:lnTo>
                <a:cubicBezTo>
                  <a:pt x="160734" y="94236"/>
                  <a:pt x="164725" y="98227"/>
                  <a:pt x="169664" y="98227"/>
                </a:cubicBezTo>
                <a:cubicBezTo>
                  <a:pt x="174603" y="98227"/>
                  <a:pt x="178594" y="94236"/>
                  <a:pt x="178594" y="89297"/>
                </a:cubicBezTo>
                <a:lnTo>
                  <a:pt x="178594" y="62508"/>
                </a:lnTo>
                <a:cubicBezTo>
                  <a:pt x="178594" y="57569"/>
                  <a:pt x="174603" y="53578"/>
                  <a:pt x="169664" y="53578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81" name="Text 79"/>
          <p:cNvSpPr/>
          <p:nvPr/>
        </p:nvSpPr>
        <p:spPr>
          <a:xfrm>
            <a:off x="864306" y="4702969"/>
            <a:ext cx="88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Enrichment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864306" y="4893469"/>
            <a:ext cx="865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C48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enrichment_db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451556" y="5115719"/>
            <a:ext cx="3500438" cy="730250"/>
          </a:xfrm>
          <a:custGeom>
            <a:avLst/>
            <a:gdLst/>
            <a:ahLst/>
            <a:cxnLst/>
            <a:rect l="l" t="t" r="r" b="b"/>
            <a:pathLst>
              <a:path w="3500438" h="730250">
                <a:moveTo>
                  <a:pt x="63503" y="0"/>
                </a:moveTo>
                <a:lnTo>
                  <a:pt x="3436935" y="0"/>
                </a:lnTo>
                <a:cubicBezTo>
                  <a:pt x="3472006" y="0"/>
                  <a:pt x="3500438" y="28431"/>
                  <a:pt x="3500438" y="63503"/>
                </a:cubicBezTo>
                <a:lnTo>
                  <a:pt x="3500438" y="666747"/>
                </a:lnTo>
                <a:cubicBezTo>
                  <a:pt x="3500438" y="701819"/>
                  <a:pt x="3472006" y="730250"/>
                  <a:pt x="3436935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84" name="Text 82"/>
          <p:cNvSpPr/>
          <p:nvPr/>
        </p:nvSpPr>
        <p:spPr>
          <a:xfrm>
            <a:off x="515056" y="5179219"/>
            <a:ext cx="342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C48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EnrichmentRequest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515056" y="5369719"/>
            <a:ext cx="238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title: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3639123" y="5369719"/>
            <a:ext cx="293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string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515056" y="5512485"/>
            <a:ext cx="357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author: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3639123" y="5512485"/>
            <a:ext cx="293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string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515056" y="5655252"/>
            <a:ext cx="25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isbn: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3639123" y="5655252"/>
            <a:ext cx="293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string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451556" y="5909135"/>
            <a:ext cx="3500438" cy="730250"/>
          </a:xfrm>
          <a:custGeom>
            <a:avLst/>
            <a:gdLst/>
            <a:ahLst/>
            <a:cxnLst/>
            <a:rect l="l" t="t" r="r" b="b"/>
            <a:pathLst>
              <a:path w="3500438" h="730250">
                <a:moveTo>
                  <a:pt x="63503" y="0"/>
                </a:moveTo>
                <a:lnTo>
                  <a:pt x="3436935" y="0"/>
                </a:lnTo>
                <a:cubicBezTo>
                  <a:pt x="3472006" y="0"/>
                  <a:pt x="3500438" y="28431"/>
                  <a:pt x="3500438" y="63503"/>
                </a:cubicBezTo>
                <a:lnTo>
                  <a:pt x="3500438" y="666747"/>
                </a:lnTo>
                <a:cubicBezTo>
                  <a:pt x="3500438" y="701819"/>
                  <a:pt x="3472006" y="730250"/>
                  <a:pt x="3436935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92" name="Text 90"/>
          <p:cNvSpPr/>
          <p:nvPr/>
        </p:nvSpPr>
        <p:spPr>
          <a:xfrm>
            <a:off x="515056" y="5972635"/>
            <a:ext cx="342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C48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EnrichmentResult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515056" y="6163135"/>
            <a:ext cx="555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description:</a:t>
            </a:r>
            <a:endParaRPr lang="en-US" sz="1600" dirty="0"/>
          </a:p>
        </p:txBody>
      </p:sp>
      <p:sp>
        <p:nvSpPr>
          <p:cNvPr id="94" name="Text 92"/>
          <p:cNvSpPr/>
          <p:nvPr/>
        </p:nvSpPr>
        <p:spPr>
          <a:xfrm>
            <a:off x="3639123" y="6163135"/>
            <a:ext cx="293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string</a:t>
            </a:r>
            <a:endParaRPr lang="en-US" sz="1600" dirty="0"/>
          </a:p>
        </p:txBody>
      </p:sp>
      <p:sp>
        <p:nvSpPr>
          <p:cNvPr id="95" name="Text 93"/>
          <p:cNvSpPr/>
          <p:nvPr/>
        </p:nvSpPr>
        <p:spPr>
          <a:xfrm>
            <a:off x="515056" y="6305902"/>
            <a:ext cx="452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category:</a:t>
            </a:r>
            <a:endParaRPr lang="en-US" sz="1600" dirty="0"/>
          </a:p>
        </p:txBody>
      </p:sp>
      <p:sp>
        <p:nvSpPr>
          <p:cNvPr id="96" name="Text 94"/>
          <p:cNvSpPr/>
          <p:nvPr/>
        </p:nvSpPr>
        <p:spPr>
          <a:xfrm>
            <a:off x="3639123" y="6305902"/>
            <a:ext cx="293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string</a:t>
            </a:r>
            <a:endParaRPr lang="en-US" sz="1600" dirty="0"/>
          </a:p>
        </p:txBody>
      </p:sp>
      <p:sp>
        <p:nvSpPr>
          <p:cNvPr id="97" name="Text 95"/>
          <p:cNvSpPr/>
          <p:nvPr/>
        </p:nvSpPr>
        <p:spPr>
          <a:xfrm>
            <a:off x="515056" y="6448668"/>
            <a:ext cx="484187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keywords:</a:t>
            </a:r>
            <a:endParaRPr lang="en-US" sz="1600" dirty="0"/>
          </a:p>
        </p:txBody>
      </p:sp>
      <p:sp>
        <p:nvSpPr>
          <p:cNvPr id="98" name="Text 96"/>
          <p:cNvSpPr/>
          <p:nvPr/>
        </p:nvSpPr>
        <p:spPr>
          <a:xfrm>
            <a:off x="3666023" y="6448668"/>
            <a:ext cx="269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array</a:t>
            </a:r>
            <a:endParaRPr lang="en-US" sz="1600" dirty="0"/>
          </a:p>
        </p:txBody>
      </p:sp>
      <p:sp>
        <p:nvSpPr>
          <p:cNvPr id="99" name="Shape 97"/>
          <p:cNvSpPr/>
          <p:nvPr/>
        </p:nvSpPr>
        <p:spPr>
          <a:xfrm>
            <a:off x="4215695" y="4572443"/>
            <a:ext cx="3761493" cy="2197806"/>
          </a:xfrm>
          <a:custGeom>
            <a:avLst/>
            <a:gdLst/>
            <a:ahLst/>
            <a:cxnLst/>
            <a:rect l="l" t="t" r="r" b="b"/>
            <a:pathLst>
              <a:path w="3761493" h="2197806">
                <a:moveTo>
                  <a:pt x="95253" y="0"/>
                </a:moveTo>
                <a:lnTo>
                  <a:pt x="3666240" y="0"/>
                </a:lnTo>
                <a:cubicBezTo>
                  <a:pt x="3718812" y="0"/>
                  <a:pt x="3761493" y="42681"/>
                  <a:pt x="3761493" y="95253"/>
                </a:cubicBezTo>
                <a:lnTo>
                  <a:pt x="3761493" y="2102553"/>
                </a:lnTo>
                <a:cubicBezTo>
                  <a:pt x="3761493" y="2155159"/>
                  <a:pt x="3718847" y="2197806"/>
                  <a:pt x="3666240" y="2197806"/>
                </a:cubicBezTo>
                <a:lnTo>
                  <a:pt x="95253" y="2197806"/>
                </a:lnTo>
                <a:cubicBezTo>
                  <a:pt x="42646" y="2197806"/>
                  <a:pt x="0" y="2155159"/>
                  <a:pt x="0" y="2102553"/>
                </a:cubicBezTo>
                <a:lnTo>
                  <a:pt x="0" y="95253"/>
                </a:lnTo>
                <a:cubicBezTo>
                  <a:pt x="0" y="42646"/>
                  <a:pt x="42646" y="0"/>
                  <a:pt x="95253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346222" y="4702969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4435519" y="4790281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0"/>
                </a:moveTo>
                <a:cubicBezTo>
                  <a:pt x="75540" y="0"/>
                  <a:pt x="79307" y="2260"/>
                  <a:pt x="81260" y="5860"/>
                </a:cubicBezTo>
                <a:lnTo>
                  <a:pt x="141536" y="117481"/>
                </a:lnTo>
                <a:cubicBezTo>
                  <a:pt x="143405" y="120941"/>
                  <a:pt x="143321" y="125127"/>
                  <a:pt x="141312" y="128504"/>
                </a:cubicBezTo>
                <a:cubicBezTo>
                  <a:pt x="139303" y="131880"/>
                  <a:pt x="135648" y="133945"/>
                  <a:pt x="131713" y="133945"/>
                </a:cubicBezTo>
                <a:lnTo>
                  <a:pt x="11162" y="133945"/>
                </a:lnTo>
                <a:cubicBezTo>
                  <a:pt x="7227" y="133945"/>
                  <a:pt x="3600" y="131880"/>
                  <a:pt x="1563" y="128504"/>
                </a:cubicBezTo>
                <a:cubicBezTo>
                  <a:pt x="-474" y="125127"/>
                  <a:pt x="-530" y="120941"/>
                  <a:pt x="1339" y="117481"/>
                </a:cubicBezTo>
                <a:lnTo>
                  <a:pt x="61615" y="5860"/>
                </a:lnTo>
                <a:cubicBezTo>
                  <a:pt x="63568" y="2260"/>
                  <a:pt x="67335" y="0"/>
                  <a:pt x="71438" y="0"/>
                </a:cubicBezTo>
                <a:close/>
                <a:moveTo>
                  <a:pt x="71438" y="46881"/>
                </a:moveTo>
                <a:cubicBezTo>
                  <a:pt x="67726" y="46881"/>
                  <a:pt x="64740" y="49867"/>
                  <a:pt x="64740" y="53578"/>
                </a:cubicBezTo>
                <a:lnTo>
                  <a:pt x="64740" y="84832"/>
                </a:lnTo>
                <a:cubicBezTo>
                  <a:pt x="64740" y="88543"/>
                  <a:pt x="67726" y="91529"/>
                  <a:pt x="71438" y="91529"/>
                </a:cubicBezTo>
                <a:cubicBezTo>
                  <a:pt x="75149" y="91529"/>
                  <a:pt x="78135" y="88543"/>
                  <a:pt x="78135" y="84832"/>
                </a:cubicBezTo>
                <a:lnTo>
                  <a:pt x="78135" y="53578"/>
                </a:lnTo>
                <a:cubicBezTo>
                  <a:pt x="78135" y="49867"/>
                  <a:pt x="75149" y="46881"/>
                  <a:pt x="71438" y="46881"/>
                </a:cubicBezTo>
                <a:close/>
                <a:moveTo>
                  <a:pt x="78888" y="107156"/>
                </a:moveTo>
                <a:cubicBezTo>
                  <a:pt x="79058" y="104391"/>
                  <a:pt x="77678" y="101759"/>
                  <a:pt x="75308" y="100325"/>
                </a:cubicBezTo>
                <a:cubicBezTo>
                  <a:pt x="72937" y="98891"/>
                  <a:pt x="69966" y="98891"/>
                  <a:pt x="67595" y="100325"/>
                </a:cubicBezTo>
                <a:cubicBezTo>
                  <a:pt x="65224" y="101759"/>
                  <a:pt x="63845" y="104391"/>
                  <a:pt x="64015" y="107156"/>
                </a:cubicBezTo>
                <a:cubicBezTo>
                  <a:pt x="63845" y="109922"/>
                  <a:pt x="65224" y="112553"/>
                  <a:pt x="67595" y="113987"/>
                </a:cubicBezTo>
                <a:cubicBezTo>
                  <a:pt x="69966" y="115421"/>
                  <a:pt x="72937" y="115421"/>
                  <a:pt x="75308" y="113987"/>
                </a:cubicBezTo>
                <a:cubicBezTo>
                  <a:pt x="77678" y="112553"/>
                  <a:pt x="79058" y="109922"/>
                  <a:pt x="78888" y="107156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02" name="Text 100"/>
          <p:cNvSpPr/>
          <p:nvPr/>
        </p:nvSpPr>
        <p:spPr>
          <a:xfrm>
            <a:off x="4758972" y="4702969"/>
            <a:ext cx="785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Quality</a:t>
            </a:r>
            <a:endParaRPr lang="en-US" sz="1600" dirty="0"/>
          </a:p>
        </p:txBody>
      </p:sp>
      <p:sp>
        <p:nvSpPr>
          <p:cNvPr id="103" name="Text 101"/>
          <p:cNvSpPr/>
          <p:nvPr/>
        </p:nvSpPr>
        <p:spPr>
          <a:xfrm>
            <a:off x="4758972" y="4893469"/>
            <a:ext cx="769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quality_db</a:t>
            </a:r>
            <a:endParaRPr lang="en-US" sz="1600" dirty="0"/>
          </a:p>
        </p:txBody>
      </p:sp>
      <p:sp>
        <p:nvSpPr>
          <p:cNvPr id="104" name="Shape 102"/>
          <p:cNvSpPr/>
          <p:nvPr/>
        </p:nvSpPr>
        <p:spPr>
          <a:xfrm>
            <a:off x="4346222" y="5115719"/>
            <a:ext cx="3500438" cy="873125"/>
          </a:xfrm>
          <a:custGeom>
            <a:avLst/>
            <a:gdLst/>
            <a:ahLst/>
            <a:cxnLst/>
            <a:rect l="l" t="t" r="r" b="b"/>
            <a:pathLst>
              <a:path w="3500438" h="873125">
                <a:moveTo>
                  <a:pt x="63502" y="0"/>
                </a:moveTo>
                <a:lnTo>
                  <a:pt x="3436935" y="0"/>
                </a:lnTo>
                <a:cubicBezTo>
                  <a:pt x="3472007" y="0"/>
                  <a:pt x="3500437" y="28431"/>
                  <a:pt x="3500437" y="63502"/>
                </a:cubicBezTo>
                <a:lnTo>
                  <a:pt x="3500438" y="809623"/>
                </a:lnTo>
                <a:cubicBezTo>
                  <a:pt x="3500437" y="844694"/>
                  <a:pt x="3472007" y="873125"/>
                  <a:pt x="3436935" y="873125"/>
                </a:cubicBezTo>
                <a:lnTo>
                  <a:pt x="63502" y="873125"/>
                </a:lnTo>
                <a:cubicBezTo>
                  <a:pt x="28431" y="873125"/>
                  <a:pt x="0" y="844694"/>
                  <a:pt x="0" y="809623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05" name="Text 103"/>
          <p:cNvSpPr/>
          <p:nvPr/>
        </p:nvSpPr>
        <p:spPr>
          <a:xfrm>
            <a:off x="4409722" y="5179219"/>
            <a:ext cx="342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ImportError</a:t>
            </a:r>
            <a:endParaRPr lang="en-US" sz="1600" dirty="0"/>
          </a:p>
        </p:txBody>
      </p:sp>
      <p:sp>
        <p:nvSpPr>
          <p:cNvPr id="106" name="Text 104"/>
          <p:cNvSpPr/>
          <p:nvPr/>
        </p:nvSpPr>
        <p:spPr>
          <a:xfrm>
            <a:off x="4409722" y="5369719"/>
            <a:ext cx="4365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batch_id:</a:t>
            </a:r>
            <a:endParaRPr lang="en-US" sz="1600" dirty="0"/>
          </a:p>
        </p:txBody>
      </p:sp>
      <p:sp>
        <p:nvSpPr>
          <p:cNvPr id="107" name="Text 105"/>
          <p:cNvSpPr/>
          <p:nvPr/>
        </p:nvSpPr>
        <p:spPr>
          <a:xfrm>
            <a:off x="7555949" y="5369719"/>
            <a:ext cx="2778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UUID</a:t>
            </a:r>
            <a:endParaRPr lang="en-US" sz="1600" dirty="0"/>
          </a:p>
        </p:txBody>
      </p:sp>
      <p:sp>
        <p:nvSpPr>
          <p:cNvPr id="108" name="Text 106"/>
          <p:cNvSpPr/>
          <p:nvPr/>
        </p:nvSpPr>
        <p:spPr>
          <a:xfrm>
            <a:off x="4409722" y="5512485"/>
            <a:ext cx="619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row_number:</a:t>
            </a:r>
            <a:endParaRPr lang="en-US" sz="1600" dirty="0"/>
          </a:p>
        </p:txBody>
      </p:sp>
      <p:sp>
        <p:nvSpPr>
          <p:cNvPr id="109" name="Text 107"/>
          <p:cNvSpPr/>
          <p:nvPr/>
        </p:nvSpPr>
        <p:spPr>
          <a:xfrm>
            <a:off x="7670932" y="5512485"/>
            <a:ext cx="158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endParaRPr lang="en-US" sz="1600" dirty="0"/>
          </a:p>
        </p:txBody>
      </p:sp>
      <p:sp>
        <p:nvSpPr>
          <p:cNvPr id="110" name="Text 108"/>
          <p:cNvSpPr/>
          <p:nvPr/>
        </p:nvSpPr>
        <p:spPr>
          <a:xfrm>
            <a:off x="4409722" y="5655252"/>
            <a:ext cx="515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error_type:</a:t>
            </a:r>
            <a:endParaRPr lang="en-US" sz="1600" dirty="0"/>
          </a:p>
        </p:txBody>
      </p:sp>
      <p:sp>
        <p:nvSpPr>
          <p:cNvPr id="111" name="Text 109"/>
          <p:cNvSpPr/>
          <p:nvPr/>
        </p:nvSpPr>
        <p:spPr>
          <a:xfrm>
            <a:off x="7533790" y="5655252"/>
            <a:ext cx="293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string</a:t>
            </a:r>
            <a:endParaRPr lang="en-US" sz="1600" dirty="0"/>
          </a:p>
        </p:txBody>
      </p:sp>
      <p:sp>
        <p:nvSpPr>
          <p:cNvPr id="112" name="Text 110"/>
          <p:cNvSpPr/>
          <p:nvPr/>
        </p:nvSpPr>
        <p:spPr>
          <a:xfrm>
            <a:off x="4409722" y="5798010"/>
            <a:ext cx="460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message:</a:t>
            </a:r>
            <a:endParaRPr lang="en-US" sz="1600" dirty="0"/>
          </a:p>
        </p:txBody>
      </p:sp>
      <p:sp>
        <p:nvSpPr>
          <p:cNvPr id="113" name="Text 111"/>
          <p:cNvSpPr/>
          <p:nvPr/>
        </p:nvSpPr>
        <p:spPr>
          <a:xfrm>
            <a:off x="7533790" y="5798010"/>
            <a:ext cx="293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string</a:t>
            </a:r>
            <a:endParaRPr lang="en-US" sz="1600" dirty="0"/>
          </a:p>
        </p:txBody>
      </p:sp>
      <p:sp>
        <p:nvSpPr>
          <p:cNvPr id="114" name="Shape 112"/>
          <p:cNvSpPr/>
          <p:nvPr/>
        </p:nvSpPr>
        <p:spPr>
          <a:xfrm>
            <a:off x="8110361" y="4572443"/>
            <a:ext cx="3761493" cy="2197806"/>
          </a:xfrm>
          <a:custGeom>
            <a:avLst/>
            <a:gdLst/>
            <a:ahLst/>
            <a:cxnLst/>
            <a:rect l="l" t="t" r="r" b="b"/>
            <a:pathLst>
              <a:path w="3761493" h="2197806">
                <a:moveTo>
                  <a:pt x="95253" y="0"/>
                </a:moveTo>
                <a:lnTo>
                  <a:pt x="3666240" y="0"/>
                </a:lnTo>
                <a:cubicBezTo>
                  <a:pt x="3718812" y="0"/>
                  <a:pt x="3761493" y="42681"/>
                  <a:pt x="3761493" y="95253"/>
                </a:cubicBezTo>
                <a:lnTo>
                  <a:pt x="3761493" y="2102553"/>
                </a:lnTo>
                <a:cubicBezTo>
                  <a:pt x="3761493" y="2155159"/>
                  <a:pt x="3718847" y="2197806"/>
                  <a:pt x="3666240" y="2197806"/>
                </a:cubicBezTo>
                <a:lnTo>
                  <a:pt x="95253" y="2197806"/>
                </a:lnTo>
                <a:cubicBezTo>
                  <a:pt x="42646" y="2197806"/>
                  <a:pt x="0" y="2155159"/>
                  <a:pt x="0" y="2102553"/>
                </a:cubicBezTo>
                <a:lnTo>
                  <a:pt x="0" y="95253"/>
                </a:lnTo>
                <a:cubicBezTo>
                  <a:pt x="0" y="42646"/>
                  <a:pt x="42646" y="0"/>
                  <a:pt x="95253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240889" y="4702969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84CC16">
              <a:alpha val="20000"/>
            </a:srgbClr>
          </a:solidFill>
          <a:ln/>
        </p:spPr>
      </p:sp>
      <p:sp>
        <p:nvSpPr>
          <p:cNvPr id="116" name="Shape 114"/>
          <p:cNvSpPr/>
          <p:nvPr/>
        </p:nvSpPr>
        <p:spPr>
          <a:xfrm>
            <a:off x="8312327" y="4790281"/>
            <a:ext cx="178594" cy="142875"/>
          </a:xfrm>
          <a:custGeom>
            <a:avLst/>
            <a:gdLst/>
            <a:ahLst/>
            <a:cxnLst/>
            <a:rect l="l" t="t" r="r" b="b"/>
            <a:pathLst>
              <a:path w="178594" h="142875">
                <a:moveTo>
                  <a:pt x="116058" y="58741"/>
                </a:moveTo>
                <a:cubicBezTo>
                  <a:pt x="119462" y="57820"/>
                  <a:pt x="123034" y="59438"/>
                  <a:pt x="124569" y="62592"/>
                </a:cubicBezTo>
                <a:lnTo>
                  <a:pt x="129760" y="73084"/>
                </a:lnTo>
                <a:cubicBezTo>
                  <a:pt x="132634" y="73475"/>
                  <a:pt x="135452" y="74256"/>
                  <a:pt x="138103" y="75344"/>
                </a:cubicBezTo>
                <a:lnTo>
                  <a:pt x="147870" y="68842"/>
                </a:lnTo>
                <a:cubicBezTo>
                  <a:pt x="150800" y="66889"/>
                  <a:pt x="154679" y="67280"/>
                  <a:pt x="157162" y="69763"/>
                </a:cubicBezTo>
                <a:lnTo>
                  <a:pt x="162520" y="75121"/>
                </a:lnTo>
                <a:cubicBezTo>
                  <a:pt x="165004" y="77605"/>
                  <a:pt x="165395" y="81511"/>
                  <a:pt x="163441" y="84413"/>
                </a:cubicBezTo>
                <a:lnTo>
                  <a:pt x="156939" y="94152"/>
                </a:lnTo>
                <a:cubicBezTo>
                  <a:pt x="157469" y="95464"/>
                  <a:pt x="157944" y="96831"/>
                  <a:pt x="158335" y="98254"/>
                </a:cubicBezTo>
                <a:cubicBezTo>
                  <a:pt x="158725" y="99678"/>
                  <a:pt x="158976" y="101073"/>
                  <a:pt x="159172" y="102496"/>
                </a:cubicBezTo>
                <a:lnTo>
                  <a:pt x="169692" y="107686"/>
                </a:lnTo>
                <a:cubicBezTo>
                  <a:pt x="172845" y="109249"/>
                  <a:pt x="174464" y="112821"/>
                  <a:pt x="173543" y="116198"/>
                </a:cubicBezTo>
                <a:lnTo>
                  <a:pt x="171590" y="123509"/>
                </a:lnTo>
                <a:cubicBezTo>
                  <a:pt x="170669" y="126885"/>
                  <a:pt x="167515" y="129174"/>
                  <a:pt x="163999" y="128950"/>
                </a:cubicBezTo>
                <a:lnTo>
                  <a:pt x="152279" y="128197"/>
                </a:lnTo>
                <a:cubicBezTo>
                  <a:pt x="150521" y="130457"/>
                  <a:pt x="148484" y="132550"/>
                  <a:pt x="146168" y="134336"/>
                </a:cubicBezTo>
                <a:lnTo>
                  <a:pt x="146921" y="146028"/>
                </a:lnTo>
                <a:cubicBezTo>
                  <a:pt x="147145" y="149544"/>
                  <a:pt x="144856" y="152726"/>
                  <a:pt x="141480" y="153619"/>
                </a:cubicBezTo>
                <a:lnTo>
                  <a:pt x="134169" y="155572"/>
                </a:lnTo>
                <a:cubicBezTo>
                  <a:pt x="130764" y="156493"/>
                  <a:pt x="127220" y="154874"/>
                  <a:pt x="125657" y="151721"/>
                </a:cubicBezTo>
                <a:lnTo>
                  <a:pt x="120467" y="141229"/>
                </a:lnTo>
                <a:cubicBezTo>
                  <a:pt x="117593" y="140838"/>
                  <a:pt x="114774" y="140057"/>
                  <a:pt x="112123" y="138968"/>
                </a:cubicBezTo>
                <a:lnTo>
                  <a:pt x="102357" y="145470"/>
                </a:lnTo>
                <a:cubicBezTo>
                  <a:pt x="99426" y="147424"/>
                  <a:pt x="95548" y="147033"/>
                  <a:pt x="93064" y="144549"/>
                </a:cubicBezTo>
                <a:lnTo>
                  <a:pt x="87706" y="139192"/>
                </a:lnTo>
                <a:cubicBezTo>
                  <a:pt x="85223" y="136708"/>
                  <a:pt x="84832" y="132829"/>
                  <a:pt x="86785" y="129899"/>
                </a:cubicBezTo>
                <a:lnTo>
                  <a:pt x="93287" y="120132"/>
                </a:lnTo>
                <a:cubicBezTo>
                  <a:pt x="92757" y="118821"/>
                  <a:pt x="92283" y="117453"/>
                  <a:pt x="91892" y="116030"/>
                </a:cubicBezTo>
                <a:cubicBezTo>
                  <a:pt x="91501" y="114607"/>
                  <a:pt x="91250" y="113184"/>
                  <a:pt x="91055" y="111789"/>
                </a:cubicBezTo>
                <a:lnTo>
                  <a:pt x="80535" y="106598"/>
                </a:lnTo>
                <a:cubicBezTo>
                  <a:pt x="77381" y="105035"/>
                  <a:pt x="75791" y="101464"/>
                  <a:pt x="76684" y="98087"/>
                </a:cubicBezTo>
                <a:lnTo>
                  <a:pt x="78637" y="90776"/>
                </a:lnTo>
                <a:cubicBezTo>
                  <a:pt x="79558" y="87399"/>
                  <a:pt x="82711" y="85111"/>
                  <a:pt x="86227" y="85334"/>
                </a:cubicBezTo>
                <a:lnTo>
                  <a:pt x="97920" y="86088"/>
                </a:lnTo>
                <a:cubicBezTo>
                  <a:pt x="99678" y="83827"/>
                  <a:pt x="101715" y="81735"/>
                  <a:pt x="104031" y="79949"/>
                </a:cubicBezTo>
                <a:lnTo>
                  <a:pt x="103277" y="68284"/>
                </a:lnTo>
                <a:cubicBezTo>
                  <a:pt x="103054" y="64768"/>
                  <a:pt x="105342" y="61587"/>
                  <a:pt x="108719" y="60694"/>
                </a:cubicBezTo>
                <a:lnTo>
                  <a:pt x="116030" y="58741"/>
                </a:lnTo>
                <a:close/>
                <a:moveTo>
                  <a:pt x="125127" y="94878"/>
                </a:moveTo>
                <a:cubicBezTo>
                  <a:pt x="118351" y="94886"/>
                  <a:pt x="112855" y="100394"/>
                  <a:pt x="112863" y="107170"/>
                </a:cubicBezTo>
                <a:cubicBezTo>
                  <a:pt x="112871" y="113947"/>
                  <a:pt x="118379" y="119442"/>
                  <a:pt x="125155" y="119435"/>
                </a:cubicBezTo>
                <a:cubicBezTo>
                  <a:pt x="131932" y="119427"/>
                  <a:pt x="137427" y="113919"/>
                  <a:pt x="137420" y="107142"/>
                </a:cubicBezTo>
                <a:cubicBezTo>
                  <a:pt x="137412" y="100366"/>
                  <a:pt x="131904" y="94870"/>
                  <a:pt x="125127" y="94878"/>
                </a:cubicBezTo>
                <a:close/>
                <a:moveTo>
                  <a:pt x="62759" y="-12697"/>
                </a:moveTo>
                <a:lnTo>
                  <a:pt x="70070" y="-10744"/>
                </a:lnTo>
                <a:cubicBezTo>
                  <a:pt x="73447" y="-9823"/>
                  <a:pt x="75735" y="-6641"/>
                  <a:pt x="75512" y="-3153"/>
                </a:cubicBezTo>
                <a:lnTo>
                  <a:pt x="74758" y="8511"/>
                </a:lnTo>
                <a:cubicBezTo>
                  <a:pt x="77074" y="10297"/>
                  <a:pt x="79111" y="12362"/>
                  <a:pt x="80869" y="14650"/>
                </a:cubicBezTo>
                <a:lnTo>
                  <a:pt x="92590" y="13897"/>
                </a:lnTo>
                <a:cubicBezTo>
                  <a:pt x="96078" y="13674"/>
                  <a:pt x="99259" y="15962"/>
                  <a:pt x="100180" y="19338"/>
                </a:cubicBezTo>
                <a:lnTo>
                  <a:pt x="102133" y="26650"/>
                </a:lnTo>
                <a:cubicBezTo>
                  <a:pt x="103026" y="30026"/>
                  <a:pt x="101436" y="33598"/>
                  <a:pt x="98282" y="35161"/>
                </a:cubicBezTo>
                <a:lnTo>
                  <a:pt x="87762" y="40351"/>
                </a:lnTo>
                <a:cubicBezTo>
                  <a:pt x="87567" y="41774"/>
                  <a:pt x="87288" y="43197"/>
                  <a:pt x="86925" y="44593"/>
                </a:cubicBezTo>
                <a:cubicBezTo>
                  <a:pt x="86562" y="45988"/>
                  <a:pt x="86060" y="47383"/>
                  <a:pt x="85530" y="48695"/>
                </a:cubicBezTo>
                <a:lnTo>
                  <a:pt x="92032" y="58462"/>
                </a:lnTo>
                <a:cubicBezTo>
                  <a:pt x="93985" y="61392"/>
                  <a:pt x="93594" y="65270"/>
                  <a:pt x="91111" y="67754"/>
                </a:cubicBezTo>
                <a:lnTo>
                  <a:pt x="85753" y="73112"/>
                </a:lnTo>
                <a:cubicBezTo>
                  <a:pt x="83269" y="75595"/>
                  <a:pt x="79391" y="75986"/>
                  <a:pt x="76460" y="74033"/>
                </a:cubicBezTo>
                <a:lnTo>
                  <a:pt x="66694" y="67531"/>
                </a:lnTo>
                <a:cubicBezTo>
                  <a:pt x="64043" y="68619"/>
                  <a:pt x="61224" y="69400"/>
                  <a:pt x="58350" y="69791"/>
                </a:cubicBezTo>
                <a:lnTo>
                  <a:pt x="53160" y="80283"/>
                </a:lnTo>
                <a:cubicBezTo>
                  <a:pt x="51597" y="83437"/>
                  <a:pt x="48025" y="85027"/>
                  <a:pt x="44648" y="84134"/>
                </a:cubicBezTo>
                <a:lnTo>
                  <a:pt x="37337" y="82181"/>
                </a:lnTo>
                <a:cubicBezTo>
                  <a:pt x="33933" y="81260"/>
                  <a:pt x="31672" y="78079"/>
                  <a:pt x="31896" y="74591"/>
                </a:cubicBezTo>
                <a:lnTo>
                  <a:pt x="32649" y="62898"/>
                </a:lnTo>
                <a:cubicBezTo>
                  <a:pt x="30333" y="61113"/>
                  <a:pt x="28296" y="59048"/>
                  <a:pt x="26538" y="56759"/>
                </a:cubicBezTo>
                <a:lnTo>
                  <a:pt x="14818" y="57513"/>
                </a:lnTo>
                <a:cubicBezTo>
                  <a:pt x="11330" y="57736"/>
                  <a:pt x="8148" y="55448"/>
                  <a:pt x="7227" y="52071"/>
                </a:cubicBezTo>
                <a:lnTo>
                  <a:pt x="5274" y="44760"/>
                </a:lnTo>
                <a:cubicBezTo>
                  <a:pt x="4381" y="41384"/>
                  <a:pt x="5972" y="37812"/>
                  <a:pt x="9125" y="36249"/>
                </a:cubicBezTo>
                <a:lnTo>
                  <a:pt x="19645" y="31059"/>
                </a:lnTo>
                <a:cubicBezTo>
                  <a:pt x="19841" y="29635"/>
                  <a:pt x="20120" y="28240"/>
                  <a:pt x="20482" y="26817"/>
                </a:cubicBezTo>
                <a:cubicBezTo>
                  <a:pt x="20873" y="25394"/>
                  <a:pt x="21320" y="24026"/>
                  <a:pt x="21878" y="22715"/>
                </a:cubicBezTo>
                <a:lnTo>
                  <a:pt x="15376" y="12976"/>
                </a:lnTo>
                <a:cubicBezTo>
                  <a:pt x="13422" y="10046"/>
                  <a:pt x="13813" y="6167"/>
                  <a:pt x="16297" y="3683"/>
                </a:cubicBezTo>
                <a:lnTo>
                  <a:pt x="21654" y="-1674"/>
                </a:lnTo>
                <a:cubicBezTo>
                  <a:pt x="24138" y="-4158"/>
                  <a:pt x="28017" y="-4549"/>
                  <a:pt x="30947" y="-2595"/>
                </a:cubicBezTo>
                <a:lnTo>
                  <a:pt x="40714" y="3907"/>
                </a:lnTo>
                <a:cubicBezTo>
                  <a:pt x="43365" y="2818"/>
                  <a:pt x="46183" y="2037"/>
                  <a:pt x="49057" y="1646"/>
                </a:cubicBezTo>
                <a:lnTo>
                  <a:pt x="54248" y="-8846"/>
                </a:lnTo>
                <a:cubicBezTo>
                  <a:pt x="55811" y="-11999"/>
                  <a:pt x="59355" y="-13590"/>
                  <a:pt x="62759" y="-12697"/>
                </a:cubicBezTo>
                <a:close/>
                <a:moveTo>
                  <a:pt x="53690" y="23440"/>
                </a:moveTo>
                <a:cubicBezTo>
                  <a:pt x="46913" y="23440"/>
                  <a:pt x="41411" y="28942"/>
                  <a:pt x="41411" y="35719"/>
                </a:cubicBezTo>
                <a:cubicBezTo>
                  <a:pt x="41411" y="42495"/>
                  <a:pt x="46913" y="47997"/>
                  <a:pt x="53690" y="47997"/>
                </a:cubicBezTo>
                <a:cubicBezTo>
                  <a:pt x="60466" y="47997"/>
                  <a:pt x="65968" y="42495"/>
                  <a:pt x="65968" y="35719"/>
                </a:cubicBezTo>
                <a:cubicBezTo>
                  <a:pt x="65968" y="28942"/>
                  <a:pt x="60466" y="23440"/>
                  <a:pt x="53690" y="23440"/>
                </a:cubicBezTo>
                <a:close/>
              </a:path>
            </a:pathLst>
          </a:custGeom>
          <a:solidFill>
            <a:srgbClr val="84CC16"/>
          </a:solidFill>
          <a:ln/>
        </p:spPr>
      </p:sp>
      <p:sp>
        <p:nvSpPr>
          <p:cNvPr id="117" name="Text 115"/>
          <p:cNvSpPr/>
          <p:nvPr/>
        </p:nvSpPr>
        <p:spPr>
          <a:xfrm>
            <a:off x="8653639" y="4702969"/>
            <a:ext cx="912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Config Service</a:t>
            </a:r>
            <a:endParaRPr lang="en-US" sz="1600" dirty="0"/>
          </a:p>
        </p:txBody>
      </p:sp>
      <p:sp>
        <p:nvSpPr>
          <p:cNvPr id="118" name="Text 116"/>
          <p:cNvSpPr/>
          <p:nvPr/>
        </p:nvSpPr>
        <p:spPr>
          <a:xfrm>
            <a:off x="8653639" y="4893469"/>
            <a:ext cx="896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4CC1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config_db</a:t>
            </a:r>
            <a:endParaRPr lang="en-US" sz="1600" dirty="0"/>
          </a:p>
        </p:txBody>
      </p:sp>
      <p:sp>
        <p:nvSpPr>
          <p:cNvPr id="119" name="Shape 117"/>
          <p:cNvSpPr/>
          <p:nvPr/>
        </p:nvSpPr>
        <p:spPr>
          <a:xfrm>
            <a:off x="8240889" y="5115719"/>
            <a:ext cx="3500438" cy="730250"/>
          </a:xfrm>
          <a:custGeom>
            <a:avLst/>
            <a:gdLst/>
            <a:ahLst/>
            <a:cxnLst/>
            <a:rect l="l" t="t" r="r" b="b"/>
            <a:pathLst>
              <a:path w="3500438" h="730250">
                <a:moveTo>
                  <a:pt x="63503" y="0"/>
                </a:moveTo>
                <a:lnTo>
                  <a:pt x="3436935" y="0"/>
                </a:lnTo>
                <a:cubicBezTo>
                  <a:pt x="3472006" y="0"/>
                  <a:pt x="3500438" y="28431"/>
                  <a:pt x="3500438" y="63503"/>
                </a:cubicBezTo>
                <a:lnTo>
                  <a:pt x="3500438" y="666747"/>
                </a:lnTo>
                <a:cubicBezTo>
                  <a:pt x="3500438" y="701819"/>
                  <a:pt x="3472006" y="730250"/>
                  <a:pt x="3436935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20" name="Text 118"/>
          <p:cNvSpPr/>
          <p:nvPr/>
        </p:nvSpPr>
        <p:spPr>
          <a:xfrm>
            <a:off x="8304389" y="5179219"/>
            <a:ext cx="342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84CC1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SystemConfig</a:t>
            </a:r>
            <a:endParaRPr lang="en-US" sz="1600" dirty="0"/>
          </a:p>
        </p:txBody>
      </p:sp>
      <p:sp>
        <p:nvSpPr>
          <p:cNvPr id="121" name="Text 119"/>
          <p:cNvSpPr/>
          <p:nvPr/>
        </p:nvSpPr>
        <p:spPr>
          <a:xfrm>
            <a:off x="8304389" y="5369719"/>
            <a:ext cx="222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key:</a:t>
            </a:r>
            <a:endParaRPr lang="en-US" sz="1600" dirty="0"/>
          </a:p>
        </p:txBody>
      </p:sp>
      <p:sp>
        <p:nvSpPr>
          <p:cNvPr id="122" name="Text 120"/>
          <p:cNvSpPr/>
          <p:nvPr/>
        </p:nvSpPr>
        <p:spPr>
          <a:xfrm>
            <a:off x="11428456" y="5369719"/>
            <a:ext cx="293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string</a:t>
            </a:r>
            <a:endParaRPr lang="en-US" sz="1600" dirty="0"/>
          </a:p>
        </p:txBody>
      </p:sp>
      <p:sp>
        <p:nvSpPr>
          <p:cNvPr id="123" name="Text 121"/>
          <p:cNvSpPr/>
          <p:nvPr/>
        </p:nvSpPr>
        <p:spPr>
          <a:xfrm>
            <a:off x="8304389" y="5512485"/>
            <a:ext cx="301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value:</a:t>
            </a:r>
            <a:endParaRPr lang="en-US" sz="1600" dirty="0"/>
          </a:p>
        </p:txBody>
      </p:sp>
      <p:sp>
        <p:nvSpPr>
          <p:cNvPr id="124" name="Text 122"/>
          <p:cNvSpPr/>
          <p:nvPr/>
        </p:nvSpPr>
        <p:spPr>
          <a:xfrm>
            <a:off x="11428456" y="5512485"/>
            <a:ext cx="293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string</a:t>
            </a:r>
            <a:endParaRPr lang="en-US" sz="1600" dirty="0"/>
          </a:p>
        </p:txBody>
      </p:sp>
      <p:sp>
        <p:nvSpPr>
          <p:cNvPr id="125" name="Text 123"/>
          <p:cNvSpPr/>
          <p:nvPr/>
        </p:nvSpPr>
        <p:spPr>
          <a:xfrm>
            <a:off x="8304389" y="5655252"/>
            <a:ext cx="555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description:</a:t>
            </a:r>
            <a:endParaRPr lang="en-US" sz="1600" dirty="0"/>
          </a:p>
        </p:txBody>
      </p:sp>
      <p:sp>
        <p:nvSpPr>
          <p:cNvPr id="126" name="Text 124"/>
          <p:cNvSpPr/>
          <p:nvPr/>
        </p:nvSpPr>
        <p:spPr>
          <a:xfrm>
            <a:off x="11428456" y="5655252"/>
            <a:ext cx="293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string</a:t>
            </a:r>
            <a:endParaRPr lang="en-US" sz="1600" dirty="0"/>
          </a:p>
        </p:txBody>
      </p:sp>
      <p:sp>
        <p:nvSpPr>
          <p:cNvPr id="127" name="Shape 125"/>
          <p:cNvSpPr/>
          <p:nvPr/>
        </p:nvSpPr>
        <p:spPr>
          <a:xfrm>
            <a:off x="321028" y="6903641"/>
            <a:ext cx="11548181" cy="356306"/>
          </a:xfrm>
          <a:custGeom>
            <a:avLst/>
            <a:gdLst/>
            <a:ahLst/>
            <a:cxnLst/>
            <a:rect l="l" t="t" r="r" b="b"/>
            <a:pathLst>
              <a:path w="11548181" h="356306">
                <a:moveTo>
                  <a:pt x="95251" y="0"/>
                </a:moveTo>
                <a:lnTo>
                  <a:pt x="11452929" y="0"/>
                </a:lnTo>
                <a:cubicBezTo>
                  <a:pt x="11505535" y="0"/>
                  <a:pt x="11548181" y="42645"/>
                  <a:pt x="11548181" y="95251"/>
                </a:cubicBezTo>
                <a:lnTo>
                  <a:pt x="11548181" y="261054"/>
                </a:lnTo>
                <a:cubicBezTo>
                  <a:pt x="11548181" y="313660"/>
                  <a:pt x="11505535" y="356306"/>
                  <a:pt x="11452929" y="356306"/>
                </a:cubicBezTo>
                <a:lnTo>
                  <a:pt x="95251" y="356306"/>
                </a:lnTo>
                <a:cubicBezTo>
                  <a:pt x="42645" y="356306"/>
                  <a:pt x="0" y="313660"/>
                  <a:pt x="0" y="261054"/>
                </a:cubicBezTo>
                <a:lnTo>
                  <a:pt x="0" y="95251"/>
                </a:lnTo>
                <a:cubicBezTo>
                  <a:pt x="0" y="42681"/>
                  <a:pt x="42681" y="0"/>
                  <a:pt x="95251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100000">
                <a:srgbClr val="10B981">
                  <a:alpha val="20000"/>
                </a:srgbClr>
              </a:gs>
            </a:gsLst>
            <a:lin ang="0" scaled="1"/>
          </a:gradFill>
          <a:ln w="11289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39649" y="700241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24805"/>
                </a:moveTo>
                <a:cubicBezTo>
                  <a:pt x="0" y="16588"/>
                  <a:pt x="6666" y="9922"/>
                  <a:pt x="14883" y="9922"/>
                </a:cubicBezTo>
                <a:lnTo>
                  <a:pt x="44648" y="9922"/>
                </a:lnTo>
                <a:cubicBezTo>
                  <a:pt x="52865" y="9922"/>
                  <a:pt x="59531" y="16588"/>
                  <a:pt x="59531" y="24805"/>
                </a:cubicBezTo>
                <a:lnTo>
                  <a:pt x="59531" y="29766"/>
                </a:lnTo>
                <a:lnTo>
                  <a:pt x="99219" y="29766"/>
                </a:lnTo>
                <a:lnTo>
                  <a:pt x="99219" y="24805"/>
                </a:lnTo>
                <a:cubicBezTo>
                  <a:pt x="99219" y="16588"/>
                  <a:pt x="105885" y="9922"/>
                  <a:pt x="114102" y="9922"/>
                </a:cubicBezTo>
                <a:lnTo>
                  <a:pt x="143867" y="9922"/>
                </a:lnTo>
                <a:cubicBezTo>
                  <a:pt x="152084" y="9922"/>
                  <a:pt x="158750" y="16588"/>
                  <a:pt x="158750" y="24805"/>
                </a:cubicBezTo>
                <a:lnTo>
                  <a:pt x="158750" y="54570"/>
                </a:lnTo>
                <a:cubicBezTo>
                  <a:pt x="158750" y="62787"/>
                  <a:pt x="152084" y="69453"/>
                  <a:pt x="143867" y="69453"/>
                </a:cubicBezTo>
                <a:lnTo>
                  <a:pt x="114102" y="69453"/>
                </a:lnTo>
                <a:cubicBezTo>
                  <a:pt x="105885" y="69453"/>
                  <a:pt x="99219" y="62787"/>
                  <a:pt x="99219" y="54570"/>
                </a:cubicBezTo>
                <a:lnTo>
                  <a:pt x="99219" y="49609"/>
                </a:lnTo>
                <a:lnTo>
                  <a:pt x="59531" y="49609"/>
                </a:lnTo>
                <a:lnTo>
                  <a:pt x="59531" y="54570"/>
                </a:lnTo>
                <a:cubicBezTo>
                  <a:pt x="59531" y="56834"/>
                  <a:pt x="59004" y="59004"/>
                  <a:pt x="58105" y="60927"/>
                </a:cubicBezTo>
                <a:lnTo>
                  <a:pt x="79375" y="89297"/>
                </a:lnTo>
                <a:lnTo>
                  <a:pt x="104180" y="89297"/>
                </a:lnTo>
                <a:cubicBezTo>
                  <a:pt x="112396" y="89297"/>
                  <a:pt x="119062" y="95963"/>
                  <a:pt x="119062" y="104180"/>
                </a:cubicBezTo>
                <a:lnTo>
                  <a:pt x="119062" y="133945"/>
                </a:lnTo>
                <a:cubicBezTo>
                  <a:pt x="119062" y="142162"/>
                  <a:pt x="112396" y="148828"/>
                  <a:pt x="104180" y="148828"/>
                </a:cubicBezTo>
                <a:lnTo>
                  <a:pt x="74414" y="148828"/>
                </a:lnTo>
                <a:cubicBezTo>
                  <a:pt x="66198" y="148828"/>
                  <a:pt x="59531" y="142162"/>
                  <a:pt x="59531" y="133945"/>
                </a:cubicBezTo>
                <a:lnTo>
                  <a:pt x="59531" y="104180"/>
                </a:lnTo>
                <a:cubicBezTo>
                  <a:pt x="59531" y="101916"/>
                  <a:pt x="60058" y="99746"/>
                  <a:pt x="60958" y="97823"/>
                </a:cubicBezTo>
                <a:lnTo>
                  <a:pt x="39688" y="69453"/>
                </a:lnTo>
                <a:lnTo>
                  <a:pt x="14883" y="69453"/>
                </a:lnTo>
                <a:cubicBezTo>
                  <a:pt x="6666" y="69453"/>
                  <a:pt x="0" y="62787"/>
                  <a:pt x="0" y="54570"/>
                </a:cubicBezTo>
                <a:lnTo>
                  <a:pt x="0" y="24805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29" name="Text 127"/>
          <p:cNvSpPr/>
          <p:nvPr/>
        </p:nvSpPr>
        <p:spPr>
          <a:xfrm>
            <a:off x="713493" y="7002418"/>
            <a:ext cx="7635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Relaciones por API: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ImportError → batch_id de ImportBatch | Book → category_id de Category. 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Ningún servicio accede directamente a la BD de otro.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285750"/>
                </a:lnTo>
                <a:cubicBezTo>
                  <a:pt x="38100" y="296264"/>
                  <a:pt x="29564" y="304800"/>
                  <a:pt x="19050" y="304800"/>
                </a:cubicBezTo>
                <a:lnTo>
                  <a:pt x="19050" y="304800"/>
                </a:lnTo>
                <a:cubicBezTo>
                  <a:pt x="8536" y="304800"/>
                  <a:pt x="0" y="296264"/>
                  <a:pt x="0" y="285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EF4444"/>
              </a:gs>
              <a:gs pos="0">
                <a:srgbClr val="FFFFFF"/>
              </a:gs>
              <a:gs pos="100000">
                <a:srgbClr val="F59E0B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33400" y="381000"/>
            <a:ext cx="3886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Seguridad del Sistema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 mecanismos de seguridad implementados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233" y="1223433"/>
            <a:ext cx="2761192" cy="1961092"/>
          </a:xfrm>
          <a:custGeom>
            <a:avLst/>
            <a:gdLst/>
            <a:ahLst/>
            <a:cxnLst/>
            <a:rect l="l" t="t" r="r" b="b"/>
            <a:pathLst>
              <a:path w="2761192" h="1961092">
                <a:moveTo>
                  <a:pt x="114292" y="0"/>
                </a:moveTo>
                <a:lnTo>
                  <a:pt x="2646899" y="0"/>
                </a:lnTo>
                <a:cubicBezTo>
                  <a:pt x="2710021" y="0"/>
                  <a:pt x="2761192" y="51170"/>
                  <a:pt x="2761192" y="114292"/>
                </a:cubicBezTo>
                <a:lnTo>
                  <a:pt x="2761192" y="1846799"/>
                </a:lnTo>
                <a:cubicBezTo>
                  <a:pt x="2761192" y="1909921"/>
                  <a:pt x="2710021" y="1961092"/>
                  <a:pt x="2646899" y="1961092"/>
                </a:cubicBezTo>
                <a:lnTo>
                  <a:pt x="114292" y="1961092"/>
                </a:lnTo>
                <a:cubicBezTo>
                  <a:pt x="51170" y="1961092"/>
                  <a:pt x="0" y="1909921"/>
                  <a:pt x="0" y="1846799"/>
                </a:cubicBezTo>
                <a:lnTo>
                  <a:pt x="0" y="114292"/>
                </a:lnTo>
                <a:cubicBezTo>
                  <a:pt x="0" y="51213"/>
                  <a:pt x="51213" y="0"/>
                  <a:pt x="114292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3767" y="134196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06822" y="1399115"/>
            <a:ext cx="257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967" y="1418165"/>
            <a:ext cx="561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BCrypt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3767" y="1799165"/>
            <a:ext cx="2590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Contraseñas nunca almacenadas en texto plano. Encriptación unidireccional con salt.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71308" y="1223433"/>
            <a:ext cx="2761192" cy="1961092"/>
          </a:xfrm>
          <a:custGeom>
            <a:avLst/>
            <a:gdLst/>
            <a:ahLst/>
            <a:cxnLst/>
            <a:rect l="l" t="t" r="r" b="b"/>
            <a:pathLst>
              <a:path w="2761192" h="1961092">
                <a:moveTo>
                  <a:pt x="114292" y="0"/>
                </a:moveTo>
                <a:lnTo>
                  <a:pt x="2646899" y="0"/>
                </a:lnTo>
                <a:cubicBezTo>
                  <a:pt x="2710021" y="0"/>
                  <a:pt x="2761192" y="51170"/>
                  <a:pt x="2761192" y="114292"/>
                </a:cubicBezTo>
                <a:lnTo>
                  <a:pt x="2761192" y="1846799"/>
                </a:lnTo>
                <a:cubicBezTo>
                  <a:pt x="2761192" y="1909921"/>
                  <a:pt x="2710021" y="1961092"/>
                  <a:pt x="2646899" y="1961092"/>
                </a:cubicBezTo>
                <a:lnTo>
                  <a:pt x="114292" y="1961092"/>
                </a:lnTo>
                <a:cubicBezTo>
                  <a:pt x="51170" y="1961092"/>
                  <a:pt x="0" y="1909921"/>
                  <a:pt x="0" y="1846799"/>
                </a:cubicBezTo>
                <a:lnTo>
                  <a:pt x="0" y="114292"/>
                </a:lnTo>
                <a:cubicBezTo>
                  <a:pt x="0" y="51213"/>
                  <a:pt x="51213" y="0"/>
                  <a:pt x="114292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9842" y="134196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478345" y="1399115"/>
            <a:ext cx="28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47042" y="1418165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JWT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9842" y="1799165"/>
            <a:ext cx="2590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Token con subject (email), claim de rol y expiración de 15 minutos.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57383" y="1223433"/>
            <a:ext cx="2761192" cy="1961092"/>
          </a:xfrm>
          <a:custGeom>
            <a:avLst/>
            <a:gdLst/>
            <a:ahLst/>
            <a:cxnLst/>
            <a:rect l="l" t="t" r="r" b="b"/>
            <a:pathLst>
              <a:path w="2761192" h="1961092">
                <a:moveTo>
                  <a:pt x="114292" y="0"/>
                </a:moveTo>
                <a:lnTo>
                  <a:pt x="2646899" y="0"/>
                </a:lnTo>
                <a:cubicBezTo>
                  <a:pt x="2710021" y="0"/>
                  <a:pt x="2761192" y="51170"/>
                  <a:pt x="2761192" y="114292"/>
                </a:cubicBezTo>
                <a:lnTo>
                  <a:pt x="2761192" y="1846799"/>
                </a:lnTo>
                <a:cubicBezTo>
                  <a:pt x="2761192" y="1909921"/>
                  <a:pt x="2710021" y="1961092"/>
                  <a:pt x="2646899" y="1961092"/>
                </a:cubicBezTo>
                <a:lnTo>
                  <a:pt x="114292" y="1961092"/>
                </a:lnTo>
                <a:cubicBezTo>
                  <a:pt x="51170" y="1961092"/>
                  <a:pt x="0" y="1909921"/>
                  <a:pt x="0" y="1846799"/>
                </a:cubicBezTo>
                <a:lnTo>
                  <a:pt x="0" y="114292"/>
                </a:lnTo>
                <a:cubicBezTo>
                  <a:pt x="0" y="51213"/>
                  <a:pt x="51213" y="0"/>
                  <a:pt x="114292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5917" y="134196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362171" y="1399115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5C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33117" y="1418165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Roles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75917" y="1799165"/>
            <a:ext cx="2590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ADMIN y CUSTOMER con permisos diferenciados en rutas protegidas.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043458" y="1223433"/>
            <a:ext cx="2761192" cy="1961092"/>
          </a:xfrm>
          <a:custGeom>
            <a:avLst/>
            <a:gdLst/>
            <a:ahLst/>
            <a:cxnLst/>
            <a:rect l="l" t="t" r="r" b="b"/>
            <a:pathLst>
              <a:path w="2761192" h="1961092">
                <a:moveTo>
                  <a:pt x="114292" y="0"/>
                </a:moveTo>
                <a:lnTo>
                  <a:pt x="2646899" y="0"/>
                </a:lnTo>
                <a:cubicBezTo>
                  <a:pt x="2710021" y="0"/>
                  <a:pt x="2761192" y="51170"/>
                  <a:pt x="2761192" y="114292"/>
                </a:cubicBezTo>
                <a:lnTo>
                  <a:pt x="2761192" y="1846799"/>
                </a:lnTo>
                <a:cubicBezTo>
                  <a:pt x="2761192" y="1909921"/>
                  <a:pt x="2710021" y="1961092"/>
                  <a:pt x="2646899" y="1961092"/>
                </a:cubicBezTo>
                <a:lnTo>
                  <a:pt x="114292" y="1961092"/>
                </a:lnTo>
                <a:cubicBezTo>
                  <a:pt x="51170" y="1961092"/>
                  <a:pt x="0" y="1909921"/>
                  <a:pt x="0" y="1846799"/>
                </a:cubicBezTo>
                <a:lnTo>
                  <a:pt x="0" y="114292"/>
                </a:lnTo>
                <a:cubicBezTo>
                  <a:pt x="0" y="51213"/>
                  <a:pt x="51213" y="0"/>
                  <a:pt x="114292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61992" y="134196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248378" y="1399115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19192" y="1418165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Gateway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61992" y="1799165"/>
            <a:ext cx="2590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Filtro centralizado en BFF. Punto único de validación de seguridad.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5233" y="3310469"/>
            <a:ext cx="2761192" cy="1770592"/>
          </a:xfrm>
          <a:custGeom>
            <a:avLst/>
            <a:gdLst/>
            <a:ahLst/>
            <a:cxnLst/>
            <a:rect l="l" t="t" r="r" b="b"/>
            <a:pathLst>
              <a:path w="2761192" h="1770592">
                <a:moveTo>
                  <a:pt x="114292" y="0"/>
                </a:moveTo>
                <a:lnTo>
                  <a:pt x="2646900" y="0"/>
                </a:lnTo>
                <a:cubicBezTo>
                  <a:pt x="2710022" y="0"/>
                  <a:pt x="2761192" y="51170"/>
                  <a:pt x="2761192" y="114292"/>
                </a:cubicBezTo>
                <a:lnTo>
                  <a:pt x="2761192" y="1656300"/>
                </a:lnTo>
                <a:cubicBezTo>
                  <a:pt x="2761192" y="1719422"/>
                  <a:pt x="2710022" y="1770592"/>
                  <a:pt x="2646900" y="1770592"/>
                </a:cubicBezTo>
                <a:lnTo>
                  <a:pt x="114292" y="1770592"/>
                </a:lnTo>
                <a:cubicBezTo>
                  <a:pt x="51170" y="1770592"/>
                  <a:pt x="0" y="1719422"/>
                  <a:pt x="0" y="1656300"/>
                </a:cubicBezTo>
                <a:lnTo>
                  <a:pt x="0" y="114292"/>
                </a:lnTo>
                <a:cubicBezTo>
                  <a:pt x="0" y="51212"/>
                  <a:pt x="51212" y="0"/>
                  <a:pt x="114292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3767" y="3429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89227" y="3486150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0967" y="3505200"/>
            <a:ext cx="323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401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3767" y="3886200"/>
            <a:ext cx="2590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 token o token inválido/expirado → Unauthorized con JSON estructurado.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271308" y="3310469"/>
            <a:ext cx="2761192" cy="1770592"/>
          </a:xfrm>
          <a:custGeom>
            <a:avLst/>
            <a:gdLst/>
            <a:ahLst/>
            <a:cxnLst/>
            <a:rect l="l" t="t" r="r" b="b"/>
            <a:pathLst>
              <a:path w="2761192" h="1770592">
                <a:moveTo>
                  <a:pt x="114292" y="0"/>
                </a:moveTo>
                <a:lnTo>
                  <a:pt x="2646900" y="0"/>
                </a:lnTo>
                <a:cubicBezTo>
                  <a:pt x="2710022" y="0"/>
                  <a:pt x="2761192" y="51170"/>
                  <a:pt x="2761192" y="114292"/>
                </a:cubicBezTo>
                <a:lnTo>
                  <a:pt x="2761192" y="1656300"/>
                </a:lnTo>
                <a:cubicBezTo>
                  <a:pt x="2761192" y="1719422"/>
                  <a:pt x="2710022" y="1770592"/>
                  <a:pt x="2646900" y="1770592"/>
                </a:cubicBezTo>
                <a:lnTo>
                  <a:pt x="114292" y="1770592"/>
                </a:lnTo>
                <a:cubicBezTo>
                  <a:pt x="51170" y="1770592"/>
                  <a:pt x="0" y="1719422"/>
                  <a:pt x="0" y="1656300"/>
                </a:cubicBezTo>
                <a:lnTo>
                  <a:pt x="0" y="114292"/>
                </a:lnTo>
                <a:cubicBezTo>
                  <a:pt x="0" y="51212"/>
                  <a:pt x="51212" y="0"/>
                  <a:pt x="114292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9842" y="3429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C4899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475038" y="3486150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C48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847042" y="3505200"/>
            <a:ext cx="352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403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389842" y="3886200"/>
            <a:ext cx="2590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Token válido pero rol insuficiente → Forbidden con mensaje claro.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57383" y="3310469"/>
            <a:ext cx="2761192" cy="1770592"/>
          </a:xfrm>
          <a:custGeom>
            <a:avLst/>
            <a:gdLst/>
            <a:ahLst/>
            <a:cxnLst/>
            <a:rect l="l" t="t" r="r" b="b"/>
            <a:pathLst>
              <a:path w="2761192" h="1770592">
                <a:moveTo>
                  <a:pt x="114292" y="0"/>
                </a:moveTo>
                <a:lnTo>
                  <a:pt x="2646900" y="0"/>
                </a:lnTo>
                <a:cubicBezTo>
                  <a:pt x="2710022" y="0"/>
                  <a:pt x="2761192" y="51170"/>
                  <a:pt x="2761192" y="114292"/>
                </a:cubicBezTo>
                <a:lnTo>
                  <a:pt x="2761192" y="1656300"/>
                </a:lnTo>
                <a:cubicBezTo>
                  <a:pt x="2761192" y="1719422"/>
                  <a:pt x="2710022" y="1770592"/>
                  <a:pt x="2646900" y="1770592"/>
                </a:cubicBezTo>
                <a:lnTo>
                  <a:pt x="114292" y="1770592"/>
                </a:lnTo>
                <a:cubicBezTo>
                  <a:pt x="51170" y="1770592"/>
                  <a:pt x="0" y="1719422"/>
                  <a:pt x="0" y="1656300"/>
                </a:cubicBezTo>
                <a:lnTo>
                  <a:pt x="0" y="114292"/>
                </a:lnTo>
                <a:cubicBezTo>
                  <a:pt x="0" y="51212"/>
                  <a:pt x="51212" y="0"/>
                  <a:pt x="114292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75917" y="3429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6B6D4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368256" y="3486150"/>
            <a:ext cx="28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6B6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33117" y="3505200"/>
            <a:ext cx="676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Pydantic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275917" y="3886200"/>
            <a:ext cx="2590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Validación estricta de todos los payloads en los routers.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043458" y="3310469"/>
            <a:ext cx="2761192" cy="1770592"/>
          </a:xfrm>
          <a:custGeom>
            <a:avLst/>
            <a:gdLst/>
            <a:ahLst/>
            <a:cxnLst/>
            <a:rect l="l" t="t" r="r" b="b"/>
            <a:pathLst>
              <a:path w="2761192" h="1770592">
                <a:moveTo>
                  <a:pt x="114292" y="0"/>
                </a:moveTo>
                <a:lnTo>
                  <a:pt x="2646900" y="0"/>
                </a:lnTo>
                <a:cubicBezTo>
                  <a:pt x="2710022" y="0"/>
                  <a:pt x="2761192" y="51170"/>
                  <a:pt x="2761192" y="114292"/>
                </a:cubicBezTo>
                <a:lnTo>
                  <a:pt x="2761192" y="1656300"/>
                </a:lnTo>
                <a:cubicBezTo>
                  <a:pt x="2761192" y="1719422"/>
                  <a:pt x="2710022" y="1770592"/>
                  <a:pt x="2646900" y="1770592"/>
                </a:cubicBezTo>
                <a:lnTo>
                  <a:pt x="114292" y="1770592"/>
                </a:lnTo>
                <a:cubicBezTo>
                  <a:pt x="51170" y="1770592"/>
                  <a:pt x="0" y="1719422"/>
                  <a:pt x="0" y="1656300"/>
                </a:cubicBezTo>
                <a:lnTo>
                  <a:pt x="0" y="114292"/>
                </a:lnTo>
                <a:cubicBezTo>
                  <a:pt x="0" y="51212"/>
                  <a:pt x="51212" y="0"/>
                  <a:pt x="114292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61992" y="3429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4CC16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9245336" y="3486150"/>
            <a:ext cx="304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4CC1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619192" y="3505200"/>
            <a:ext cx="1019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Error Handler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161992" y="3886200"/>
            <a:ext cx="2590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GlobalExceptionHandler: errores en JSON, sin datos sensibles expuestos.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85233" y="5207134"/>
            <a:ext cx="11419417" cy="1265767"/>
          </a:xfrm>
          <a:custGeom>
            <a:avLst/>
            <a:gdLst/>
            <a:ahLst/>
            <a:cxnLst/>
            <a:rect l="l" t="t" r="r" b="b"/>
            <a:pathLst>
              <a:path w="11419417" h="1265767">
                <a:moveTo>
                  <a:pt x="114299" y="0"/>
                </a:moveTo>
                <a:lnTo>
                  <a:pt x="11305118" y="0"/>
                </a:lnTo>
                <a:cubicBezTo>
                  <a:pt x="11368243" y="0"/>
                  <a:pt x="11419417" y="51173"/>
                  <a:pt x="11419417" y="114299"/>
                </a:cubicBezTo>
                <a:lnTo>
                  <a:pt x="11419417" y="1151468"/>
                </a:lnTo>
                <a:cubicBezTo>
                  <a:pt x="11419417" y="1214593"/>
                  <a:pt x="11368243" y="1265767"/>
                  <a:pt x="11305118" y="1265767"/>
                </a:cubicBezTo>
                <a:lnTo>
                  <a:pt x="114299" y="1265767"/>
                </a:lnTo>
                <a:cubicBezTo>
                  <a:pt x="51216" y="1265767"/>
                  <a:pt x="0" y="1214551"/>
                  <a:pt x="0" y="1151468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9004" y="5363766"/>
            <a:ext cx="11191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Flujo de Seguridad en el Gateway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980803" y="5744766"/>
            <a:ext cx="657225" cy="571500"/>
          </a:xfrm>
          <a:custGeom>
            <a:avLst/>
            <a:gdLst/>
            <a:ahLst/>
            <a:cxnLst/>
            <a:rect l="l" t="t" r="r" b="b"/>
            <a:pathLst>
              <a:path w="657225" h="571500">
                <a:moveTo>
                  <a:pt x="76198" y="0"/>
                </a:moveTo>
                <a:lnTo>
                  <a:pt x="581027" y="0"/>
                </a:lnTo>
                <a:cubicBezTo>
                  <a:pt x="623110" y="0"/>
                  <a:pt x="657225" y="34115"/>
                  <a:pt x="657225" y="76198"/>
                </a:cubicBezTo>
                <a:lnTo>
                  <a:pt x="657225" y="495302"/>
                </a:lnTo>
                <a:cubicBezTo>
                  <a:pt x="657225" y="537385"/>
                  <a:pt x="623110" y="571500"/>
                  <a:pt x="5810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8" name="Text 46"/>
          <p:cNvSpPr/>
          <p:nvPr/>
        </p:nvSpPr>
        <p:spPr>
          <a:xfrm>
            <a:off x="2066528" y="5820966"/>
            <a:ext cx="485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Request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2232554" y="605366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0" name="Shape 48"/>
          <p:cNvSpPr/>
          <p:nvPr/>
        </p:nvSpPr>
        <p:spPr>
          <a:xfrm>
            <a:off x="2717139" y="5854704"/>
            <a:ext cx="1046692" cy="351367"/>
          </a:xfrm>
          <a:custGeom>
            <a:avLst/>
            <a:gdLst/>
            <a:ahLst/>
            <a:cxnLst/>
            <a:rect l="l" t="t" r="r" b="b"/>
            <a:pathLst>
              <a:path w="1046692" h="351367">
                <a:moveTo>
                  <a:pt x="76201" y="0"/>
                </a:moveTo>
                <a:lnTo>
                  <a:pt x="970491" y="0"/>
                </a:lnTo>
                <a:cubicBezTo>
                  <a:pt x="1012575" y="0"/>
                  <a:pt x="1046692" y="34116"/>
                  <a:pt x="1046692" y="76201"/>
                </a:cubicBezTo>
                <a:lnTo>
                  <a:pt x="1046692" y="275166"/>
                </a:lnTo>
                <a:cubicBezTo>
                  <a:pt x="1046692" y="317250"/>
                  <a:pt x="1012575" y="351367"/>
                  <a:pt x="970491" y="351367"/>
                </a:cubicBezTo>
                <a:lnTo>
                  <a:pt x="76201" y="351367"/>
                </a:lnTo>
                <a:cubicBezTo>
                  <a:pt x="34144" y="351367"/>
                  <a:pt x="0" y="317222"/>
                  <a:pt x="0" y="275166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1289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835672" y="5935135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JwtAuthFilter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848100" y="5839885"/>
            <a:ext cx="419100" cy="381000"/>
          </a:xfrm>
          <a:custGeom>
            <a:avLst/>
            <a:gdLst/>
            <a:ahLst/>
            <a:cxnLst/>
            <a:rect l="l" t="t" r="r" b="b"/>
            <a:pathLst>
              <a:path w="419100" h="381000">
                <a:moveTo>
                  <a:pt x="76200" y="0"/>
                </a:moveTo>
                <a:lnTo>
                  <a:pt x="342900" y="0"/>
                </a:lnTo>
                <a:cubicBezTo>
                  <a:pt x="384956" y="0"/>
                  <a:pt x="419100" y="34144"/>
                  <a:pt x="419100" y="76200"/>
                </a:cubicBezTo>
                <a:lnTo>
                  <a:pt x="419100" y="304800"/>
                </a:lnTo>
                <a:cubicBezTo>
                  <a:pt x="419100" y="346856"/>
                  <a:pt x="384956" y="381000"/>
                  <a:pt x="3429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3" name="Shape 51"/>
          <p:cNvSpPr/>
          <p:nvPr/>
        </p:nvSpPr>
        <p:spPr>
          <a:xfrm>
            <a:off x="3981450" y="595841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4" name="Shape 52"/>
          <p:cNvSpPr/>
          <p:nvPr/>
        </p:nvSpPr>
        <p:spPr>
          <a:xfrm>
            <a:off x="4347633" y="5854704"/>
            <a:ext cx="1141942" cy="351367"/>
          </a:xfrm>
          <a:custGeom>
            <a:avLst/>
            <a:gdLst/>
            <a:ahLst/>
            <a:cxnLst/>
            <a:rect l="l" t="t" r="r" b="b"/>
            <a:pathLst>
              <a:path w="1141942" h="351367">
                <a:moveTo>
                  <a:pt x="76201" y="0"/>
                </a:moveTo>
                <a:lnTo>
                  <a:pt x="1065741" y="0"/>
                </a:lnTo>
                <a:cubicBezTo>
                  <a:pt x="1107825" y="0"/>
                  <a:pt x="1141942" y="34116"/>
                  <a:pt x="1141942" y="76201"/>
                </a:cubicBezTo>
                <a:lnTo>
                  <a:pt x="1141942" y="275166"/>
                </a:lnTo>
                <a:cubicBezTo>
                  <a:pt x="1141942" y="317250"/>
                  <a:pt x="1107825" y="351367"/>
                  <a:pt x="1065741" y="351367"/>
                </a:cubicBezTo>
                <a:lnTo>
                  <a:pt x="76201" y="351367"/>
                </a:lnTo>
                <a:cubicBezTo>
                  <a:pt x="34144" y="351367"/>
                  <a:pt x="0" y="317222"/>
                  <a:pt x="0" y="275166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 w="11289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466167" y="5935135"/>
            <a:ext cx="971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RouteValidator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571463" y="5839885"/>
            <a:ext cx="419100" cy="381000"/>
          </a:xfrm>
          <a:custGeom>
            <a:avLst/>
            <a:gdLst/>
            <a:ahLst/>
            <a:cxnLst/>
            <a:rect l="l" t="t" r="r" b="b"/>
            <a:pathLst>
              <a:path w="419100" h="381000">
                <a:moveTo>
                  <a:pt x="76200" y="0"/>
                </a:moveTo>
                <a:lnTo>
                  <a:pt x="342900" y="0"/>
                </a:lnTo>
                <a:cubicBezTo>
                  <a:pt x="384956" y="0"/>
                  <a:pt x="419100" y="34144"/>
                  <a:pt x="419100" y="76200"/>
                </a:cubicBezTo>
                <a:lnTo>
                  <a:pt x="419100" y="304800"/>
                </a:lnTo>
                <a:cubicBezTo>
                  <a:pt x="419100" y="346856"/>
                  <a:pt x="384956" y="381000"/>
                  <a:pt x="3429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7" name="Shape 55"/>
          <p:cNvSpPr/>
          <p:nvPr/>
        </p:nvSpPr>
        <p:spPr>
          <a:xfrm>
            <a:off x="5704813" y="595841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8" name="Shape 56"/>
          <p:cNvSpPr/>
          <p:nvPr/>
        </p:nvSpPr>
        <p:spPr>
          <a:xfrm>
            <a:off x="6070997" y="5854704"/>
            <a:ext cx="1141942" cy="351367"/>
          </a:xfrm>
          <a:custGeom>
            <a:avLst/>
            <a:gdLst/>
            <a:ahLst/>
            <a:cxnLst/>
            <a:rect l="l" t="t" r="r" b="b"/>
            <a:pathLst>
              <a:path w="1141942" h="351367">
                <a:moveTo>
                  <a:pt x="76201" y="0"/>
                </a:moveTo>
                <a:lnTo>
                  <a:pt x="1065741" y="0"/>
                </a:lnTo>
                <a:cubicBezTo>
                  <a:pt x="1107825" y="0"/>
                  <a:pt x="1141942" y="34116"/>
                  <a:pt x="1141942" y="76201"/>
                </a:cubicBezTo>
                <a:lnTo>
                  <a:pt x="1141942" y="275166"/>
                </a:lnTo>
                <a:cubicBezTo>
                  <a:pt x="1141942" y="317250"/>
                  <a:pt x="1107825" y="351367"/>
                  <a:pt x="1065741" y="351367"/>
                </a:cubicBezTo>
                <a:lnTo>
                  <a:pt x="76201" y="351367"/>
                </a:lnTo>
                <a:cubicBezTo>
                  <a:pt x="34144" y="351367"/>
                  <a:pt x="0" y="317222"/>
                  <a:pt x="0" y="275166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11289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89530" y="5935135"/>
            <a:ext cx="971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¿Token válido?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290858" y="5839885"/>
            <a:ext cx="419100" cy="381000"/>
          </a:xfrm>
          <a:custGeom>
            <a:avLst/>
            <a:gdLst/>
            <a:ahLst/>
            <a:cxnLst/>
            <a:rect l="l" t="t" r="r" b="b"/>
            <a:pathLst>
              <a:path w="419100" h="381000">
                <a:moveTo>
                  <a:pt x="76200" y="0"/>
                </a:moveTo>
                <a:lnTo>
                  <a:pt x="342900" y="0"/>
                </a:lnTo>
                <a:cubicBezTo>
                  <a:pt x="384956" y="0"/>
                  <a:pt x="419100" y="34144"/>
                  <a:pt x="419100" y="76200"/>
                </a:cubicBezTo>
                <a:lnTo>
                  <a:pt x="419100" y="304800"/>
                </a:lnTo>
                <a:cubicBezTo>
                  <a:pt x="419100" y="346856"/>
                  <a:pt x="384956" y="381000"/>
                  <a:pt x="3429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61" name="Shape 59"/>
          <p:cNvSpPr/>
          <p:nvPr/>
        </p:nvSpPr>
        <p:spPr>
          <a:xfrm>
            <a:off x="7424208" y="595841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2" name="Shape 60"/>
          <p:cNvSpPr/>
          <p:nvPr/>
        </p:nvSpPr>
        <p:spPr>
          <a:xfrm>
            <a:off x="7790392" y="5854704"/>
            <a:ext cx="789517" cy="351367"/>
          </a:xfrm>
          <a:custGeom>
            <a:avLst/>
            <a:gdLst/>
            <a:ahLst/>
            <a:cxnLst/>
            <a:rect l="l" t="t" r="r" b="b"/>
            <a:pathLst>
              <a:path w="789517" h="351367">
                <a:moveTo>
                  <a:pt x="76201" y="0"/>
                </a:moveTo>
                <a:lnTo>
                  <a:pt x="713316" y="0"/>
                </a:lnTo>
                <a:cubicBezTo>
                  <a:pt x="755372" y="0"/>
                  <a:pt x="789517" y="34144"/>
                  <a:pt x="789517" y="76201"/>
                </a:cubicBezTo>
                <a:lnTo>
                  <a:pt x="789517" y="275166"/>
                </a:lnTo>
                <a:cubicBezTo>
                  <a:pt x="789517" y="317222"/>
                  <a:pt x="755372" y="351367"/>
                  <a:pt x="713316" y="351367"/>
                </a:cubicBezTo>
                <a:lnTo>
                  <a:pt x="76201" y="351367"/>
                </a:lnTo>
                <a:cubicBezTo>
                  <a:pt x="34144" y="351367"/>
                  <a:pt x="0" y="317222"/>
                  <a:pt x="0" y="275166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 w="11289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908925" y="5935135"/>
            <a:ext cx="61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¿Rol OK?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659151" y="5839885"/>
            <a:ext cx="419100" cy="381000"/>
          </a:xfrm>
          <a:custGeom>
            <a:avLst/>
            <a:gdLst/>
            <a:ahLst/>
            <a:cxnLst/>
            <a:rect l="l" t="t" r="r" b="b"/>
            <a:pathLst>
              <a:path w="419100" h="381000">
                <a:moveTo>
                  <a:pt x="76200" y="0"/>
                </a:moveTo>
                <a:lnTo>
                  <a:pt x="342900" y="0"/>
                </a:lnTo>
                <a:cubicBezTo>
                  <a:pt x="384956" y="0"/>
                  <a:pt x="419100" y="34144"/>
                  <a:pt x="419100" y="76200"/>
                </a:cubicBezTo>
                <a:lnTo>
                  <a:pt x="419100" y="304800"/>
                </a:lnTo>
                <a:cubicBezTo>
                  <a:pt x="419100" y="346856"/>
                  <a:pt x="384956" y="381000"/>
                  <a:pt x="3429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65" name="Shape 63"/>
          <p:cNvSpPr/>
          <p:nvPr/>
        </p:nvSpPr>
        <p:spPr>
          <a:xfrm>
            <a:off x="8792501" y="595841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6" name="Shape 64"/>
          <p:cNvSpPr/>
          <p:nvPr/>
        </p:nvSpPr>
        <p:spPr>
          <a:xfrm>
            <a:off x="9158684" y="5854704"/>
            <a:ext cx="1046692" cy="351367"/>
          </a:xfrm>
          <a:custGeom>
            <a:avLst/>
            <a:gdLst/>
            <a:ahLst/>
            <a:cxnLst/>
            <a:rect l="l" t="t" r="r" b="b"/>
            <a:pathLst>
              <a:path w="1046692" h="351367">
                <a:moveTo>
                  <a:pt x="76201" y="0"/>
                </a:moveTo>
                <a:lnTo>
                  <a:pt x="970491" y="0"/>
                </a:lnTo>
                <a:cubicBezTo>
                  <a:pt x="1012575" y="0"/>
                  <a:pt x="1046692" y="34116"/>
                  <a:pt x="1046692" y="76201"/>
                </a:cubicBezTo>
                <a:lnTo>
                  <a:pt x="1046692" y="275166"/>
                </a:lnTo>
                <a:cubicBezTo>
                  <a:pt x="1046692" y="317250"/>
                  <a:pt x="1012575" y="351367"/>
                  <a:pt x="970491" y="351367"/>
                </a:cubicBezTo>
                <a:lnTo>
                  <a:pt x="76201" y="351367"/>
                </a:lnTo>
                <a:cubicBezTo>
                  <a:pt x="34144" y="351367"/>
                  <a:pt x="0" y="317222"/>
                  <a:pt x="0" y="275166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11289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277218" y="5935135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Microservicio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6099" y="369709"/>
            <a:ext cx="33610" cy="268879"/>
          </a:xfrm>
          <a:custGeom>
            <a:avLst/>
            <a:gdLst/>
            <a:ahLst/>
            <a:cxnLst/>
            <a:rect l="l" t="t" r="r" b="b"/>
            <a:pathLst>
              <a:path w="33610" h="268879">
                <a:moveTo>
                  <a:pt x="16805" y="0"/>
                </a:moveTo>
                <a:lnTo>
                  <a:pt x="16805" y="0"/>
                </a:lnTo>
                <a:cubicBezTo>
                  <a:pt x="26086" y="0"/>
                  <a:pt x="33610" y="7524"/>
                  <a:pt x="33610" y="16805"/>
                </a:cubicBezTo>
                <a:lnTo>
                  <a:pt x="33610" y="252074"/>
                </a:lnTo>
                <a:cubicBezTo>
                  <a:pt x="33610" y="261356"/>
                  <a:pt x="26086" y="268879"/>
                  <a:pt x="16805" y="268879"/>
                </a:cubicBezTo>
                <a:lnTo>
                  <a:pt x="16805" y="268879"/>
                </a:lnTo>
                <a:cubicBezTo>
                  <a:pt x="7524" y="268879"/>
                  <a:pt x="0" y="261356"/>
                  <a:pt x="0" y="252074"/>
                </a:cubicBezTo>
                <a:lnTo>
                  <a:pt x="0" y="16805"/>
                </a:lnTo>
                <a:cubicBezTo>
                  <a:pt x="0" y="7524"/>
                  <a:pt x="7524" y="0"/>
                  <a:pt x="16805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/>
              </a:gs>
              <a:gs pos="0">
                <a:srgbClr val="FFFFFF"/>
              </a:gs>
              <a:gs pos="100000">
                <a:srgbClr val="3B82F6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470539" y="336099"/>
            <a:ext cx="5251551" cy="336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82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Pruebas de Integración Realizadas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0539" y="739418"/>
            <a:ext cx="11452582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sistema probado de punta a punta — Todas las pruebas pasaron ✓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9834" y="1079252"/>
            <a:ext cx="11510465" cy="4914518"/>
          </a:xfrm>
          <a:custGeom>
            <a:avLst/>
            <a:gdLst/>
            <a:ahLst/>
            <a:cxnLst/>
            <a:rect l="l" t="t" r="r" b="b"/>
            <a:pathLst>
              <a:path w="11510465" h="4914518">
                <a:moveTo>
                  <a:pt x="100846" y="0"/>
                </a:moveTo>
                <a:lnTo>
                  <a:pt x="11409620" y="0"/>
                </a:lnTo>
                <a:cubicBezTo>
                  <a:pt x="11465315" y="0"/>
                  <a:pt x="11510465" y="45150"/>
                  <a:pt x="11510465" y="100846"/>
                </a:cubicBezTo>
                <a:lnTo>
                  <a:pt x="11510465" y="4813672"/>
                </a:lnTo>
                <a:cubicBezTo>
                  <a:pt x="11510465" y="4869368"/>
                  <a:pt x="11465315" y="4914518"/>
                  <a:pt x="11409620" y="4914518"/>
                </a:cubicBezTo>
                <a:lnTo>
                  <a:pt x="100846" y="4914518"/>
                </a:lnTo>
                <a:cubicBezTo>
                  <a:pt x="45150" y="4914518"/>
                  <a:pt x="0" y="4869368"/>
                  <a:pt x="0" y="4813672"/>
                </a:cubicBezTo>
                <a:lnTo>
                  <a:pt x="0" y="100846"/>
                </a:lnTo>
                <a:cubicBezTo>
                  <a:pt x="0" y="45188"/>
                  <a:pt x="45188" y="0"/>
                  <a:pt x="100846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8008" y="1217424"/>
          <a:ext cx="11234117" cy="4638170"/>
        </p:xfrm>
        <a:graphic>
          <a:graphicData uri="http://schemas.openxmlformats.org/drawingml/2006/table">
            <a:tbl>
              <a:tblPr/>
              <a:tblGrid>
                <a:gridCol w="5612857"/>
                <a:gridCol w="3697092"/>
                <a:gridCol w="1924168"/>
              </a:tblGrid>
              <a:tr h="309211">
                <a:tc>
                  <a:txBody>
                    <a:bodyPr/>
                    <a:lstStyle/>
                    <a:p>
                      <a:pPr algn="l"/>
                      <a:r>
                        <a:rPr lang="en-US" sz="9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Prueba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Escenario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Resultado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09211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Register nuevo usuario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Role CUSTOMER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200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09211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Login con credenciales correctas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JWT generado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200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09211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Login con credenciales incorrectas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Error JSON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401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09211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Ruta protegida sin token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Rechazado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401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09211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Ruta protegida con CUSTOMER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Rechazado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403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09211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Ruta protegida con ADMIN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Permitido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200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09211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Carga archivo válido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ImportBatch generado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OK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09211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Carga archivo con errores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Errores registrados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OK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09211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POST /books sin título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Error controlado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422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09211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GET /books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Catálogo devuelto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200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09211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GET /config/params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Parámetros devueltos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200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09211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GET /quality/errors?batch_id=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Errores por lote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200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09211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POST /enrich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Mock devuelto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200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09211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Health checks de todos los servicios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Todos respondiendo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9/9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0830" marR="100830" marT="67220" marB="672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39834" y="6139416"/>
            <a:ext cx="3738170" cy="713277"/>
          </a:xfrm>
          <a:custGeom>
            <a:avLst/>
            <a:gdLst/>
            <a:ahLst/>
            <a:cxnLst/>
            <a:rect l="l" t="t" r="r" b="b"/>
            <a:pathLst>
              <a:path w="3738170" h="713277">
                <a:moveTo>
                  <a:pt x="100829" y="0"/>
                </a:moveTo>
                <a:lnTo>
                  <a:pt x="3637342" y="0"/>
                </a:lnTo>
                <a:cubicBezTo>
                  <a:pt x="3693028" y="0"/>
                  <a:pt x="3738170" y="45143"/>
                  <a:pt x="3738170" y="100829"/>
                </a:cubicBezTo>
                <a:lnTo>
                  <a:pt x="3738170" y="612448"/>
                </a:lnTo>
                <a:cubicBezTo>
                  <a:pt x="3738170" y="668135"/>
                  <a:pt x="3693028" y="713277"/>
                  <a:pt x="3637342" y="713277"/>
                </a:cubicBezTo>
                <a:lnTo>
                  <a:pt x="100829" y="713277"/>
                </a:lnTo>
                <a:cubicBezTo>
                  <a:pt x="45143" y="713277"/>
                  <a:pt x="0" y="668135"/>
                  <a:pt x="0" y="612448"/>
                </a:cubicBezTo>
                <a:lnTo>
                  <a:pt x="0" y="100829"/>
                </a:lnTo>
                <a:cubicBezTo>
                  <a:pt x="0" y="45143"/>
                  <a:pt x="45143" y="0"/>
                  <a:pt x="100829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1379" y="6243979"/>
            <a:ext cx="3655079" cy="302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85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14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14989" y="6580078"/>
            <a:ext cx="3587859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6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Pruebas Realizadas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223647" y="6139416"/>
            <a:ext cx="3738170" cy="713277"/>
          </a:xfrm>
          <a:custGeom>
            <a:avLst/>
            <a:gdLst/>
            <a:ahLst/>
            <a:cxnLst/>
            <a:rect l="l" t="t" r="r" b="b"/>
            <a:pathLst>
              <a:path w="3738170" h="713277">
                <a:moveTo>
                  <a:pt x="100829" y="0"/>
                </a:moveTo>
                <a:lnTo>
                  <a:pt x="3637342" y="0"/>
                </a:lnTo>
                <a:cubicBezTo>
                  <a:pt x="3693028" y="0"/>
                  <a:pt x="3738170" y="45143"/>
                  <a:pt x="3738170" y="100829"/>
                </a:cubicBezTo>
                <a:lnTo>
                  <a:pt x="3738170" y="612448"/>
                </a:lnTo>
                <a:cubicBezTo>
                  <a:pt x="3738170" y="668135"/>
                  <a:pt x="3693028" y="713277"/>
                  <a:pt x="3637342" y="713277"/>
                </a:cubicBezTo>
                <a:lnTo>
                  <a:pt x="100829" y="713277"/>
                </a:lnTo>
                <a:cubicBezTo>
                  <a:pt x="45143" y="713277"/>
                  <a:pt x="0" y="668135"/>
                  <a:pt x="0" y="612448"/>
                </a:cubicBezTo>
                <a:lnTo>
                  <a:pt x="0" y="100829"/>
                </a:lnTo>
                <a:cubicBezTo>
                  <a:pt x="0" y="45143"/>
                  <a:pt x="45143" y="0"/>
                  <a:pt x="100829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65193" y="6243979"/>
            <a:ext cx="3655079" cy="302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85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14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298803" y="6580078"/>
            <a:ext cx="3587859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6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Pruebas Aprobadas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107461" y="6139416"/>
            <a:ext cx="3738170" cy="713277"/>
          </a:xfrm>
          <a:custGeom>
            <a:avLst/>
            <a:gdLst/>
            <a:ahLst/>
            <a:cxnLst/>
            <a:rect l="l" t="t" r="r" b="b"/>
            <a:pathLst>
              <a:path w="3738170" h="713277">
                <a:moveTo>
                  <a:pt x="100829" y="0"/>
                </a:moveTo>
                <a:lnTo>
                  <a:pt x="3637342" y="0"/>
                </a:lnTo>
                <a:cubicBezTo>
                  <a:pt x="3693028" y="0"/>
                  <a:pt x="3738170" y="45143"/>
                  <a:pt x="3738170" y="100829"/>
                </a:cubicBezTo>
                <a:lnTo>
                  <a:pt x="3738170" y="612448"/>
                </a:lnTo>
                <a:cubicBezTo>
                  <a:pt x="3738170" y="668135"/>
                  <a:pt x="3693028" y="713277"/>
                  <a:pt x="3637342" y="713277"/>
                </a:cubicBezTo>
                <a:lnTo>
                  <a:pt x="100829" y="713277"/>
                </a:lnTo>
                <a:cubicBezTo>
                  <a:pt x="45143" y="713277"/>
                  <a:pt x="0" y="668135"/>
                  <a:pt x="0" y="612448"/>
                </a:cubicBezTo>
                <a:lnTo>
                  <a:pt x="0" y="100829"/>
                </a:lnTo>
                <a:cubicBezTo>
                  <a:pt x="0" y="45143"/>
                  <a:pt x="45143" y="0"/>
                  <a:pt x="100829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49006" y="6243979"/>
            <a:ext cx="3655079" cy="302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85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182616" y="6580078"/>
            <a:ext cx="3587859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6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Tasa de Éxito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285750"/>
                </a:lnTo>
                <a:cubicBezTo>
                  <a:pt x="38100" y="296264"/>
                  <a:pt x="29564" y="304800"/>
                  <a:pt x="19050" y="304800"/>
                </a:cubicBezTo>
                <a:lnTo>
                  <a:pt x="19050" y="304800"/>
                </a:lnTo>
                <a:cubicBezTo>
                  <a:pt x="8536" y="304800"/>
                  <a:pt x="0" y="296264"/>
                  <a:pt x="0" y="285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/>
              </a:gs>
              <a:gs pos="0">
                <a:srgbClr val="FFFFFF"/>
              </a:gs>
              <a:gs pos="100000">
                <a:srgbClr val="10B981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33400" y="3810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Evaluación Técnica: Fortalezas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 que construimos bien — Validado por evaluación técnica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233" y="1223433"/>
            <a:ext cx="5628217" cy="1056217"/>
          </a:xfrm>
          <a:custGeom>
            <a:avLst/>
            <a:gdLst/>
            <a:ahLst/>
            <a:cxnLst/>
            <a:rect l="l" t="t" r="r" b="b"/>
            <a:pathLst>
              <a:path w="5628217" h="1056217">
                <a:moveTo>
                  <a:pt x="114304" y="0"/>
                </a:moveTo>
                <a:lnTo>
                  <a:pt x="5513913" y="0"/>
                </a:lnTo>
                <a:cubicBezTo>
                  <a:pt x="5577041" y="0"/>
                  <a:pt x="5628217" y="51176"/>
                  <a:pt x="5628217" y="114304"/>
                </a:cubicBezTo>
                <a:lnTo>
                  <a:pt x="5628217" y="941913"/>
                </a:lnTo>
                <a:cubicBezTo>
                  <a:pt x="5628217" y="1005041"/>
                  <a:pt x="5577041" y="1056217"/>
                  <a:pt x="5513913" y="1056217"/>
                </a:cubicBezTo>
                <a:lnTo>
                  <a:pt x="114304" y="1056217"/>
                </a:lnTo>
                <a:cubicBezTo>
                  <a:pt x="51176" y="1056217"/>
                  <a:pt x="0" y="1005041"/>
                  <a:pt x="0" y="941913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1867" y="13800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75217" y="151341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113367" y="1380065"/>
            <a:ext cx="4829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Arquitectura de Microservicios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3367" y="1722965"/>
            <a:ext cx="4810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Arquitectura real y correctamente implementada. No es un monolito disfrazado.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6433" y="1223433"/>
            <a:ext cx="5628217" cy="1056217"/>
          </a:xfrm>
          <a:custGeom>
            <a:avLst/>
            <a:gdLst/>
            <a:ahLst/>
            <a:cxnLst/>
            <a:rect l="l" t="t" r="r" b="b"/>
            <a:pathLst>
              <a:path w="5628217" h="1056217">
                <a:moveTo>
                  <a:pt x="114304" y="0"/>
                </a:moveTo>
                <a:lnTo>
                  <a:pt x="5513913" y="0"/>
                </a:lnTo>
                <a:cubicBezTo>
                  <a:pt x="5577041" y="0"/>
                  <a:pt x="5628217" y="51176"/>
                  <a:pt x="5628217" y="114304"/>
                </a:cubicBezTo>
                <a:lnTo>
                  <a:pt x="5628217" y="941913"/>
                </a:lnTo>
                <a:cubicBezTo>
                  <a:pt x="5628217" y="1005041"/>
                  <a:pt x="5577041" y="1056217"/>
                  <a:pt x="5513913" y="1056217"/>
                </a:cubicBezTo>
                <a:lnTo>
                  <a:pt x="114304" y="1056217"/>
                </a:lnTo>
                <a:cubicBezTo>
                  <a:pt x="51176" y="1056217"/>
                  <a:pt x="0" y="1005041"/>
                  <a:pt x="0" y="941913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33067" y="13800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466417" y="151341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6904567" y="1380065"/>
            <a:ext cx="4829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Separación de Responsabilidades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04567" y="1722965"/>
            <a:ext cx="4810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Clara separación entre routers, application, domain e infrastructure en cada servicio.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5233" y="2438410"/>
            <a:ext cx="5628217" cy="865717"/>
          </a:xfrm>
          <a:custGeom>
            <a:avLst/>
            <a:gdLst/>
            <a:ahLst/>
            <a:cxnLst/>
            <a:rect l="l" t="t" r="r" b="b"/>
            <a:pathLst>
              <a:path w="5628217" h="865717">
                <a:moveTo>
                  <a:pt x="114301" y="0"/>
                </a:moveTo>
                <a:lnTo>
                  <a:pt x="5513916" y="0"/>
                </a:lnTo>
                <a:cubicBezTo>
                  <a:pt x="5577043" y="0"/>
                  <a:pt x="5628217" y="51174"/>
                  <a:pt x="5628217" y="114301"/>
                </a:cubicBezTo>
                <a:lnTo>
                  <a:pt x="5628217" y="751416"/>
                </a:lnTo>
                <a:cubicBezTo>
                  <a:pt x="5628217" y="814543"/>
                  <a:pt x="5577043" y="865717"/>
                  <a:pt x="5513916" y="865717"/>
                </a:cubicBezTo>
                <a:lnTo>
                  <a:pt x="114301" y="865717"/>
                </a:lnTo>
                <a:cubicBezTo>
                  <a:pt x="51174" y="865717"/>
                  <a:pt x="0" y="814543"/>
                  <a:pt x="0" y="751416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1867" y="259504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75217" y="272839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3344" y="0"/>
                </a:moveTo>
                <a:lnTo>
                  <a:pt x="83344" y="23812"/>
                </a:lnTo>
                <a:cubicBezTo>
                  <a:pt x="83344" y="27087"/>
                  <a:pt x="86023" y="29766"/>
                  <a:pt x="89297" y="29766"/>
                </a:cubicBezTo>
                <a:lnTo>
                  <a:pt x="101203" y="29766"/>
                </a:lnTo>
                <a:cubicBezTo>
                  <a:pt x="104477" y="29766"/>
                  <a:pt x="107156" y="27087"/>
                  <a:pt x="107156" y="23812"/>
                </a:cubicBezTo>
                <a:lnTo>
                  <a:pt x="107156" y="0"/>
                </a:lnTo>
                <a:lnTo>
                  <a:pt x="119063" y="0"/>
                </a:lnTo>
                <a:cubicBezTo>
                  <a:pt x="132197" y="0"/>
                  <a:pt x="142875" y="10678"/>
                  <a:pt x="142875" y="23812"/>
                </a:cubicBezTo>
                <a:lnTo>
                  <a:pt x="142875" y="71438"/>
                </a:lnTo>
                <a:cubicBezTo>
                  <a:pt x="142875" y="73484"/>
                  <a:pt x="142615" y="75493"/>
                  <a:pt x="142131" y="77391"/>
                </a:cubicBezTo>
                <a:lnTo>
                  <a:pt x="48369" y="77391"/>
                </a:lnTo>
                <a:cubicBezTo>
                  <a:pt x="47885" y="75493"/>
                  <a:pt x="47625" y="73484"/>
                  <a:pt x="47625" y="71438"/>
                </a:cubicBezTo>
                <a:lnTo>
                  <a:pt x="47625" y="23812"/>
                </a:lnTo>
                <a:cubicBezTo>
                  <a:pt x="47625" y="10678"/>
                  <a:pt x="58303" y="0"/>
                  <a:pt x="71438" y="0"/>
                </a:cubicBezTo>
                <a:lnTo>
                  <a:pt x="83344" y="0"/>
                </a:lnTo>
                <a:close/>
                <a:moveTo>
                  <a:pt x="119063" y="190500"/>
                </a:moveTo>
                <a:cubicBezTo>
                  <a:pt x="114895" y="190500"/>
                  <a:pt x="110951" y="189421"/>
                  <a:pt x="107528" y="187523"/>
                </a:cubicBezTo>
                <a:cubicBezTo>
                  <a:pt x="111063" y="181384"/>
                  <a:pt x="113109" y="174278"/>
                  <a:pt x="113109" y="166688"/>
                </a:cubicBezTo>
                <a:lnTo>
                  <a:pt x="113109" y="119063"/>
                </a:lnTo>
                <a:cubicBezTo>
                  <a:pt x="113109" y="111472"/>
                  <a:pt x="111063" y="104366"/>
                  <a:pt x="107528" y="98227"/>
                </a:cubicBezTo>
                <a:cubicBezTo>
                  <a:pt x="110951" y="96329"/>
                  <a:pt x="114858" y="95250"/>
                  <a:pt x="119063" y="95250"/>
                </a:cubicBezTo>
                <a:lnTo>
                  <a:pt x="130969" y="95250"/>
                </a:lnTo>
                <a:lnTo>
                  <a:pt x="130969" y="119063"/>
                </a:lnTo>
                <a:cubicBezTo>
                  <a:pt x="130969" y="122337"/>
                  <a:pt x="133648" y="125016"/>
                  <a:pt x="136922" y="125016"/>
                </a:cubicBezTo>
                <a:lnTo>
                  <a:pt x="148828" y="125016"/>
                </a:lnTo>
                <a:cubicBezTo>
                  <a:pt x="152102" y="125016"/>
                  <a:pt x="154781" y="122337"/>
                  <a:pt x="154781" y="119063"/>
                </a:cubicBezTo>
                <a:lnTo>
                  <a:pt x="154781" y="95250"/>
                </a:lnTo>
                <a:lnTo>
                  <a:pt x="166688" y="95250"/>
                </a:lnTo>
                <a:cubicBezTo>
                  <a:pt x="179822" y="95250"/>
                  <a:pt x="190500" y="105928"/>
                  <a:pt x="190500" y="119063"/>
                </a:cubicBezTo>
                <a:lnTo>
                  <a:pt x="190500" y="166688"/>
                </a:lnTo>
                <a:cubicBezTo>
                  <a:pt x="190500" y="179822"/>
                  <a:pt x="179822" y="190500"/>
                  <a:pt x="166688" y="190500"/>
                </a:cubicBezTo>
                <a:lnTo>
                  <a:pt x="119063" y="190500"/>
                </a:lnTo>
                <a:close/>
                <a:moveTo>
                  <a:pt x="0" y="119063"/>
                </a:moveTo>
                <a:cubicBezTo>
                  <a:pt x="0" y="105928"/>
                  <a:pt x="10678" y="95250"/>
                  <a:pt x="23812" y="95250"/>
                </a:cubicBezTo>
                <a:lnTo>
                  <a:pt x="35719" y="95250"/>
                </a:lnTo>
                <a:lnTo>
                  <a:pt x="35719" y="119063"/>
                </a:lnTo>
                <a:cubicBezTo>
                  <a:pt x="35719" y="122337"/>
                  <a:pt x="38398" y="125016"/>
                  <a:pt x="41672" y="125016"/>
                </a:cubicBezTo>
                <a:lnTo>
                  <a:pt x="53578" y="125016"/>
                </a:lnTo>
                <a:cubicBezTo>
                  <a:pt x="56852" y="125016"/>
                  <a:pt x="59531" y="122337"/>
                  <a:pt x="59531" y="119063"/>
                </a:cubicBezTo>
                <a:lnTo>
                  <a:pt x="59531" y="95250"/>
                </a:lnTo>
                <a:lnTo>
                  <a:pt x="71438" y="95250"/>
                </a:lnTo>
                <a:cubicBezTo>
                  <a:pt x="84572" y="95250"/>
                  <a:pt x="95250" y="105928"/>
                  <a:pt x="95250" y="119063"/>
                </a:cubicBezTo>
                <a:lnTo>
                  <a:pt x="95250" y="166688"/>
                </a:lnTo>
                <a:cubicBezTo>
                  <a:pt x="95250" y="179822"/>
                  <a:pt x="84572" y="190500"/>
                  <a:pt x="71438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119063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1113367" y="2595042"/>
            <a:ext cx="4791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Inventory Service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3367" y="2937942"/>
            <a:ext cx="4772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módulo más sólido y completo del Sprint 1. Trazabilidad completa por lote.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76433" y="2438410"/>
            <a:ext cx="5628217" cy="865717"/>
          </a:xfrm>
          <a:custGeom>
            <a:avLst/>
            <a:gdLst/>
            <a:ahLst/>
            <a:cxnLst/>
            <a:rect l="l" t="t" r="r" b="b"/>
            <a:pathLst>
              <a:path w="5628217" h="865717">
                <a:moveTo>
                  <a:pt x="114301" y="0"/>
                </a:moveTo>
                <a:lnTo>
                  <a:pt x="5513916" y="0"/>
                </a:lnTo>
                <a:cubicBezTo>
                  <a:pt x="5577043" y="0"/>
                  <a:pt x="5628217" y="51174"/>
                  <a:pt x="5628217" y="114301"/>
                </a:cubicBezTo>
                <a:lnTo>
                  <a:pt x="5628217" y="751416"/>
                </a:lnTo>
                <a:cubicBezTo>
                  <a:pt x="5628217" y="814543"/>
                  <a:pt x="5577043" y="865717"/>
                  <a:pt x="5513916" y="865717"/>
                </a:cubicBezTo>
                <a:lnTo>
                  <a:pt x="114301" y="865717"/>
                </a:lnTo>
                <a:cubicBezTo>
                  <a:pt x="51174" y="865717"/>
                  <a:pt x="0" y="814543"/>
                  <a:pt x="0" y="751416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33067" y="259504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C4899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442604" y="2728392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23" name="Text 21"/>
          <p:cNvSpPr/>
          <p:nvPr/>
        </p:nvSpPr>
        <p:spPr>
          <a:xfrm>
            <a:off x="6904567" y="2595042"/>
            <a:ext cx="4810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Enrichment Desacoplado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04567" y="2937942"/>
            <a:ext cx="479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Arquitectura correctamente planteada y lista para integrar IA real en Sprint 2.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5233" y="3462869"/>
            <a:ext cx="5628217" cy="1056217"/>
          </a:xfrm>
          <a:custGeom>
            <a:avLst/>
            <a:gdLst/>
            <a:ahLst/>
            <a:cxnLst/>
            <a:rect l="l" t="t" r="r" b="b"/>
            <a:pathLst>
              <a:path w="5628217" h="1056217">
                <a:moveTo>
                  <a:pt x="114304" y="0"/>
                </a:moveTo>
                <a:lnTo>
                  <a:pt x="5513913" y="0"/>
                </a:lnTo>
                <a:cubicBezTo>
                  <a:pt x="5577041" y="0"/>
                  <a:pt x="5628217" y="51176"/>
                  <a:pt x="5628217" y="114304"/>
                </a:cubicBezTo>
                <a:lnTo>
                  <a:pt x="5628217" y="941913"/>
                </a:lnTo>
                <a:cubicBezTo>
                  <a:pt x="5628217" y="1005041"/>
                  <a:pt x="5577041" y="1056217"/>
                  <a:pt x="5513913" y="1056217"/>
                </a:cubicBezTo>
                <a:lnTo>
                  <a:pt x="114304" y="1056217"/>
                </a:lnTo>
                <a:cubicBezTo>
                  <a:pt x="51176" y="1056217"/>
                  <a:pt x="0" y="1005041"/>
                  <a:pt x="0" y="941913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1867" y="361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99029" y="37528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47625" y="35719"/>
                </a:moveTo>
                <a:lnTo>
                  <a:pt x="47625" y="59531"/>
                </a:lnTo>
                <a:lnTo>
                  <a:pt x="95250" y="59531"/>
                </a:lnTo>
                <a:lnTo>
                  <a:pt x="95250" y="35719"/>
                </a:lnTo>
                <a:cubicBezTo>
                  <a:pt x="95250" y="22585"/>
                  <a:pt x="84572" y="11906"/>
                  <a:pt x="71438" y="11906"/>
                </a:cubicBezTo>
                <a:cubicBezTo>
                  <a:pt x="58303" y="11906"/>
                  <a:pt x="47625" y="22585"/>
                  <a:pt x="47625" y="35719"/>
                </a:cubicBezTo>
                <a:close/>
                <a:moveTo>
                  <a:pt x="23812" y="59531"/>
                </a:moveTo>
                <a:lnTo>
                  <a:pt x="23812" y="35719"/>
                </a:lnTo>
                <a:cubicBezTo>
                  <a:pt x="23812" y="9413"/>
                  <a:pt x="45132" y="-11906"/>
                  <a:pt x="71438" y="-11906"/>
                </a:cubicBezTo>
                <a:cubicBezTo>
                  <a:pt x="97743" y="-11906"/>
                  <a:pt x="119063" y="9413"/>
                  <a:pt x="119063" y="35719"/>
                </a:cubicBezTo>
                <a:lnTo>
                  <a:pt x="119063" y="59531"/>
                </a:lnTo>
                <a:cubicBezTo>
                  <a:pt x="132197" y="59531"/>
                  <a:pt x="142875" y="70210"/>
                  <a:pt x="142875" y="83344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83344"/>
                </a:lnTo>
                <a:cubicBezTo>
                  <a:pt x="0" y="70210"/>
                  <a:pt x="10678" y="59531"/>
                  <a:pt x="23812" y="5953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1113367" y="3619500"/>
            <a:ext cx="4829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Auth con Roles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13367" y="3962400"/>
            <a:ext cx="4810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Autenticación y autorización implementadas con JWT, BCrypt y validación de roles.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76433" y="3462869"/>
            <a:ext cx="5628217" cy="1056217"/>
          </a:xfrm>
          <a:custGeom>
            <a:avLst/>
            <a:gdLst/>
            <a:ahLst/>
            <a:cxnLst/>
            <a:rect l="l" t="t" r="r" b="b"/>
            <a:pathLst>
              <a:path w="5628217" h="1056217">
                <a:moveTo>
                  <a:pt x="114304" y="0"/>
                </a:moveTo>
                <a:lnTo>
                  <a:pt x="5513913" y="0"/>
                </a:lnTo>
                <a:cubicBezTo>
                  <a:pt x="5577041" y="0"/>
                  <a:pt x="5628217" y="51176"/>
                  <a:pt x="5628217" y="114304"/>
                </a:cubicBezTo>
                <a:lnTo>
                  <a:pt x="5628217" y="941913"/>
                </a:lnTo>
                <a:cubicBezTo>
                  <a:pt x="5628217" y="1005041"/>
                  <a:pt x="5577041" y="1056217"/>
                  <a:pt x="5513913" y="1056217"/>
                </a:cubicBezTo>
                <a:lnTo>
                  <a:pt x="114304" y="1056217"/>
                </a:lnTo>
                <a:cubicBezTo>
                  <a:pt x="51176" y="1056217"/>
                  <a:pt x="0" y="1005041"/>
                  <a:pt x="0" y="941913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33067" y="361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466417" y="3752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6904567" y="3619500"/>
            <a:ext cx="4829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Gateway con Seguridad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04567" y="3962400"/>
            <a:ext cx="4810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BFF funcionando correctamente como punto único de entrada con validación JWT.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5233" y="4677827"/>
            <a:ext cx="11419417" cy="865717"/>
          </a:xfrm>
          <a:custGeom>
            <a:avLst/>
            <a:gdLst/>
            <a:ahLst/>
            <a:cxnLst/>
            <a:rect l="l" t="t" r="r" b="b"/>
            <a:pathLst>
              <a:path w="11419417" h="865717">
                <a:moveTo>
                  <a:pt x="114301" y="0"/>
                </a:moveTo>
                <a:lnTo>
                  <a:pt x="11305116" y="0"/>
                </a:lnTo>
                <a:cubicBezTo>
                  <a:pt x="11368243" y="0"/>
                  <a:pt x="11419417" y="51174"/>
                  <a:pt x="11419417" y="114301"/>
                </a:cubicBezTo>
                <a:lnTo>
                  <a:pt x="11419417" y="751416"/>
                </a:lnTo>
                <a:cubicBezTo>
                  <a:pt x="11419417" y="814543"/>
                  <a:pt x="11368243" y="865717"/>
                  <a:pt x="11305116" y="865717"/>
                </a:cubicBezTo>
                <a:lnTo>
                  <a:pt x="114301" y="865717"/>
                </a:lnTo>
                <a:cubicBezTo>
                  <a:pt x="51174" y="865717"/>
                  <a:pt x="0" y="814543"/>
                  <a:pt x="0" y="751416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1867" y="483447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75217" y="496782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27471" y="3497"/>
                </a:moveTo>
                <a:cubicBezTo>
                  <a:pt x="122820" y="-1153"/>
                  <a:pt x="115267" y="-1153"/>
                  <a:pt x="110617" y="3497"/>
                </a:cubicBezTo>
                <a:cubicBezTo>
                  <a:pt x="105966" y="8148"/>
                  <a:pt x="105966" y="15701"/>
                  <a:pt x="110617" y="20352"/>
                </a:cubicBezTo>
                <a:lnTo>
                  <a:pt x="114114" y="23812"/>
                </a:lnTo>
                <a:lnTo>
                  <a:pt x="10455" y="127471"/>
                </a:lnTo>
                <a:cubicBezTo>
                  <a:pt x="3758" y="134169"/>
                  <a:pt x="0" y="143247"/>
                  <a:pt x="0" y="152735"/>
                </a:cubicBezTo>
                <a:lnTo>
                  <a:pt x="0" y="154781"/>
                </a:lnTo>
                <a:cubicBezTo>
                  <a:pt x="0" y="174501"/>
                  <a:pt x="15999" y="190500"/>
                  <a:pt x="35719" y="190500"/>
                </a:cubicBezTo>
                <a:lnTo>
                  <a:pt x="37765" y="190500"/>
                </a:lnTo>
                <a:cubicBezTo>
                  <a:pt x="47253" y="190500"/>
                  <a:pt x="56331" y="186742"/>
                  <a:pt x="63029" y="180045"/>
                </a:cubicBezTo>
                <a:lnTo>
                  <a:pt x="166688" y="76386"/>
                </a:lnTo>
                <a:lnTo>
                  <a:pt x="170185" y="79883"/>
                </a:lnTo>
                <a:cubicBezTo>
                  <a:pt x="174836" y="84534"/>
                  <a:pt x="182389" y="84534"/>
                  <a:pt x="187040" y="79883"/>
                </a:cubicBezTo>
                <a:cubicBezTo>
                  <a:pt x="191691" y="75233"/>
                  <a:pt x="191691" y="67680"/>
                  <a:pt x="187040" y="63029"/>
                </a:cubicBezTo>
                <a:lnTo>
                  <a:pt x="127508" y="3497"/>
                </a:lnTo>
                <a:close/>
                <a:moveTo>
                  <a:pt x="76386" y="95250"/>
                </a:moveTo>
                <a:lnTo>
                  <a:pt x="130969" y="40667"/>
                </a:lnTo>
                <a:lnTo>
                  <a:pt x="149833" y="59531"/>
                </a:lnTo>
                <a:lnTo>
                  <a:pt x="114114" y="95250"/>
                </a:lnTo>
                <a:lnTo>
                  <a:pt x="76349" y="95250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1113367" y="4834477"/>
            <a:ext cx="7210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Pruebas de Integración End-to-End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13367" y="5177377"/>
            <a:ext cx="7191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Flujo completo verificado: register → login → token → endpoint protegido. Todas las pruebas pasaron exitosamente.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85233" y="5702304"/>
            <a:ext cx="11419417" cy="770467"/>
          </a:xfrm>
          <a:custGeom>
            <a:avLst/>
            <a:gdLst/>
            <a:ahLst/>
            <a:cxnLst/>
            <a:rect l="l" t="t" r="r" b="b"/>
            <a:pathLst>
              <a:path w="11419417" h="770467">
                <a:moveTo>
                  <a:pt x="114299" y="0"/>
                </a:moveTo>
                <a:lnTo>
                  <a:pt x="11305118" y="0"/>
                </a:lnTo>
                <a:cubicBezTo>
                  <a:pt x="11368243" y="0"/>
                  <a:pt x="11419417" y="51173"/>
                  <a:pt x="11419417" y="114299"/>
                </a:cubicBezTo>
                <a:lnTo>
                  <a:pt x="11419417" y="656168"/>
                </a:lnTo>
                <a:cubicBezTo>
                  <a:pt x="11419417" y="719293"/>
                  <a:pt x="11368243" y="770467"/>
                  <a:pt x="11305118" y="770467"/>
                </a:cubicBezTo>
                <a:lnTo>
                  <a:pt x="114299" y="770467"/>
                </a:lnTo>
                <a:cubicBezTo>
                  <a:pt x="51173" y="770467"/>
                  <a:pt x="0" y="719293"/>
                  <a:pt x="0" y="656168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20000"/>
                </a:srgbClr>
              </a:gs>
              <a:gs pos="100000">
                <a:srgbClr val="3B82F6">
                  <a:alpha val="20000"/>
                </a:srgbClr>
              </a:gs>
            </a:gsLst>
            <a:lin ang="0" scaled="1"/>
          </a:gradFill>
          <a:ln w="11289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4729" y="597323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96441"/>
                </a:moveTo>
                <a:cubicBezTo>
                  <a:pt x="0" y="66839"/>
                  <a:pt x="23976" y="42863"/>
                  <a:pt x="53578" y="42863"/>
                </a:cubicBezTo>
                <a:lnTo>
                  <a:pt x="57150" y="42863"/>
                </a:lnTo>
                <a:cubicBezTo>
                  <a:pt x="65053" y="42863"/>
                  <a:pt x="71438" y="49247"/>
                  <a:pt x="71438" y="57150"/>
                </a:cubicBezTo>
                <a:cubicBezTo>
                  <a:pt x="71438" y="65053"/>
                  <a:pt x="65053" y="71438"/>
                  <a:pt x="57150" y="71438"/>
                </a:cubicBezTo>
                <a:lnTo>
                  <a:pt x="53578" y="71438"/>
                </a:lnTo>
                <a:cubicBezTo>
                  <a:pt x="39782" y="71438"/>
                  <a:pt x="28575" y="82644"/>
                  <a:pt x="28575" y="96441"/>
                </a:cubicBezTo>
                <a:lnTo>
                  <a:pt x="28575" y="100013"/>
                </a:lnTo>
                <a:lnTo>
                  <a:pt x="57150" y="100013"/>
                </a:lnTo>
                <a:cubicBezTo>
                  <a:pt x="72911" y="100013"/>
                  <a:pt x="85725" y="112827"/>
                  <a:pt x="85725" y="128588"/>
                </a:cubicBezTo>
                <a:lnTo>
                  <a:pt x="85725" y="157163"/>
                </a:lnTo>
                <a:cubicBezTo>
                  <a:pt x="85725" y="172923"/>
                  <a:pt x="72911" y="185738"/>
                  <a:pt x="57150" y="185738"/>
                </a:cubicBezTo>
                <a:lnTo>
                  <a:pt x="28575" y="185738"/>
                </a:lnTo>
                <a:cubicBezTo>
                  <a:pt x="12814" y="185738"/>
                  <a:pt x="0" y="172923"/>
                  <a:pt x="0" y="157163"/>
                </a:cubicBezTo>
                <a:lnTo>
                  <a:pt x="0" y="96441"/>
                </a:lnTo>
                <a:close/>
                <a:moveTo>
                  <a:pt x="114300" y="96441"/>
                </a:moveTo>
                <a:cubicBezTo>
                  <a:pt x="114300" y="66839"/>
                  <a:pt x="138276" y="42863"/>
                  <a:pt x="167878" y="42863"/>
                </a:cubicBezTo>
                <a:lnTo>
                  <a:pt x="171450" y="42863"/>
                </a:lnTo>
                <a:cubicBezTo>
                  <a:pt x="179353" y="42863"/>
                  <a:pt x="185738" y="49247"/>
                  <a:pt x="185738" y="57150"/>
                </a:cubicBezTo>
                <a:cubicBezTo>
                  <a:pt x="185738" y="65053"/>
                  <a:pt x="179353" y="71438"/>
                  <a:pt x="171450" y="71438"/>
                </a:cubicBezTo>
                <a:lnTo>
                  <a:pt x="167878" y="71438"/>
                </a:lnTo>
                <a:cubicBezTo>
                  <a:pt x="154082" y="71438"/>
                  <a:pt x="142875" y="82644"/>
                  <a:pt x="142875" y="96441"/>
                </a:cubicBezTo>
                <a:lnTo>
                  <a:pt x="142875" y="100013"/>
                </a:lnTo>
                <a:lnTo>
                  <a:pt x="171450" y="100013"/>
                </a:lnTo>
                <a:cubicBezTo>
                  <a:pt x="187211" y="100013"/>
                  <a:pt x="200025" y="112827"/>
                  <a:pt x="200025" y="128588"/>
                </a:cubicBezTo>
                <a:lnTo>
                  <a:pt x="200025" y="157163"/>
                </a:lnTo>
                <a:cubicBezTo>
                  <a:pt x="200025" y="172923"/>
                  <a:pt x="187211" y="185738"/>
                  <a:pt x="171450" y="185738"/>
                </a:cubicBezTo>
                <a:lnTo>
                  <a:pt x="142875" y="185738"/>
                </a:lnTo>
                <a:cubicBezTo>
                  <a:pt x="127114" y="185738"/>
                  <a:pt x="114300" y="172923"/>
                  <a:pt x="114300" y="157163"/>
                </a:cubicBezTo>
                <a:lnTo>
                  <a:pt x="114300" y="96441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980017" y="5858935"/>
            <a:ext cx="10306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"Buena arquitectura. Separación correcta. El sistema es ejecutable y demostrable."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80017" y="6125635"/>
            <a:ext cx="10296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— Evaluación técnica Sprint 1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1407246" y="597323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132159"/>
                </a:moveTo>
                <a:cubicBezTo>
                  <a:pt x="200025" y="161761"/>
                  <a:pt x="176049" y="185738"/>
                  <a:pt x="146447" y="185738"/>
                </a:cubicBezTo>
                <a:lnTo>
                  <a:pt x="142875" y="185738"/>
                </a:lnTo>
                <a:cubicBezTo>
                  <a:pt x="134972" y="185738"/>
                  <a:pt x="128588" y="179353"/>
                  <a:pt x="128588" y="171450"/>
                </a:cubicBezTo>
                <a:cubicBezTo>
                  <a:pt x="128588" y="163547"/>
                  <a:pt x="134972" y="157163"/>
                  <a:pt x="142875" y="157163"/>
                </a:cubicBezTo>
                <a:lnTo>
                  <a:pt x="146447" y="157163"/>
                </a:lnTo>
                <a:cubicBezTo>
                  <a:pt x="160243" y="157163"/>
                  <a:pt x="171450" y="145956"/>
                  <a:pt x="171450" y="132159"/>
                </a:cubicBezTo>
                <a:lnTo>
                  <a:pt x="171450" y="128588"/>
                </a:lnTo>
                <a:lnTo>
                  <a:pt x="142875" y="128588"/>
                </a:lnTo>
                <a:cubicBezTo>
                  <a:pt x="127114" y="128588"/>
                  <a:pt x="114300" y="115773"/>
                  <a:pt x="114300" y="100013"/>
                </a:cubicBezTo>
                <a:lnTo>
                  <a:pt x="114300" y="71438"/>
                </a:lnTo>
                <a:cubicBezTo>
                  <a:pt x="114300" y="55677"/>
                  <a:pt x="127114" y="42863"/>
                  <a:pt x="142875" y="42863"/>
                </a:cubicBezTo>
                <a:lnTo>
                  <a:pt x="171450" y="42863"/>
                </a:lnTo>
                <a:cubicBezTo>
                  <a:pt x="187211" y="42863"/>
                  <a:pt x="200025" y="55677"/>
                  <a:pt x="200025" y="71438"/>
                </a:cubicBezTo>
                <a:lnTo>
                  <a:pt x="200025" y="132159"/>
                </a:lnTo>
                <a:close/>
                <a:moveTo>
                  <a:pt x="85725" y="132159"/>
                </a:moveTo>
                <a:cubicBezTo>
                  <a:pt x="85725" y="161761"/>
                  <a:pt x="61749" y="185738"/>
                  <a:pt x="32147" y="185738"/>
                </a:cubicBezTo>
                <a:lnTo>
                  <a:pt x="28575" y="185738"/>
                </a:lnTo>
                <a:cubicBezTo>
                  <a:pt x="20672" y="185738"/>
                  <a:pt x="14288" y="179353"/>
                  <a:pt x="14288" y="171450"/>
                </a:cubicBezTo>
                <a:cubicBezTo>
                  <a:pt x="14288" y="163547"/>
                  <a:pt x="20672" y="157163"/>
                  <a:pt x="28575" y="157163"/>
                </a:cubicBezTo>
                <a:lnTo>
                  <a:pt x="32147" y="157163"/>
                </a:lnTo>
                <a:cubicBezTo>
                  <a:pt x="45943" y="157163"/>
                  <a:pt x="57150" y="145956"/>
                  <a:pt x="57150" y="132159"/>
                </a:cubicBezTo>
                <a:lnTo>
                  <a:pt x="57150" y="128588"/>
                </a:lnTo>
                <a:lnTo>
                  <a:pt x="28575" y="128588"/>
                </a:lnTo>
                <a:cubicBezTo>
                  <a:pt x="12814" y="128588"/>
                  <a:pt x="0" y="115773"/>
                  <a:pt x="0" y="100013"/>
                </a:cubicBezTo>
                <a:lnTo>
                  <a:pt x="0" y="71438"/>
                </a:lnTo>
                <a:cubicBezTo>
                  <a:pt x="0" y="55677"/>
                  <a:pt x="12814" y="42863"/>
                  <a:pt x="28575" y="42863"/>
                </a:cubicBezTo>
                <a:lnTo>
                  <a:pt x="57150" y="42863"/>
                </a:lnTo>
                <a:cubicBezTo>
                  <a:pt x="72911" y="42863"/>
                  <a:pt x="85725" y="55677"/>
                  <a:pt x="85725" y="71438"/>
                </a:cubicBezTo>
                <a:lnTo>
                  <a:pt x="85725" y="132159"/>
                </a:lnTo>
                <a:close/>
              </a:path>
            </a:pathLst>
          </a:custGeom>
          <a:solidFill>
            <a:srgbClr val="F59E0B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285750"/>
                </a:lnTo>
                <a:cubicBezTo>
                  <a:pt x="38100" y="296264"/>
                  <a:pt x="29564" y="304800"/>
                  <a:pt x="19050" y="304800"/>
                </a:cubicBezTo>
                <a:lnTo>
                  <a:pt x="19050" y="304800"/>
                </a:lnTo>
                <a:cubicBezTo>
                  <a:pt x="8536" y="304800"/>
                  <a:pt x="0" y="296264"/>
                  <a:pt x="0" y="285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EC4899"/>
              </a:gs>
              <a:gs pos="0">
                <a:srgbClr val="FFFFFF"/>
              </a:gs>
              <a:gs pos="100000">
                <a:srgbClr val="8B5CF6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33400" y="381000"/>
            <a:ext cx="3771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Qué Viene en Sprint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IA real, pricing inteligente e integración completa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233" y="1223433"/>
            <a:ext cx="5628217" cy="1608667"/>
          </a:xfrm>
          <a:custGeom>
            <a:avLst/>
            <a:gdLst/>
            <a:ahLst/>
            <a:cxnLst/>
            <a:rect l="l" t="t" r="r" b="b"/>
            <a:pathLst>
              <a:path w="5628217" h="1608667">
                <a:moveTo>
                  <a:pt x="114296" y="0"/>
                </a:moveTo>
                <a:lnTo>
                  <a:pt x="5513921" y="0"/>
                </a:lnTo>
                <a:cubicBezTo>
                  <a:pt x="5577045" y="0"/>
                  <a:pt x="5628217" y="51172"/>
                  <a:pt x="5628217" y="114296"/>
                </a:cubicBezTo>
                <a:lnTo>
                  <a:pt x="5628217" y="1494371"/>
                </a:lnTo>
                <a:cubicBezTo>
                  <a:pt x="5628217" y="1557495"/>
                  <a:pt x="5577045" y="1608667"/>
                  <a:pt x="5513921" y="1608667"/>
                </a:cubicBezTo>
                <a:lnTo>
                  <a:pt x="114296" y="1608667"/>
                </a:lnTo>
                <a:cubicBezTo>
                  <a:pt x="51172" y="1608667"/>
                  <a:pt x="0" y="1557495"/>
                  <a:pt x="0" y="1494371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1867" y="13800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C4899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75217" y="151341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8" name="Text 6"/>
          <p:cNvSpPr/>
          <p:nvPr/>
        </p:nvSpPr>
        <p:spPr>
          <a:xfrm>
            <a:off x="1113367" y="1380065"/>
            <a:ext cx="1562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C48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OBJETIVO 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3367" y="1570565"/>
            <a:ext cx="158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Enrichment Real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1867" y="1951565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Integración con APIs externas para enriquecimiento real de metadatos bibliográficos.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1867" y="2256365"/>
            <a:ext cx="1085850" cy="228600"/>
          </a:xfrm>
          <a:custGeom>
            <a:avLst/>
            <a:gdLst/>
            <a:ahLst/>
            <a:cxnLst/>
            <a:rect l="l" t="t" r="r" b="b"/>
            <a:pathLst>
              <a:path w="1085850" h="228600">
                <a:moveTo>
                  <a:pt x="38101" y="0"/>
                </a:moveTo>
                <a:lnTo>
                  <a:pt x="1047749" y="0"/>
                </a:lnTo>
                <a:cubicBezTo>
                  <a:pt x="1068792" y="0"/>
                  <a:pt x="1085850" y="17058"/>
                  <a:pt x="1085850" y="38101"/>
                </a:cubicBezTo>
                <a:lnTo>
                  <a:pt x="1085850" y="190499"/>
                </a:lnTo>
                <a:cubicBezTo>
                  <a:pt x="1085850" y="211542"/>
                  <a:pt x="1068792" y="228600"/>
                  <a:pt x="10477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541867" y="2256365"/>
            <a:ext cx="11430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 Books API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702065" y="2256365"/>
            <a:ext cx="1038225" cy="228600"/>
          </a:xfrm>
          <a:custGeom>
            <a:avLst/>
            <a:gdLst/>
            <a:ahLst/>
            <a:cxnLst/>
            <a:rect l="l" t="t" r="r" b="b"/>
            <a:pathLst>
              <a:path w="1038225" h="228600">
                <a:moveTo>
                  <a:pt x="38101" y="0"/>
                </a:moveTo>
                <a:lnTo>
                  <a:pt x="1000124" y="0"/>
                </a:lnTo>
                <a:cubicBezTo>
                  <a:pt x="1021167" y="0"/>
                  <a:pt x="1038225" y="17058"/>
                  <a:pt x="1038225" y="38101"/>
                </a:cubicBezTo>
                <a:lnTo>
                  <a:pt x="1038225" y="190499"/>
                </a:lnTo>
                <a:cubicBezTo>
                  <a:pt x="1038225" y="211542"/>
                  <a:pt x="1021167" y="228600"/>
                  <a:pt x="10001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1702065" y="2256365"/>
            <a:ext cx="10953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 Library API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821120" y="2256365"/>
            <a:ext cx="1104900" cy="228600"/>
          </a:xfrm>
          <a:custGeom>
            <a:avLst/>
            <a:gdLst/>
            <a:ahLst/>
            <a:cxnLst/>
            <a:rect l="l" t="t" r="r" b="b"/>
            <a:pathLst>
              <a:path w="1104900" h="228600">
                <a:moveTo>
                  <a:pt x="38101" y="0"/>
                </a:moveTo>
                <a:lnTo>
                  <a:pt x="1066799" y="0"/>
                </a:lnTo>
                <a:cubicBezTo>
                  <a:pt x="1087842" y="0"/>
                  <a:pt x="1104900" y="17058"/>
                  <a:pt x="1104900" y="38101"/>
                </a:cubicBezTo>
                <a:lnTo>
                  <a:pt x="1104900" y="190499"/>
                </a:lnTo>
                <a:cubicBezTo>
                  <a:pt x="1104900" y="211542"/>
                  <a:pt x="1087842" y="228600"/>
                  <a:pt x="10667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2821120" y="2256365"/>
            <a:ext cx="11620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Crossref REST API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76433" y="1223433"/>
            <a:ext cx="5628217" cy="1608667"/>
          </a:xfrm>
          <a:custGeom>
            <a:avLst/>
            <a:gdLst/>
            <a:ahLst/>
            <a:cxnLst/>
            <a:rect l="l" t="t" r="r" b="b"/>
            <a:pathLst>
              <a:path w="5628217" h="1608667">
                <a:moveTo>
                  <a:pt x="114296" y="0"/>
                </a:moveTo>
                <a:lnTo>
                  <a:pt x="5513921" y="0"/>
                </a:lnTo>
                <a:cubicBezTo>
                  <a:pt x="5577045" y="0"/>
                  <a:pt x="5628217" y="51172"/>
                  <a:pt x="5628217" y="114296"/>
                </a:cubicBezTo>
                <a:lnTo>
                  <a:pt x="5628217" y="1494371"/>
                </a:lnTo>
                <a:cubicBezTo>
                  <a:pt x="5628217" y="1557495"/>
                  <a:pt x="5577045" y="1608667"/>
                  <a:pt x="5513921" y="1608667"/>
                </a:cubicBezTo>
                <a:lnTo>
                  <a:pt x="114296" y="1608667"/>
                </a:lnTo>
                <a:cubicBezTo>
                  <a:pt x="51172" y="1608667"/>
                  <a:pt x="0" y="1557495"/>
                  <a:pt x="0" y="1494371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33067" y="13800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502136" y="1513415"/>
            <a:ext cx="119063" cy="190500"/>
          </a:xfrm>
          <a:custGeom>
            <a:avLst/>
            <a:gdLst/>
            <a:ahLst/>
            <a:cxnLst/>
            <a:rect l="l" t="t" r="r" b="b"/>
            <a:pathLst>
              <a:path w="119063" h="190500">
                <a:moveTo>
                  <a:pt x="50602" y="8930"/>
                </a:moveTo>
                <a:cubicBezTo>
                  <a:pt x="50602" y="3981"/>
                  <a:pt x="54583" y="0"/>
                  <a:pt x="59531" y="0"/>
                </a:cubicBezTo>
                <a:cubicBezTo>
                  <a:pt x="64480" y="0"/>
                  <a:pt x="68461" y="3981"/>
                  <a:pt x="68461" y="8930"/>
                </a:cubicBezTo>
                <a:lnTo>
                  <a:pt x="68461" y="23812"/>
                </a:lnTo>
                <a:lnTo>
                  <a:pt x="89297" y="23812"/>
                </a:lnTo>
                <a:cubicBezTo>
                  <a:pt x="95883" y="23812"/>
                  <a:pt x="101203" y="29133"/>
                  <a:pt x="101203" y="35719"/>
                </a:cubicBezTo>
                <a:cubicBezTo>
                  <a:pt x="101203" y="42304"/>
                  <a:pt x="95883" y="47625"/>
                  <a:pt x="89297" y="47625"/>
                </a:cubicBezTo>
                <a:lnTo>
                  <a:pt x="46546" y="47625"/>
                </a:lnTo>
                <a:cubicBezTo>
                  <a:pt x="37281" y="47625"/>
                  <a:pt x="29766" y="55141"/>
                  <a:pt x="29766" y="64405"/>
                </a:cubicBezTo>
                <a:cubicBezTo>
                  <a:pt x="29766" y="72777"/>
                  <a:pt x="35905" y="79846"/>
                  <a:pt x="44165" y="81037"/>
                </a:cubicBezTo>
                <a:lnTo>
                  <a:pt x="78246" y="85911"/>
                </a:lnTo>
                <a:cubicBezTo>
                  <a:pt x="98264" y="88776"/>
                  <a:pt x="113109" y="105891"/>
                  <a:pt x="113109" y="126095"/>
                </a:cubicBezTo>
                <a:cubicBezTo>
                  <a:pt x="113109" y="148530"/>
                  <a:pt x="94915" y="166688"/>
                  <a:pt x="72517" y="166688"/>
                </a:cubicBezTo>
                <a:lnTo>
                  <a:pt x="68461" y="166688"/>
                </a:lnTo>
                <a:lnTo>
                  <a:pt x="68461" y="181570"/>
                </a:lnTo>
                <a:cubicBezTo>
                  <a:pt x="68461" y="186519"/>
                  <a:pt x="64480" y="190500"/>
                  <a:pt x="59531" y="190500"/>
                </a:cubicBezTo>
                <a:cubicBezTo>
                  <a:pt x="54583" y="190500"/>
                  <a:pt x="50602" y="186519"/>
                  <a:pt x="50602" y="181570"/>
                </a:cubicBezTo>
                <a:lnTo>
                  <a:pt x="50602" y="166688"/>
                </a:lnTo>
                <a:lnTo>
                  <a:pt x="23812" y="166688"/>
                </a:lnTo>
                <a:cubicBezTo>
                  <a:pt x="17227" y="166688"/>
                  <a:pt x="11906" y="161367"/>
                  <a:pt x="11906" y="154781"/>
                </a:cubicBezTo>
                <a:cubicBezTo>
                  <a:pt x="11906" y="148196"/>
                  <a:pt x="17227" y="142875"/>
                  <a:pt x="23812" y="142875"/>
                </a:cubicBezTo>
                <a:lnTo>
                  <a:pt x="72517" y="142875"/>
                </a:lnTo>
                <a:cubicBezTo>
                  <a:pt x="81781" y="142875"/>
                  <a:pt x="89297" y="135359"/>
                  <a:pt x="89297" y="126095"/>
                </a:cubicBezTo>
                <a:cubicBezTo>
                  <a:pt x="89297" y="117723"/>
                  <a:pt x="83158" y="110654"/>
                  <a:pt x="74898" y="109463"/>
                </a:cubicBezTo>
                <a:lnTo>
                  <a:pt x="40816" y="104589"/>
                </a:lnTo>
                <a:cubicBezTo>
                  <a:pt x="20799" y="101761"/>
                  <a:pt x="5953" y="84609"/>
                  <a:pt x="5953" y="64405"/>
                </a:cubicBezTo>
                <a:cubicBezTo>
                  <a:pt x="5953" y="42007"/>
                  <a:pt x="24147" y="23812"/>
                  <a:pt x="46546" y="23812"/>
                </a:cubicBezTo>
                <a:lnTo>
                  <a:pt x="50602" y="23812"/>
                </a:lnTo>
                <a:lnTo>
                  <a:pt x="50602" y="893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904567" y="1380065"/>
            <a:ext cx="2257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OBJETIVO 02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04567" y="1570565"/>
            <a:ext cx="2276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Motor de Pricing Inteligente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33067" y="1951565"/>
            <a:ext cx="5381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Cálculo de precios sugeridos con lógica explicable y trazable basada en múltiples factores.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33067" y="2446865"/>
            <a:ext cx="1247775" cy="228600"/>
          </a:xfrm>
          <a:custGeom>
            <a:avLst/>
            <a:gdLst/>
            <a:ahLst/>
            <a:cxnLst/>
            <a:rect l="l" t="t" r="r" b="b"/>
            <a:pathLst>
              <a:path w="1247775" h="228600">
                <a:moveTo>
                  <a:pt x="38101" y="0"/>
                </a:moveTo>
                <a:lnTo>
                  <a:pt x="1209674" y="0"/>
                </a:lnTo>
                <a:cubicBezTo>
                  <a:pt x="1230717" y="0"/>
                  <a:pt x="1247775" y="17058"/>
                  <a:pt x="1247775" y="38101"/>
                </a:cubicBezTo>
                <a:lnTo>
                  <a:pt x="1247775" y="190499"/>
                </a:lnTo>
                <a:cubicBezTo>
                  <a:pt x="1247775" y="211542"/>
                  <a:pt x="1230717" y="228600"/>
                  <a:pt x="12096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6333067" y="2446865"/>
            <a:ext cx="13049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Referencias externas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55190" y="2446865"/>
            <a:ext cx="1114425" cy="228600"/>
          </a:xfrm>
          <a:custGeom>
            <a:avLst/>
            <a:gdLst/>
            <a:ahLst/>
            <a:cxnLst/>
            <a:rect l="l" t="t" r="r" b="b"/>
            <a:pathLst>
              <a:path w="1114425" h="228600">
                <a:moveTo>
                  <a:pt x="38101" y="0"/>
                </a:moveTo>
                <a:lnTo>
                  <a:pt x="1076324" y="0"/>
                </a:lnTo>
                <a:cubicBezTo>
                  <a:pt x="1097367" y="0"/>
                  <a:pt x="1114425" y="17058"/>
                  <a:pt x="1114425" y="38101"/>
                </a:cubicBezTo>
                <a:lnTo>
                  <a:pt x="1114425" y="190499"/>
                </a:lnTo>
                <a:cubicBezTo>
                  <a:pt x="1114425" y="211542"/>
                  <a:pt x="1097367" y="228600"/>
                  <a:pt x="10763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7655190" y="2446865"/>
            <a:ext cx="11715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Reglas de negocio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846212" y="2446865"/>
            <a:ext cx="981075" cy="228600"/>
          </a:xfrm>
          <a:custGeom>
            <a:avLst/>
            <a:gdLst/>
            <a:ahLst/>
            <a:cxnLst/>
            <a:rect l="l" t="t" r="r" b="b"/>
            <a:pathLst>
              <a:path w="981075" h="228600">
                <a:moveTo>
                  <a:pt x="38101" y="0"/>
                </a:moveTo>
                <a:lnTo>
                  <a:pt x="942974" y="0"/>
                </a:lnTo>
                <a:cubicBezTo>
                  <a:pt x="964017" y="0"/>
                  <a:pt x="981075" y="17058"/>
                  <a:pt x="981075" y="38101"/>
                </a:cubicBezTo>
                <a:lnTo>
                  <a:pt x="981075" y="190499"/>
                </a:lnTo>
                <a:cubicBezTo>
                  <a:pt x="981075" y="211542"/>
                  <a:pt x="964017" y="228600"/>
                  <a:pt x="9429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8" name="Text 26"/>
          <p:cNvSpPr/>
          <p:nvPr/>
        </p:nvSpPr>
        <p:spPr>
          <a:xfrm>
            <a:off x="8846212" y="2446865"/>
            <a:ext cx="10382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Condición física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5233" y="2992832"/>
            <a:ext cx="5628217" cy="1418167"/>
          </a:xfrm>
          <a:custGeom>
            <a:avLst/>
            <a:gdLst/>
            <a:ahLst/>
            <a:cxnLst/>
            <a:rect l="l" t="t" r="r" b="b"/>
            <a:pathLst>
              <a:path w="5628217" h="1418167">
                <a:moveTo>
                  <a:pt x="114304" y="0"/>
                </a:moveTo>
                <a:lnTo>
                  <a:pt x="5513912" y="0"/>
                </a:lnTo>
                <a:cubicBezTo>
                  <a:pt x="5577041" y="0"/>
                  <a:pt x="5628217" y="51176"/>
                  <a:pt x="5628217" y="114304"/>
                </a:cubicBezTo>
                <a:lnTo>
                  <a:pt x="5628217" y="1303862"/>
                </a:lnTo>
                <a:cubicBezTo>
                  <a:pt x="5628217" y="1366991"/>
                  <a:pt x="5577041" y="1418167"/>
                  <a:pt x="5513912" y="1418167"/>
                </a:cubicBezTo>
                <a:lnTo>
                  <a:pt x="114304" y="1418167"/>
                </a:lnTo>
                <a:cubicBezTo>
                  <a:pt x="51176" y="1418167"/>
                  <a:pt x="0" y="1366991"/>
                  <a:pt x="0" y="1303862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1867" y="314946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87123" y="3282814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-11906"/>
                </a:moveTo>
                <a:cubicBezTo>
                  <a:pt x="54211" y="-11906"/>
                  <a:pt x="59531" y="-6586"/>
                  <a:pt x="59531" y="0"/>
                </a:cubicBezTo>
                <a:lnTo>
                  <a:pt x="59531" y="35719"/>
                </a:lnTo>
                <a:lnTo>
                  <a:pt x="107156" y="35719"/>
                </a:lnTo>
                <a:lnTo>
                  <a:pt x="107156" y="0"/>
                </a:lnTo>
                <a:cubicBezTo>
                  <a:pt x="107156" y="-6586"/>
                  <a:pt x="112477" y="-11906"/>
                  <a:pt x="119063" y="-11906"/>
                </a:cubicBezTo>
                <a:cubicBezTo>
                  <a:pt x="125648" y="-11906"/>
                  <a:pt x="130969" y="-6586"/>
                  <a:pt x="130969" y="0"/>
                </a:cubicBezTo>
                <a:lnTo>
                  <a:pt x="130969" y="35719"/>
                </a:ln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cubicBezTo>
                  <a:pt x="166688" y="54211"/>
                  <a:pt x="161367" y="59531"/>
                  <a:pt x="154781" y="59531"/>
                </a:cubicBezTo>
                <a:lnTo>
                  <a:pt x="154781" y="83344"/>
                </a:lnTo>
                <a:cubicBezTo>
                  <a:pt x="154781" y="118728"/>
                  <a:pt x="129034" y="148121"/>
                  <a:pt x="95250" y="153777"/>
                </a:cubicBezTo>
                <a:lnTo>
                  <a:pt x="95250" y="178594"/>
                </a:lnTo>
                <a:cubicBezTo>
                  <a:pt x="95250" y="185179"/>
                  <a:pt x="89929" y="190500"/>
                  <a:pt x="83344" y="190500"/>
                </a:cubicBezTo>
                <a:cubicBezTo>
                  <a:pt x="76758" y="190500"/>
                  <a:pt x="71438" y="185179"/>
                  <a:pt x="71438" y="178594"/>
                </a:cubicBezTo>
                <a:lnTo>
                  <a:pt x="71438" y="153777"/>
                </a:lnTo>
                <a:cubicBezTo>
                  <a:pt x="37654" y="148121"/>
                  <a:pt x="11906" y="118728"/>
                  <a:pt x="11906" y="83344"/>
                </a:cubicBez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35719" y="35719"/>
                </a:lnTo>
                <a:lnTo>
                  <a:pt x="35719" y="0"/>
                </a:lnTo>
                <a:cubicBezTo>
                  <a:pt x="35719" y="-6586"/>
                  <a:pt x="41039" y="-11906"/>
                  <a:pt x="47625" y="-11906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1113367" y="3149464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OBJETIVO 03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13367" y="3339964"/>
            <a:ext cx="2114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Integración Real y Estable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1867" y="3720964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Conexión estable entre todos los microservicios con manejo de errores y timeouts.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41867" y="4025764"/>
            <a:ext cx="638175" cy="228600"/>
          </a:xfrm>
          <a:custGeom>
            <a:avLst/>
            <a:gdLst/>
            <a:ahLst/>
            <a:cxnLst/>
            <a:rect l="l" t="t" r="r" b="b"/>
            <a:pathLst>
              <a:path w="638175" h="228600">
                <a:moveTo>
                  <a:pt x="38101" y="0"/>
                </a:moveTo>
                <a:lnTo>
                  <a:pt x="600074" y="0"/>
                </a:lnTo>
                <a:cubicBezTo>
                  <a:pt x="621117" y="0"/>
                  <a:pt x="638175" y="17058"/>
                  <a:pt x="638175" y="38101"/>
                </a:cubicBezTo>
                <a:lnTo>
                  <a:pt x="638175" y="190499"/>
                </a:lnTo>
                <a:cubicBezTo>
                  <a:pt x="638175" y="211542"/>
                  <a:pt x="621117" y="228600"/>
                  <a:pt x="6000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6" name="Text 34"/>
          <p:cNvSpPr/>
          <p:nvPr/>
        </p:nvSpPr>
        <p:spPr>
          <a:xfrm>
            <a:off x="541867" y="4025764"/>
            <a:ext cx="6953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Fallbacks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253464" y="4025764"/>
            <a:ext cx="933450" cy="228600"/>
          </a:xfrm>
          <a:custGeom>
            <a:avLst/>
            <a:gdLst/>
            <a:ahLst/>
            <a:cxnLst/>
            <a:rect l="l" t="t" r="r" b="b"/>
            <a:pathLst>
              <a:path w="933450" h="228600">
                <a:moveTo>
                  <a:pt x="38101" y="0"/>
                </a:moveTo>
                <a:lnTo>
                  <a:pt x="895349" y="0"/>
                </a:lnTo>
                <a:cubicBezTo>
                  <a:pt x="916392" y="0"/>
                  <a:pt x="933450" y="17058"/>
                  <a:pt x="933450" y="38101"/>
                </a:cubicBezTo>
                <a:lnTo>
                  <a:pt x="933450" y="190499"/>
                </a:lnTo>
                <a:cubicBezTo>
                  <a:pt x="933450" y="211542"/>
                  <a:pt x="916392" y="228600"/>
                  <a:pt x="8953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8" name="Text 36"/>
          <p:cNvSpPr/>
          <p:nvPr/>
        </p:nvSpPr>
        <p:spPr>
          <a:xfrm>
            <a:off x="1253464" y="4025764"/>
            <a:ext cx="9906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Circuit Breaker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2265892" y="4025764"/>
            <a:ext cx="752475" cy="228600"/>
          </a:xfrm>
          <a:custGeom>
            <a:avLst/>
            <a:gdLst/>
            <a:ahLst/>
            <a:cxnLst/>
            <a:rect l="l" t="t" r="r" b="b"/>
            <a:pathLst>
              <a:path w="752475" h="228600">
                <a:moveTo>
                  <a:pt x="38101" y="0"/>
                </a:moveTo>
                <a:lnTo>
                  <a:pt x="714374" y="0"/>
                </a:lnTo>
                <a:cubicBezTo>
                  <a:pt x="735417" y="0"/>
                  <a:pt x="752475" y="17058"/>
                  <a:pt x="752475" y="38101"/>
                </a:cubicBezTo>
                <a:lnTo>
                  <a:pt x="752475" y="190499"/>
                </a:lnTo>
                <a:cubicBezTo>
                  <a:pt x="752475" y="211542"/>
                  <a:pt x="735417" y="228600"/>
                  <a:pt x="7143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0" name="Text 38"/>
          <p:cNvSpPr/>
          <p:nvPr/>
        </p:nvSpPr>
        <p:spPr>
          <a:xfrm>
            <a:off x="2265892" y="4025764"/>
            <a:ext cx="8096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Retry Logic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76433" y="2992832"/>
            <a:ext cx="5628217" cy="1418167"/>
          </a:xfrm>
          <a:custGeom>
            <a:avLst/>
            <a:gdLst/>
            <a:ahLst/>
            <a:cxnLst/>
            <a:rect l="l" t="t" r="r" b="b"/>
            <a:pathLst>
              <a:path w="5628217" h="1418167">
                <a:moveTo>
                  <a:pt x="114304" y="0"/>
                </a:moveTo>
                <a:lnTo>
                  <a:pt x="5513912" y="0"/>
                </a:lnTo>
                <a:cubicBezTo>
                  <a:pt x="5577041" y="0"/>
                  <a:pt x="5628217" y="51176"/>
                  <a:pt x="5628217" y="114304"/>
                </a:cubicBezTo>
                <a:lnTo>
                  <a:pt x="5628217" y="1303862"/>
                </a:lnTo>
                <a:cubicBezTo>
                  <a:pt x="5628217" y="1366991"/>
                  <a:pt x="5577041" y="1418167"/>
                  <a:pt x="5513912" y="1418167"/>
                </a:cubicBezTo>
                <a:lnTo>
                  <a:pt x="114304" y="1418167"/>
                </a:lnTo>
                <a:cubicBezTo>
                  <a:pt x="51176" y="1418167"/>
                  <a:pt x="0" y="1366991"/>
                  <a:pt x="0" y="1303862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33067" y="314946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54511" y="3282814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23812"/>
                </a:moveTo>
                <a:cubicBezTo>
                  <a:pt x="146596" y="23812"/>
                  <a:pt x="178594" y="55811"/>
                  <a:pt x="178594" y="95250"/>
                </a:cubicBezTo>
                <a:cubicBezTo>
                  <a:pt x="178594" y="134689"/>
                  <a:pt x="146596" y="166688"/>
                  <a:pt x="107156" y="166688"/>
                </a:cubicBezTo>
                <a:cubicBezTo>
                  <a:pt x="82897" y="166688"/>
                  <a:pt x="61429" y="154595"/>
                  <a:pt x="48518" y="136066"/>
                </a:cubicBezTo>
                <a:cubicBezTo>
                  <a:pt x="44760" y="130671"/>
                  <a:pt x="37319" y="129369"/>
                  <a:pt x="31924" y="133127"/>
                </a:cubicBezTo>
                <a:cubicBezTo>
                  <a:pt x="26529" y="136885"/>
                  <a:pt x="25226" y="144326"/>
                  <a:pt x="28984" y="149721"/>
                </a:cubicBezTo>
                <a:cubicBezTo>
                  <a:pt x="46174" y="174352"/>
                  <a:pt x="74786" y="190500"/>
                  <a:pt x="107156" y="190500"/>
                </a:cubicBezTo>
                <a:cubicBezTo>
                  <a:pt x="159767" y="190500"/>
                  <a:pt x="202406" y="147861"/>
                  <a:pt x="202406" y="95250"/>
                </a:cubicBezTo>
                <a:cubicBezTo>
                  <a:pt x="202406" y="42639"/>
                  <a:pt x="159767" y="0"/>
                  <a:pt x="107156" y="0"/>
                </a:cubicBezTo>
                <a:cubicBezTo>
                  <a:pt x="75270" y="0"/>
                  <a:pt x="47067" y="15664"/>
                  <a:pt x="29766" y="39700"/>
                </a:cubicBezTo>
                <a:lnTo>
                  <a:pt x="29766" y="29766"/>
                </a:lnTo>
                <a:cubicBezTo>
                  <a:pt x="29766" y="23180"/>
                  <a:pt x="24445" y="17859"/>
                  <a:pt x="17859" y="17859"/>
                </a:cubicBezTo>
                <a:cubicBezTo>
                  <a:pt x="11274" y="17859"/>
                  <a:pt x="5953" y="23180"/>
                  <a:pt x="5953" y="29766"/>
                </a:cubicBezTo>
                <a:lnTo>
                  <a:pt x="5953" y="71438"/>
                </a:lnTo>
                <a:cubicBezTo>
                  <a:pt x="5953" y="78023"/>
                  <a:pt x="11274" y="83344"/>
                  <a:pt x="17859" y="83344"/>
                </a:cubicBezTo>
                <a:lnTo>
                  <a:pt x="27012" y="83344"/>
                </a:lnTo>
                <a:cubicBezTo>
                  <a:pt x="27198" y="83344"/>
                  <a:pt x="27384" y="83344"/>
                  <a:pt x="27570" y="83344"/>
                </a:cubicBezTo>
                <a:lnTo>
                  <a:pt x="59568" y="83344"/>
                </a:lnTo>
                <a:cubicBezTo>
                  <a:pt x="66154" y="83344"/>
                  <a:pt x="71475" y="78023"/>
                  <a:pt x="71475" y="71438"/>
                </a:cubicBezTo>
                <a:cubicBezTo>
                  <a:pt x="71475" y="64852"/>
                  <a:pt x="66154" y="59531"/>
                  <a:pt x="59568" y="59531"/>
                </a:cubicBezTo>
                <a:lnTo>
                  <a:pt x="45318" y="59531"/>
                </a:lnTo>
                <a:cubicBezTo>
                  <a:pt x="57634" y="38174"/>
                  <a:pt x="80739" y="23812"/>
                  <a:pt x="107156" y="23812"/>
                </a:cubicBezTo>
                <a:close/>
                <a:moveTo>
                  <a:pt x="116086" y="56555"/>
                </a:moveTo>
                <a:cubicBezTo>
                  <a:pt x="116086" y="51606"/>
                  <a:pt x="112105" y="47625"/>
                  <a:pt x="107156" y="47625"/>
                </a:cubicBezTo>
                <a:cubicBezTo>
                  <a:pt x="102208" y="47625"/>
                  <a:pt x="98227" y="51606"/>
                  <a:pt x="98227" y="56555"/>
                </a:cubicBezTo>
                <a:lnTo>
                  <a:pt x="98227" y="95250"/>
                </a:lnTo>
                <a:cubicBezTo>
                  <a:pt x="98227" y="97631"/>
                  <a:pt x="99157" y="99901"/>
                  <a:pt x="100831" y="101575"/>
                </a:cubicBezTo>
                <a:lnTo>
                  <a:pt x="127620" y="128364"/>
                </a:lnTo>
                <a:cubicBezTo>
                  <a:pt x="131118" y="131862"/>
                  <a:pt x="136773" y="131862"/>
                  <a:pt x="140233" y="128364"/>
                </a:cubicBezTo>
                <a:cubicBezTo>
                  <a:pt x="143694" y="124867"/>
                  <a:pt x="143731" y="119211"/>
                  <a:pt x="140233" y="115751"/>
                </a:cubicBezTo>
                <a:lnTo>
                  <a:pt x="116049" y="91567"/>
                </a:lnTo>
                <a:lnTo>
                  <a:pt x="116049" y="56555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44" name="Text 42"/>
          <p:cNvSpPr/>
          <p:nvPr/>
        </p:nvSpPr>
        <p:spPr>
          <a:xfrm>
            <a:off x="6904567" y="3149464"/>
            <a:ext cx="1657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5C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OBJETIVO 04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904567" y="3339964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Módulo de Auditoría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33067" y="3720964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Registro de decisiones de IA y pricing para trazabilidad completa.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33067" y="4025764"/>
            <a:ext cx="857250" cy="228600"/>
          </a:xfrm>
          <a:custGeom>
            <a:avLst/>
            <a:gdLst/>
            <a:ahLst/>
            <a:cxnLst/>
            <a:rect l="l" t="t" r="r" b="b"/>
            <a:pathLst>
              <a:path w="857250" h="228600">
                <a:moveTo>
                  <a:pt x="38101" y="0"/>
                </a:moveTo>
                <a:lnTo>
                  <a:pt x="819149" y="0"/>
                </a:lnTo>
                <a:cubicBezTo>
                  <a:pt x="840192" y="0"/>
                  <a:pt x="857250" y="17058"/>
                  <a:pt x="857250" y="38101"/>
                </a:cubicBezTo>
                <a:lnTo>
                  <a:pt x="857250" y="190499"/>
                </a:lnTo>
                <a:cubicBezTo>
                  <a:pt x="857250" y="211542"/>
                  <a:pt x="840192" y="228600"/>
                  <a:pt x="8191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8" name="Text 46"/>
          <p:cNvSpPr/>
          <p:nvPr/>
        </p:nvSpPr>
        <p:spPr>
          <a:xfrm>
            <a:off x="6333067" y="4025764"/>
            <a:ext cx="9144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Decisiones IA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264268" y="4025764"/>
            <a:ext cx="990600" cy="228600"/>
          </a:xfrm>
          <a:custGeom>
            <a:avLst/>
            <a:gdLst/>
            <a:ahLst/>
            <a:cxnLst/>
            <a:rect l="l" t="t" r="r" b="b"/>
            <a:pathLst>
              <a:path w="990600" h="228600">
                <a:moveTo>
                  <a:pt x="38101" y="0"/>
                </a:moveTo>
                <a:lnTo>
                  <a:pt x="952499" y="0"/>
                </a:lnTo>
                <a:cubicBezTo>
                  <a:pt x="973542" y="0"/>
                  <a:pt x="990600" y="17058"/>
                  <a:pt x="990600" y="38101"/>
                </a:cubicBezTo>
                <a:lnTo>
                  <a:pt x="990600" y="190499"/>
                </a:lnTo>
                <a:cubicBezTo>
                  <a:pt x="990600" y="211542"/>
                  <a:pt x="973542" y="228600"/>
                  <a:pt x="952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0" name="Text 48"/>
          <p:cNvSpPr/>
          <p:nvPr/>
        </p:nvSpPr>
        <p:spPr>
          <a:xfrm>
            <a:off x="7264268" y="4025764"/>
            <a:ext cx="10477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Cálculos pricing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329348" y="4025764"/>
            <a:ext cx="857250" cy="228600"/>
          </a:xfrm>
          <a:custGeom>
            <a:avLst/>
            <a:gdLst/>
            <a:ahLst/>
            <a:cxnLst/>
            <a:rect l="l" t="t" r="r" b="b"/>
            <a:pathLst>
              <a:path w="857250" h="228600">
                <a:moveTo>
                  <a:pt x="38101" y="0"/>
                </a:moveTo>
                <a:lnTo>
                  <a:pt x="819149" y="0"/>
                </a:lnTo>
                <a:cubicBezTo>
                  <a:pt x="840192" y="0"/>
                  <a:pt x="857250" y="17058"/>
                  <a:pt x="857250" y="38101"/>
                </a:cubicBezTo>
                <a:lnTo>
                  <a:pt x="857250" y="190499"/>
                </a:lnTo>
                <a:cubicBezTo>
                  <a:pt x="857250" y="211542"/>
                  <a:pt x="840192" y="228600"/>
                  <a:pt x="8191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2" name="Text 50"/>
          <p:cNvSpPr/>
          <p:nvPr/>
        </p:nvSpPr>
        <p:spPr>
          <a:xfrm>
            <a:off x="8329348" y="4025764"/>
            <a:ext cx="9144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Explicaciones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85233" y="4571731"/>
            <a:ext cx="11419417" cy="1075267"/>
          </a:xfrm>
          <a:custGeom>
            <a:avLst/>
            <a:gdLst/>
            <a:ahLst/>
            <a:cxnLst/>
            <a:rect l="l" t="t" r="r" b="b"/>
            <a:pathLst>
              <a:path w="11419417" h="1075267">
                <a:moveTo>
                  <a:pt x="114301" y="0"/>
                </a:moveTo>
                <a:lnTo>
                  <a:pt x="11305116" y="0"/>
                </a:lnTo>
                <a:cubicBezTo>
                  <a:pt x="11368242" y="0"/>
                  <a:pt x="11419417" y="51174"/>
                  <a:pt x="11419417" y="114301"/>
                </a:cubicBezTo>
                <a:lnTo>
                  <a:pt x="11419417" y="960966"/>
                </a:lnTo>
                <a:cubicBezTo>
                  <a:pt x="11419417" y="1024092"/>
                  <a:pt x="11368242" y="1075267"/>
                  <a:pt x="11305116" y="1075267"/>
                </a:cubicBezTo>
                <a:lnTo>
                  <a:pt x="114301" y="1075267"/>
                </a:lnTo>
                <a:cubicBezTo>
                  <a:pt x="51174" y="1075267"/>
                  <a:pt x="0" y="1024092"/>
                  <a:pt x="0" y="960966"/>
                </a:cubicBezTo>
                <a:lnTo>
                  <a:pt x="0" y="114301"/>
                </a:lnTo>
                <a:cubicBezTo>
                  <a:pt x="0" y="51216"/>
                  <a:pt x="51216" y="0"/>
                  <a:pt x="114301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1867" y="472836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75217" y="486171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52574"/>
                </a:moveTo>
                <a:lnTo>
                  <a:pt x="95250" y="167655"/>
                </a:lnTo>
                <a:lnTo>
                  <a:pt x="95436" y="167580"/>
                </a:lnTo>
                <a:cubicBezTo>
                  <a:pt x="115751" y="159134"/>
                  <a:pt x="137554" y="154781"/>
                  <a:pt x="159544" y="154781"/>
                </a:cubicBezTo>
                <a:lnTo>
                  <a:pt x="166688" y="154781"/>
                </a:lnTo>
                <a:lnTo>
                  <a:pt x="166688" y="35719"/>
                </a:lnTo>
                <a:lnTo>
                  <a:pt x="159544" y="35719"/>
                </a:lnTo>
                <a:cubicBezTo>
                  <a:pt x="143842" y="35719"/>
                  <a:pt x="128253" y="38844"/>
                  <a:pt x="113742" y="44872"/>
                </a:cubicBezTo>
                <a:cubicBezTo>
                  <a:pt x="107491" y="47476"/>
                  <a:pt x="101315" y="50043"/>
                  <a:pt x="95250" y="52574"/>
                </a:cubicBezTo>
                <a:close/>
                <a:moveTo>
                  <a:pt x="85911" y="22882"/>
                </a:moveTo>
                <a:lnTo>
                  <a:pt x="95250" y="26789"/>
                </a:lnTo>
                <a:lnTo>
                  <a:pt x="104589" y="22882"/>
                </a:lnTo>
                <a:cubicBezTo>
                  <a:pt x="122002" y="15627"/>
                  <a:pt x="140680" y="11906"/>
                  <a:pt x="159544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160734"/>
                </a:lnTo>
                <a:cubicBezTo>
                  <a:pt x="190500" y="170594"/>
                  <a:pt x="182500" y="178594"/>
                  <a:pt x="172641" y="178594"/>
                </a:cubicBezTo>
                <a:lnTo>
                  <a:pt x="159544" y="178594"/>
                </a:lnTo>
                <a:cubicBezTo>
                  <a:pt x="140680" y="178594"/>
                  <a:pt x="122002" y="182314"/>
                  <a:pt x="104589" y="189570"/>
                </a:cubicBezTo>
                <a:lnTo>
                  <a:pt x="99826" y="191542"/>
                </a:lnTo>
                <a:cubicBezTo>
                  <a:pt x="96887" y="192770"/>
                  <a:pt x="93613" y="192770"/>
                  <a:pt x="90674" y="191542"/>
                </a:cubicBezTo>
                <a:lnTo>
                  <a:pt x="85911" y="189570"/>
                </a:lnTo>
                <a:cubicBezTo>
                  <a:pt x="68498" y="182314"/>
                  <a:pt x="49820" y="178594"/>
                  <a:pt x="30956" y="178594"/>
                </a:cubicBezTo>
                <a:lnTo>
                  <a:pt x="17859" y="178594"/>
                </a:lnTo>
                <a:cubicBezTo>
                  <a:pt x="8000" y="178594"/>
                  <a:pt x="0" y="170594"/>
                  <a:pt x="0" y="160734"/>
                </a:cubicBezTo>
                <a:lnTo>
                  <a:pt x="0" y="29766"/>
                </a:lnTo>
                <a:cubicBezTo>
                  <a:pt x="0" y="19906"/>
                  <a:pt x="8000" y="11906"/>
                  <a:pt x="17859" y="11906"/>
                </a:cubicBezTo>
                <a:lnTo>
                  <a:pt x="30956" y="11906"/>
                </a:lnTo>
                <a:cubicBezTo>
                  <a:pt x="49820" y="11906"/>
                  <a:pt x="68498" y="15627"/>
                  <a:pt x="85911" y="2288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6" name="Text 54"/>
          <p:cNvSpPr/>
          <p:nvPr/>
        </p:nvSpPr>
        <p:spPr>
          <a:xfrm>
            <a:off x="1113367" y="4728363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OBJETIVO 05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113367" y="4918863"/>
            <a:ext cx="2343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Catálogo Enriquecido Visible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541867" y="5299863"/>
            <a:ext cx="11172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Catálogo con información enriquecida por IA visible para el usuario final: descripciones, categorías, palabras clave, precios sugeridos.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385233" y="5807879"/>
            <a:ext cx="11419417" cy="846667"/>
          </a:xfrm>
          <a:custGeom>
            <a:avLst/>
            <a:gdLst/>
            <a:ahLst/>
            <a:cxnLst/>
            <a:rect l="l" t="t" r="r" b="b"/>
            <a:pathLst>
              <a:path w="11419417" h="846667">
                <a:moveTo>
                  <a:pt x="114300" y="0"/>
                </a:moveTo>
                <a:lnTo>
                  <a:pt x="11305117" y="0"/>
                </a:lnTo>
                <a:cubicBezTo>
                  <a:pt x="11368243" y="0"/>
                  <a:pt x="11419417" y="51174"/>
                  <a:pt x="11419417" y="114300"/>
                </a:cubicBezTo>
                <a:lnTo>
                  <a:pt x="11419417" y="732367"/>
                </a:lnTo>
                <a:cubicBezTo>
                  <a:pt x="11419417" y="795493"/>
                  <a:pt x="11368243" y="846667"/>
                  <a:pt x="11305117" y="846667"/>
                </a:cubicBezTo>
                <a:lnTo>
                  <a:pt x="114300" y="846667"/>
                </a:lnTo>
                <a:cubicBezTo>
                  <a:pt x="51174" y="846667"/>
                  <a:pt x="0" y="795493"/>
                  <a:pt x="0" y="732367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EC4899">
                  <a:alpha val="20000"/>
                </a:srgbClr>
              </a:gs>
              <a:gs pos="100000">
                <a:srgbClr val="3B82F6">
                  <a:alpha val="20000"/>
                </a:srgbClr>
              </a:gs>
            </a:gsLst>
            <a:lin ang="0" scaled="1"/>
          </a:gradFill>
          <a:ln w="11289">
            <a:solidFill>
              <a:srgbClr val="EC4899">
                <a:alpha val="4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70442" y="611691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61" name="Text 59"/>
          <p:cNvSpPr/>
          <p:nvPr/>
        </p:nvSpPr>
        <p:spPr>
          <a:xfrm>
            <a:off x="980017" y="5964510"/>
            <a:ext cx="10753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Stack de APIs a Integrar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999067" y="632646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8828" y="77926"/>
                </a:moveTo>
                <a:cubicBezTo>
                  <a:pt x="148828" y="120045"/>
                  <a:pt x="119985" y="150019"/>
                  <a:pt x="77391" y="150019"/>
                </a:cubicBezTo>
                <a:cubicBezTo>
                  <a:pt x="36552" y="150019"/>
                  <a:pt x="3572" y="117038"/>
                  <a:pt x="3572" y="76200"/>
                </a:cubicBezTo>
                <a:cubicBezTo>
                  <a:pt x="3572" y="35362"/>
                  <a:pt x="36552" y="2381"/>
                  <a:pt x="77391" y="2381"/>
                </a:cubicBezTo>
                <a:cubicBezTo>
                  <a:pt x="97274" y="2381"/>
                  <a:pt x="114002" y="9674"/>
                  <a:pt x="126891" y="21699"/>
                </a:cubicBezTo>
                <a:lnTo>
                  <a:pt x="106799" y="41017"/>
                </a:lnTo>
                <a:cubicBezTo>
                  <a:pt x="80516" y="15657"/>
                  <a:pt x="31641" y="34707"/>
                  <a:pt x="31641" y="76200"/>
                </a:cubicBezTo>
                <a:cubicBezTo>
                  <a:pt x="31641" y="101947"/>
                  <a:pt x="52209" y="122813"/>
                  <a:pt x="77391" y="122813"/>
                </a:cubicBezTo>
                <a:cubicBezTo>
                  <a:pt x="106620" y="122813"/>
                  <a:pt x="117574" y="101858"/>
                  <a:pt x="119301" y="90994"/>
                </a:cubicBezTo>
                <a:lnTo>
                  <a:pt x="77391" y="90994"/>
                </a:lnTo>
                <a:lnTo>
                  <a:pt x="77391" y="65603"/>
                </a:lnTo>
                <a:lnTo>
                  <a:pt x="147667" y="65603"/>
                </a:lnTo>
                <a:cubicBezTo>
                  <a:pt x="148352" y="69384"/>
                  <a:pt x="148828" y="73015"/>
                  <a:pt x="148828" y="77926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63" name="Text 61"/>
          <p:cNvSpPr/>
          <p:nvPr/>
        </p:nvSpPr>
        <p:spPr>
          <a:xfrm>
            <a:off x="1246717" y="6307410"/>
            <a:ext cx="115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 Books API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2514600" y="632646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14300" y="152400"/>
                </a:moveTo>
                <a:lnTo>
                  <a:pt x="28575" y="152400"/>
                </a:lnTo>
                <a:cubicBezTo>
                  <a:pt x="12799" y="152400"/>
                  <a:pt x="0" y="139601"/>
                  <a:pt x="0" y="123825"/>
                </a:cubicBezTo>
                <a:lnTo>
                  <a:pt x="0" y="28575"/>
                </a:lnTo>
                <a:cubicBezTo>
                  <a:pt x="0" y="12799"/>
                  <a:pt x="12799" y="0"/>
                  <a:pt x="28575" y="0"/>
                </a:cubicBezTo>
                <a:lnTo>
                  <a:pt x="119062" y="0"/>
                </a:lnTo>
                <a:cubicBezTo>
                  <a:pt x="126950" y="0"/>
                  <a:pt x="133350" y="6400"/>
                  <a:pt x="133350" y="14288"/>
                </a:cubicBezTo>
                <a:lnTo>
                  <a:pt x="133350" y="100013"/>
                </a:lnTo>
                <a:cubicBezTo>
                  <a:pt x="133350" y="106234"/>
                  <a:pt x="129361" y="111532"/>
                  <a:pt x="123825" y="113496"/>
                </a:cubicBezTo>
                <a:lnTo>
                  <a:pt x="123825" y="133350"/>
                </a:lnTo>
                <a:cubicBezTo>
                  <a:pt x="129094" y="133350"/>
                  <a:pt x="133350" y="137606"/>
                  <a:pt x="133350" y="142875"/>
                </a:cubicBezTo>
                <a:cubicBezTo>
                  <a:pt x="133350" y="148144"/>
                  <a:pt x="129094" y="152400"/>
                  <a:pt x="123825" y="152400"/>
                </a:cubicBezTo>
                <a:lnTo>
                  <a:pt x="114300" y="152400"/>
                </a:lnTo>
                <a:close/>
                <a:moveTo>
                  <a:pt x="28575" y="114300"/>
                </a:moveTo>
                <a:cubicBezTo>
                  <a:pt x="23306" y="114300"/>
                  <a:pt x="19050" y="118556"/>
                  <a:pt x="19050" y="123825"/>
                </a:cubicBezTo>
                <a:cubicBezTo>
                  <a:pt x="19050" y="129094"/>
                  <a:pt x="23306" y="133350"/>
                  <a:pt x="28575" y="133350"/>
                </a:cubicBezTo>
                <a:lnTo>
                  <a:pt x="104775" y="133350"/>
                </a:lnTo>
                <a:lnTo>
                  <a:pt x="104775" y="114300"/>
                </a:lnTo>
                <a:lnTo>
                  <a:pt x="28575" y="114300"/>
                </a:lnTo>
                <a:close/>
                <a:moveTo>
                  <a:pt x="38100" y="45244"/>
                </a:moveTo>
                <a:cubicBezTo>
                  <a:pt x="38100" y="49203"/>
                  <a:pt x="41285" y="52388"/>
                  <a:pt x="45244" y="52388"/>
                </a:cubicBezTo>
                <a:lnTo>
                  <a:pt x="97631" y="52388"/>
                </a:lnTo>
                <a:cubicBezTo>
                  <a:pt x="101590" y="52388"/>
                  <a:pt x="104775" y="49203"/>
                  <a:pt x="104775" y="45244"/>
                </a:cubicBezTo>
                <a:cubicBezTo>
                  <a:pt x="104775" y="41285"/>
                  <a:pt x="101590" y="38100"/>
                  <a:pt x="97631" y="38100"/>
                </a:cubicBezTo>
                <a:lnTo>
                  <a:pt x="45244" y="38100"/>
                </a:lnTo>
                <a:cubicBezTo>
                  <a:pt x="41285" y="38100"/>
                  <a:pt x="38100" y="41285"/>
                  <a:pt x="38100" y="45244"/>
                </a:cubicBezTo>
                <a:close/>
                <a:moveTo>
                  <a:pt x="45244" y="66675"/>
                </a:moveTo>
                <a:cubicBezTo>
                  <a:pt x="41285" y="66675"/>
                  <a:pt x="38100" y="69860"/>
                  <a:pt x="38100" y="73819"/>
                </a:cubicBezTo>
                <a:cubicBezTo>
                  <a:pt x="38100" y="77778"/>
                  <a:pt x="41285" y="80962"/>
                  <a:pt x="45244" y="80962"/>
                </a:cubicBezTo>
                <a:lnTo>
                  <a:pt x="97631" y="80962"/>
                </a:lnTo>
                <a:cubicBezTo>
                  <a:pt x="101590" y="80962"/>
                  <a:pt x="104775" y="77778"/>
                  <a:pt x="104775" y="73819"/>
                </a:cubicBezTo>
                <a:cubicBezTo>
                  <a:pt x="104775" y="69860"/>
                  <a:pt x="101590" y="66675"/>
                  <a:pt x="97631" y="66675"/>
                </a:cubicBezTo>
                <a:lnTo>
                  <a:pt x="45244" y="66675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5" name="Text 63"/>
          <p:cNvSpPr/>
          <p:nvPr/>
        </p:nvSpPr>
        <p:spPr>
          <a:xfrm>
            <a:off x="2752725" y="6307410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 Library API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3963062" y="632646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44827"/>
                </a:moveTo>
                <a:lnTo>
                  <a:pt x="121027" y="73402"/>
                </a:lnTo>
                <a:cubicBezTo>
                  <a:pt x="118289" y="76140"/>
                  <a:pt x="114211" y="76944"/>
                  <a:pt x="110639" y="75456"/>
                </a:cubicBezTo>
                <a:cubicBezTo>
                  <a:pt x="107067" y="73968"/>
                  <a:pt x="104775" y="70515"/>
                  <a:pt x="104775" y="66675"/>
                </a:cubicBezTo>
                <a:lnTo>
                  <a:pt x="104775" y="47625"/>
                </a:lnTo>
                <a:lnTo>
                  <a:pt x="9525" y="47625"/>
                </a:lnTo>
                <a:cubicBezTo>
                  <a:pt x="4256" y="47625"/>
                  <a:pt x="0" y="43369"/>
                  <a:pt x="0" y="38100"/>
                </a:cubicBezTo>
                <a:cubicBezTo>
                  <a:pt x="0" y="32831"/>
                  <a:pt x="4256" y="28575"/>
                  <a:pt x="9525" y="28575"/>
                </a:cubicBezTo>
                <a:lnTo>
                  <a:pt x="104775" y="28575"/>
                </a:lnTo>
                <a:lnTo>
                  <a:pt x="104775" y="9525"/>
                </a:lnTo>
                <a:cubicBezTo>
                  <a:pt x="104775" y="5685"/>
                  <a:pt x="107097" y="2203"/>
                  <a:pt x="110669" y="714"/>
                </a:cubicBezTo>
                <a:cubicBezTo>
                  <a:pt x="114240" y="-774"/>
                  <a:pt x="118318" y="60"/>
                  <a:pt x="121057" y="2768"/>
                </a:cubicBezTo>
                <a:lnTo>
                  <a:pt x="149632" y="31343"/>
                </a:lnTo>
                <a:cubicBezTo>
                  <a:pt x="153353" y="35064"/>
                  <a:pt x="153353" y="41106"/>
                  <a:pt x="149632" y="44827"/>
                </a:cubicBezTo>
                <a:close/>
                <a:moveTo>
                  <a:pt x="31343" y="149602"/>
                </a:moveTo>
                <a:lnTo>
                  <a:pt x="2768" y="121027"/>
                </a:lnTo>
                <a:cubicBezTo>
                  <a:pt x="-952" y="117306"/>
                  <a:pt x="-952" y="111264"/>
                  <a:pt x="2768" y="107543"/>
                </a:cubicBezTo>
                <a:lnTo>
                  <a:pt x="31343" y="78968"/>
                </a:lnTo>
                <a:cubicBezTo>
                  <a:pt x="34082" y="76230"/>
                  <a:pt x="38160" y="75426"/>
                  <a:pt x="41731" y="76914"/>
                </a:cubicBezTo>
                <a:cubicBezTo>
                  <a:pt x="45303" y="78403"/>
                  <a:pt x="47625" y="81885"/>
                  <a:pt x="47625" y="85725"/>
                </a:cubicBezTo>
                <a:lnTo>
                  <a:pt x="47625" y="104775"/>
                </a:lnTo>
                <a:lnTo>
                  <a:pt x="142875" y="104775"/>
                </a:lnTo>
                <a:cubicBezTo>
                  <a:pt x="148144" y="104775"/>
                  <a:pt x="152400" y="109031"/>
                  <a:pt x="152400" y="114300"/>
                </a:cubicBezTo>
                <a:cubicBezTo>
                  <a:pt x="152400" y="119569"/>
                  <a:pt x="148144" y="123825"/>
                  <a:pt x="142875" y="123825"/>
                </a:cubicBezTo>
                <a:lnTo>
                  <a:pt x="47625" y="123825"/>
                </a:lnTo>
                <a:lnTo>
                  <a:pt x="47625" y="142875"/>
                </a:lnTo>
                <a:cubicBezTo>
                  <a:pt x="47625" y="146715"/>
                  <a:pt x="45303" y="150197"/>
                  <a:pt x="41731" y="151686"/>
                </a:cubicBezTo>
                <a:cubicBezTo>
                  <a:pt x="38160" y="153174"/>
                  <a:pt x="34082" y="152340"/>
                  <a:pt x="31343" y="14963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7" name="Text 65"/>
          <p:cNvSpPr/>
          <p:nvPr/>
        </p:nvSpPr>
        <p:spPr>
          <a:xfrm>
            <a:off x="4210712" y="6307410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Crossref REST API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5508096" y="632646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47625" y="23813"/>
                </a:moveTo>
                <a:cubicBezTo>
                  <a:pt x="47625" y="13305"/>
                  <a:pt x="56168" y="4763"/>
                  <a:pt x="66675" y="4763"/>
                </a:cubicBezTo>
                <a:cubicBezTo>
                  <a:pt x="77182" y="4763"/>
                  <a:pt x="85725" y="13305"/>
                  <a:pt x="85725" y="23813"/>
                </a:cubicBezTo>
                <a:lnTo>
                  <a:pt x="85725" y="38100"/>
                </a:lnTo>
                <a:lnTo>
                  <a:pt x="47625" y="38100"/>
                </a:lnTo>
                <a:lnTo>
                  <a:pt x="47625" y="23813"/>
                </a:lnTo>
                <a:close/>
                <a:moveTo>
                  <a:pt x="33338" y="38100"/>
                </a:moveTo>
                <a:lnTo>
                  <a:pt x="14288" y="38100"/>
                </a:lnTo>
                <a:cubicBezTo>
                  <a:pt x="6400" y="38100"/>
                  <a:pt x="0" y="44500"/>
                  <a:pt x="0" y="52388"/>
                </a:cubicBezTo>
                <a:lnTo>
                  <a:pt x="0" y="114300"/>
                </a:lnTo>
                <a:cubicBezTo>
                  <a:pt x="0" y="130076"/>
                  <a:pt x="12799" y="142875"/>
                  <a:pt x="28575" y="142875"/>
                </a:cubicBezTo>
                <a:lnTo>
                  <a:pt x="104775" y="142875"/>
                </a:lnTo>
                <a:cubicBezTo>
                  <a:pt x="120551" y="142875"/>
                  <a:pt x="133350" y="130076"/>
                  <a:pt x="133350" y="114300"/>
                </a:cubicBezTo>
                <a:lnTo>
                  <a:pt x="133350" y="52388"/>
                </a:lnTo>
                <a:cubicBezTo>
                  <a:pt x="133350" y="44500"/>
                  <a:pt x="126950" y="38100"/>
                  <a:pt x="119062" y="38100"/>
                </a:cubicBezTo>
                <a:lnTo>
                  <a:pt x="100013" y="38100"/>
                </a:lnTo>
                <a:lnTo>
                  <a:pt x="100013" y="23813"/>
                </a:lnTo>
                <a:cubicBezTo>
                  <a:pt x="100013" y="5388"/>
                  <a:pt x="85100" y="-9525"/>
                  <a:pt x="66675" y="-9525"/>
                </a:cubicBezTo>
                <a:cubicBezTo>
                  <a:pt x="48250" y="-9525"/>
                  <a:pt x="33338" y="5388"/>
                  <a:pt x="33338" y="23813"/>
                </a:cubicBezTo>
                <a:lnTo>
                  <a:pt x="33338" y="38100"/>
                </a:lnTo>
                <a:close/>
                <a:moveTo>
                  <a:pt x="40481" y="52388"/>
                </a:moveTo>
                <a:cubicBezTo>
                  <a:pt x="44424" y="52388"/>
                  <a:pt x="47625" y="55589"/>
                  <a:pt x="47625" y="59531"/>
                </a:cubicBezTo>
                <a:cubicBezTo>
                  <a:pt x="47625" y="63474"/>
                  <a:pt x="44424" y="66675"/>
                  <a:pt x="40481" y="66675"/>
                </a:cubicBezTo>
                <a:cubicBezTo>
                  <a:pt x="36539" y="66675"/>
                  <a:pt x="33338" y="63474"/>
                  <a:pt x="33338" y="59531"/>
                </a:cubicBezTo>
                <a:cubicBezTo>
                  <a:pt x="33338" y="55589"/>
                  <a:pt x="36539" y="52388"/>
                  <a:pt x="40481" y="52388"/>
                </a:cubicBezTo>
                <a:close/>
                <a:moveTo>
                  <a:pt x="85725" y="59531"/>
                </a:moveTo>
                <a:cubicBezTo>
                  <a:pt x="85725" y="55589"/>
                  <a:pt x="88926" y="52388"/>
                  <a:pt x="92869" y="52388"/>
                </a:cubicBezTo>
                <a:cubicBezTo>
                  <a:pt x="96811" y="52388"/>
                  <a:pt x="100013" y="55589"/>
                  <a:pt x="100013" y="59531"/>
                </a:cubicBezTo>
                <a:cubicBezTo>
                  <a:pt x="100013" y="63474"/>
                  <a:pt x="96811" y="66675"/>
                  <a:pt x="92869" y="66675"/>
                </a:cubicBezTo>
                <a:cubicBezTo>
                  <a:pt x="88926" y="66675"/>
                  <a:pt x="85725" y="63474"/>
                  <a:pt x="85725" y="59531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9" name="Text 67"/>
          <p:cNvSpPr/>
          <p:nvPr/>
        </p:nvSpPr>
        <p:spPr>
          <a:xfrm>
            <a:off x="5746221" y="6307410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eBay Browse API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285750"/>
                </a:lnTo>
                <a:cubicBezTo>
                  <a:pt x="38100" y="296264"/>
                  <a:pt x="29564" y="304800"/>
                  <a:pt x="19050" y="304800"/>
                </a:cubicBezTo>
                <a:lnTo>
                  <a:pt x="19050" y="304800"/>
                </a:lnTo>
                <a:cubicBezTo>
                  <a:pt x="8536" y="304800"/>
                  <a:pt x="0" y="296264"/>
                  <a:pt x="0" y="285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/>
              </a:gs>
              <a:gs pos="0">
                <a:srgbClr val="FFFFFF"/>
              </a:gs>
              <a:gs pos="50000">
                <a:srgbClr val="3B82F6"/>
              </a:gs>
              <a:gs pos="100000">
                <a:srgbClr val="EC4899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33400" y="381000"/>
            <a:ext cx="5048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Vista General de los 3 Sprints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camino completo del proyecto — 6 semanas de desarrollo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7933" y="1219200"/>
            <a:ext cx="11408833" cy="914400"/>
          </a:xfrm>
          <a:custGeom>
            <a:avLst/>
            <a:gdLst/>
            <a:ahLst/>
            <a:cxnLst/>
            <a:rect l="l" t="t" r="r" b="b"/>
            <a:pathLst>
              <a:path w="11408833" h="914400">
                <a:moveTo>
                  <a:pt x="33867" y="0"/>
                </a:moveTo>
                <a:lnTo>
                  <a:pt x="11294533" y="0"/>
                </a:lnTo>
                <a:cubicBezTo>
                  <a:pt x="11357617" y="0"/>
                  <a:pt x="11408833" y="51216"/>
                  <a:pt x="11408833" y="114300"/>
                </a:cubicBezTo>
                <a:lnTo>
                  <a:pt x="11408833" y="800100"/>
                </a:lnTo>
                <a:cubicBezTo>
                  <a:pt x="11408833" y="863184"/>
                  <a:pt x="11357617" y="914400"/>
                  <a:pt x="11294533" y="914400"/>
                </a:cubicBez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97933" y="1219200"/>
            <a:ext cx="33867" cy="914400"/>
          </a:xfrm>
          <a:custGeom>
            <a:avLst/>
            <a:gdLst/>
            <a:ahLst/>
            <a:cxnLst/>
            <a:rect l="l" t="t" r="r" b="b"/>
            <a:pathLst>
              <a:path w="33867" h="914400">
                <a:moveTo>
                  <a:pt x="33867" y="0"/>
                </a:moveTo>
                <a:lnTo>
                  <a:pt x="33867" y="0"/>
                </a:lnTo>
                <a:lnTo>
                  <a:pt x="33867" y="914400"/>
                </a:ln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7" name="Shape 5"/>
          <p:cNvSpPr/>
          <p:nvPr/>
        </p:nvSpPr>
        <p:spPr>
          <a:xfrm>
            <a:off x="567267" y="1371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703792" y="1466850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2842" y="1733550"/>
            <a:ext cx="295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9267" y="1371600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Sprint 1 — Base Arquitectónica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29267" y="1714500"/>
            <a:ext cx="1438275" cy="266700"/>
          </a:xfrm>
          <a:custGeom>
            <a:avLst/>
            <a:gdLst/>
            <a:ahLst/>
            <a:cxnLst/>
            <a:rect l="l" t="t" r="r" b="b"/>
            <a:pathLst>
              <a:path w="1438275" h="266700">
                <a:moveTo>
                  <a:pt x="133350" y="0"/>
                </a:moveTo>
                <a:lnTo>
                  <a:pt x="1304925" y="0"/>
                </a:lnTo>
                <a:cubicBezTo>
                  <a:pt x="1378523" y="0"/>
                  <a:pt x="1438275" y="59752"/>
                  <a:pt x="1438275" y="133350"/>
                </a:cubicBezTo>
                <a:lnTo>
                  <a:pt x="1438275" y="133350"/>
                </a:lnTo>
                <a:cubicBezTo>
                  <a:pt x="1438275" y="206948"/>
                  <a:pt x="1378523" y="266700"/>
                  <a:pt x="13049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1329267" y="1714500"/>
            <a:ext cx="15049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 arquitectónica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45461" y="1714500"/>
            <a:ext cx="1162050" cy="266700"/>
          </a:xfrm>
          <a:custGeom>
            <a:avLst/>
            <a:gdLst/>
            <a:ahLst/>
            <a:cxnLst/>
            <a:rect l="l" t="t" r="r" b="b"/>
            <a:pathLst>
              <a:path w="1162050" h="266700">
                <a:moveTo>
                  <a:pt x="133350" y="0"/>
                </a:moveTo>
                <a:lnTo>
                  <a:pt x="1028700" y="0"/>
                </a:lnTo>
                <a:cubicBezTo>
                  <a:pt x="1102298" y="0"/>
                  <a:pt x="1162050" y="59752"/>
                  <a:pt x="1162050" y="133350"/>
                </a:cubicBezTo>
                <a:lnTo>
                  <a:pt x="1162050" y="133350"/>
                </a:lnTo>
                <a:cubicBezTo>
                  <a:pt x="1162050" y="206948"/>
                  <a:pt x="1102298" y="266700"/>
                  <a:pt x="10287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2845461" y="1714500"/>
            <a:ext cx="12287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Seguridad JWT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82124" y="1714500"/>
            <a:ext cx="828675" cy="266700"/>
          </a:xfrm>
          <a:custGeom>
            <a:avLst/>
            <a:gdLst/>
            <a:ahLst/>
            <a:cxnLst/>
            <a:rect l="l" t="t" r="r" b="b"/>
            <a:pathLst>
              <a:path w="828675" h="266700">
                <a:moveTo>
                  <a:pt x="133350" y="0"/>
                </a:moveTo>
                <a:lnTo>
                  <a:pt x="695325" y="0"/>
                </a:lnTo>
                <a:cubicBezTo>
                  <a:pt x="768923" y="0"/>
                  <a:pt x="828675" y="59752"/>
                  <a:pt x="828675" y="133350"/>
                </a:cubicBezTo>
                <a:lnTo>
                  <a:pt x="828675" y="133350"/>
                </a:lnTo>
                <a:cubicBezTo>
                  <a:pt x="828675" y="206948"/>
                  <a:pt x="768923" y="266700"/>
                  <a:pt x="6953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4082124" y="1714500"/>
            <a:ext cx="8953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Inventario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90438" y="1714500"/>
            <a:ext cx="781050" cy="266700"/>
          </a:xfrm>
          <a:custGeom>
            <a:avLst/>
            <a:gdLst/>
            <a:ahLst/>
            <a:cxnLst/>
            <a:rect l="l" t="t" r="r" b="b"/>
            <a:pathLst>
              <a:path w="781050" h="266700">
                <a:moveTo>
                  <a:pt x="133350" y="0"/>
                </a:moveTo>
                <a:lnTo>
                  <a:pt x="647700" y="0"/>
                </a:lnTo>
                <a:cubicBezTo>
                  <a:pt x="721298" y="0"/>
                  <a:pt x="781050" y="59752"/>
                  <a:pt x="781050" y="133350"/>
                </a:cubicBezTo>
                <a:lnTo>
                  <a:pt x="781050" y="133350"/>
                </a:lnTo>
                <a:cubicBezTo>
                  <a:pt x="781050" y="206948"/>
                  <a:pt x="721298" y="266700"/>
                  <a:pt x="6477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4990438" y="1714500"/>
            <a:ext cx="8477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Catálogo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42926" y="1714500"/>
            <a:ext cx="847725" cy="266700"/>
          </a:xfrm>
          <a:custGeom>
            <a:avLst/>
            <a:gdLst/>
            <a:ahLst/>
            <a:cxnLst/>
            <a:rect l="l" t="t" r="r" b="b"/>
            <a:pathLst>
              <a:path w="847725" h="266700">
                <a:moveTo>
                  <a:pt x="133350" y="0"/>
                </a:moveTo>
                <a:lnTo>
                  <a:pt x="714375" y="0"/>
                </a:lnTo>
                <a:cubicBezTo>
                  <a:pt x="787973" y="0"/>
                  <a:pt x="847725" y="59752"/>
                  <a:pt x="847725" y="133350"/>
                </a:cubicBezTo>
                <a:lnTo>
                  <a:pt x="847725" y="133350"/>
                </a:lnTo>
                <a:cubicBezTo>
                  <a:pt x="847725" y="206948"/>
                  <a:pt x="787973" y="266700"/>
                  <a:pt x="7143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5842926" y="1714500"/>
            <a:ext cx="9144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Frontends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767248" y="1714500"/>
            <a:ext cx="714375" cy="266700"/>
          </a:xfrm>
          <a:custGeom>
            <a:avLst/>
            <a:gdLst/>
            <a:ahLst/>
            <a:cxnLst/>
            <a:rect l="l" t="t" r="r" b="b"/>
            <a:pathLst>
              <a:path w="714375" h="266700">
                <a:moveTo>
                  <a:pt x="133350" y="0"/>
                </a:moveTo>
                <a:lnTo>
                  <a:pt x="581025" y="0"/>
                </a:lnTo>
                <a:cubicBezTo>
                  <a:pt x="654623" y="0"/>
                  <a:pt x="714375" y="59752"/>
                  <a:pt x="714375" y="133350"/>
                </a:cubicBezTo>
                <a:lnTo>
                  <a:pt x="714375" y="133350"/>
                </a:lnTo>
                <a:cubicBezTo>
                  <a:pt x="714375" y="206948"/>
                  <a:pt x="654623" y="266700"/>
                  <a:pt x="5810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2" name="Text 20"/>
          <p:cNvSpPr/>
          <p:nvPr/>
        </p:nvSpPr>
        <p:spPr>
          <a:xfrm>
            <a:off x="6767248" y="1714500"/>
            <a:ext cx="7810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Mock IA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796720" y="1428750"/>
            <a:ext cx="857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844345" y="1733420"/>
            <a:ext cx="80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Completado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97933" y="2286000"/>
            <a:ext cx="11408833" cy="914400"/>
          </a:xfrm>
          <a:custGeom>
            <a:avLst/>
            <a:gdLst/>
            <a:ahLst/>
            <a:cxnLst/>
            <a:rect l="l" t="t" r="r" b="b"/>
            <a:pathLst>
              <a:path w="11408833" h="914400">
                <a:moveTo>
                  <a:pt x="33867" y="0"/>
                </a:moveTo>
                <a:lnTo>
                  <a:pt x="11294533" y="0"/>
                </a:lnTo>
                <a:cubicBezTo>
                  <a:pt x="11357617" y="0"/>
                  <a:pt x="11408833" y="51216"/>
                  <a:pt x="11408833" y="114300"/>
                </a:cubicBezTo>
                <a:lnTo>
                  <a:pt x="11408833" y="800100"/>
                </a:lnTo>
                <a:cubicBezTo>
                  <a:pt x="11408833" y="863184"/>
                  <a:pt x="11357617" y="914400"/>
                  <a:pt x="11294533" y="914400"/>
                </a:cubicBez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6" name="Shape 24"/>
          <p:cNvSpPr/>
          <p:nvPr/>
        </p:nvSpPr>
        <p:spPr>
          <a:xfrm>
            <a:off x="397933" y="2286000"/>
            <a:ext cx="33867" cy="914400"/>
          </a:xfrm>
          <a:custGeom>
            <a:avLst/>
            <a:gdLst/>
            <a:ahLst/>
            <a:cxnLst/>
            <a:rect l="l" t="t" r="r" b="b"/>
            <a:pathLst>
              <a:path w="33867" h="914400">
                <a:moveTo>
                  <a:pt x="33867" y="0"/>
                </a:moveTo>
                <a:lnTo>
                  <a:pt x="33867" y="0"/>
                </a:lnTo>
                <a:lnTo>
                  <a:pt x="33867" y="914400"/>
                </a:ln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7" name="Shape 25"/>
          <p:cNvSpPr/>
          <p:nvPr/>
        </p:nvSpPr>
        <p:spPr>
          <a:xfrm>
            <a:off x="567267" y="2438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679053" y="2533650"/>
            <a:ext cx="390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8103" y="2800350"/>
            <a:ext cx="352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NEXT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29267" y="2438400"/>
            <a:ext cx="9639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Sprint 2 — IA y Pricing Inteligente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329267" y="2781300"/>
            <a:ext cx="619125" cy="266700"/>
          </a:xfrm>
          <a:custGeom>
            <a:avLst/>
            <a:gdLst/>
            <a:ahLst/>
            <a:cxnLst/>
            <a:rect l="l" t="t" r="r" b="b"/>
            <a:pathLst>
              <a:path w="619125" h="266700">
                <a:moveTo>
                  <a:pt x="133350" y="0"/>
                </a:moveTo>
                <a:lnTo>
                  <a:pt x="485775" y="0"/>
                </a:lnTo>
                <a:cubicBezTo>
                  <a:pt x="559373" y="0"/>
                  <a:pt x="619125" y="59752"/>
                  <a:pt x="619125" y="133350"/>
                </a:cubicBezTo>
                <a:lnTo>
                  <a:pt x="619125" y="133350"/>
                </a:lnTo>
                <a:cubicBezTo>
                  <a:pt x="619125" y="206948"/>
                  <a:pt x="559373" y="266700"/>
                  <a:pt x="4857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2" name="Text 30"/>
          <p:cNvSpPr/>
          <p:nvPr/>
        </p:nvSpPr>
        <p:spPr>
          <a:xfrm>
            <a:off x="1329267" y="2781300"/>
            <a:ext cx="6858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IA real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020226" y="2781300"/>
            <a:ext cx="1333500" cy="266700"/>
          </a:xfrm>
          <a:custGeom>
            <a:avLst/>
            <a:gdLst/>
            <a:ahLst/>
            <a:cxnLst/>
            <a:rect l="l" t="t" r="r" b="b"/>
            <a:pathLst>
              <a:path w="1333500" h="266700">
                <a:moveTo>
                  <a:pt x="133350" y="0"/>
                </a:moveTo>
                <a:lnTo>
                  <a:pt x="1200150" y="0"/>
                </a:lnTo>
                <a:cubicBezTo>
                  <a:pt x="1273748" y="0"/>
                  <a:pt x="1333500" y="59752"/>
                  <a:pt x="1333500" y="133350"/>
                </a:cubicBezTo>
                <a:lnTo>
                  <a:pt x="1333500" y="133350"/>
                </a:lnTo>
                <a:cubicBezTo>
                  <a:pt x="1333500" y="206948"/>
                  <a:pt x="1273748" y="266700"/>
                  <a:pt x="12001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4" name="Text 32"/>
          <p:cNvSpPr/>
          <p:nvPr/>
        </p:nvSpPr>
        <p:spPr>
          <a:xfrm>
            <a:off x="2020226" y="2781300"/>
            <a:ext cx="14001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Pricing inteligente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434424" y="2781300"/>
            <a:ext cx="1095375" cy="266700"/>
          </a:xfrm>
          <a:custGeom>
            <a:avLst/>
            <a:gdLst/>
            <a:ahLst/>
            <a:cxnLst/>
            <a:rect l="l" t="t" r="r" b="b"/>
            <a:pathLst>
              <a:path w="1095375" h="266700">
                <a:moveTo>
                  <a:pt x="133350" y="0"/>
                </a:moveTo>
                <a:lnTo>
                  <a:pt x="962025" y="0"/>
                </a:lnTo>
                <a:cubicBezTo>
                  <a:pt x="1035623" y="0"/>
                  <a:pt x="1095375" y="59752"/>
                  <a:pt x="1095375" y="133350"/>
                </a:cubicBezTo>
                <a:lnTo>
                  <a:pt x="1095375" y="133350"/>
                </a:lnTo>
                <a:cubicBezTo>
                  <a:pt x="1095375" y="206948"/>
                  <a:pt x="1035623" y="266700"/>
                  <a:pt x="9620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6" name="Text 34"/>
          <p:cNvSpPr/>
          <p:nvPr/>
        </p:nvSpPr>
        <p:spPr>
          <a:xfrm>
            <a:off x="3434424" y="2781300"/>
            <a:ext cx="11620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Normalización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608248" y="2781300"/>
            <a:ext cx="781050" cy="266700"/>
          </a:xfrm>
          <a:custGeom>
            <a:avLst/>
            <a:gdLst/>
            <a:ahLst/>
            <a:cxnLst/>
            <a:rect l="l" t="t" r="r" b="b"/>
            <a:pathLst>
              <a:path w="781050" h="266700">
                <a:moveTo>
                  <a:pt x="133350" y="0"/>
                </a:moveTo>
                <a:lnTo>
                  <a:pt x="647700" y="0"/>
                </a:lnTo>
                <a:cubicBezTo>
                  <a:pt x="721298" y="0"/>
                  <a:pt x="781050" y="59752"/>
                  <a:pt x="781050" y="133350"/>
                </a:cubicBezTo>
                <a:lnTo>
                  <a:pt x="781050" y="133350"/>
                </a:lnTo>
                <a:cubicBezTo>
                  <a:pt x="781050" y="206948"/>
                  <a:pt x="721298" y="266700"/>
                  <a:pt x="6477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8" name="Text 36"/>
          <p:cNvSpPr/>
          <p:nvPr/>
        </p:nvSpPr>
        <p:spPr>
          <a:xfrm>
            <a:off x="4608248" y="2781300"/>
            <a:ext cx="8477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Auditoría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463381" y="2781300"/>
            <a:ext cx="914400" cy="266700"/>
          </a:xfrm>
          <a:custGeom>
            <a:avLst/>
            <a:gdLst/>
            <a:ahLst/>
            <a:cxnLst/>
            <a:rect l="l" t="t" r="r" b="b"/>
            <a:pathLst>
              <a:path w="914400" h="266700">
                <a:moveTo>
                  <a:pt x="133350" y="0"/>
                </a:moveTo>
                <a:lnTo>
                  <a:pt x="781050" y="0"/>
                </a:lnTo>
                <a:cubicBezTo>
                  <a:pt x="854648" y="0"/>
                  <a:pt x="914400" y="59752"/>
                  <a:pt x="914400" y="133350"/>
                </a:cubicBezTo>
                <a:lnTo>
                  <a:pt x="914400" y="133350"/>
                </a:lnTo>
                <a:cubicBezTo>
                  <a:pt x="914400" y="206948"/>
                  <a:pt x="854648" y="266700"/>
                  <a:pt x="7810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0" name="Text 38"/>
          <p:cNvSpPr/>
          <p:nvPr/>
        </p:nvSpPr>
        <p:spPr>
          <a:xfrm>
            <a:off x="5463381" y="2781300"/>
            <a:ext cx="9810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Integración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913269" y="2495550"/>
            <a:ext cx="742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b="1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 sem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960894" y="2800220"/>
            <a:ext cx="695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Próximo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97933" y="3352800"/>
            <a:ext cx="11408833" cy="914400"/>
          </a:xfrm>
          <a:custGeom>
            <a:avLst/>
            <a:gdLst/>
            <a:ahLst/>
            <a:cxnLst/>
            <a:rect l="l" t="t" r="r" b="b"/>
            <a:pathLst>
              <a:path w="11408833" h="914400">
                <a:moveTo>
                  <a:pt x="33867" y="0"/>
                </a:moveTo>
                <a:lnTo>
                  <a:pt x="11294533" y="0"/>
                </a:lnTo>
                <a:cubicBezTo>
                  <a:pt x="11357617" y="0"/>
                  <a:pt x="11408833" y="51216"/>
                  <a:pt x="11408833" y="114300"/>
                </a:cubicBezTo>
                <a:lnTo>
                  <a:pt x="11408833" y="800100"/>
                </a:lnTo>
                <a:cubicBezTo>
                  <a:pt x="11408833" y="863184"/>
                  <a:pt x="11357617" y="914400"/>
                  <a:pt x="11294533" y="914400"/>
                </a:cubicBez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gradFill rotWithShape="1" flip="none">
            <a:gsLst>
              <a:gs pos="0">
                <a:srgbClr val="EC4899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4" name="Shape 42"/>
          <p:cNvSpPr/>
          <p:nvPr/>
        </p:nvSpPr>
        <p:spPr>
          <a:xfrm>
            <a:off x="397933" y="3352800"/>
            <a:ext cx="33867" cy="914400"/>
          </a:xfrm>
          <a:custGeom>
            <a:avLst/>
            <a:gdLst/>
            <a:ahLst/>
            <a:cxnLst/>
            <a:rect l="l" t="t" r="r" b="b"/>
            <a:pathLst>
              <a:path w="33867" h="914400">
                <a:moveTo>
                  <a:pt x="33867" y="0"/>
                </a:moveTo>
                <a:lnTo>
                  <a:pt x="33867" y="0"/>
                </a:lnTo>
                <a:lnTo>
                  <a:pt x="33867" y="914400"/>
                </a:ln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45" name="Shape 43"/>
          <p:cNvSpPr/>
          <p:nvPr/>
        </p:nvSpPr>
        <p:spPr>
          <a:xfrm>
            <a:off x="567267" y="3505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46" name="Text 44"/>
          <p:cNvSpPr/>
          <p:nvPr/>
        </p:nvSpPr>
        <p:spPr>
          <a:xfrm>
            <a:off x="667015" y="3600450"/>
            <a:ext cx="409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S3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86065" y="3867150"/>
            <a:ext cx="371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FINAL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329267" y="3505200"/>
            <a:ext cx="9639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Sprint 3 — Flujo Comercial Completo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329267" y="3848100"/>
            <a:ext cx="647700" cy="266700"/>
          </a:xfrm>
          <a:custGeom>
            <a:avLst/>
            <a:gdLst/>
            <a:ahLst/>
            <a:cxnLst/>
            <a:rect l="l" t="t" r="r" b="b"/>
            <a:pathLst>
              <a:path w="647700" h="266700">
                <a:moveTo>
                  <a:pt x="133350" y="0"/>
                </a:moveTo>
                <a:lnTo>
                  <a:pt x="514350" y="0"/>
                </a:lnTo>
                <a:cubicBezTo>
                  <a:pt x="587948" y="0"/>
                  <a:pt x="647700" y="59752"/>
                  <a:pt x="647700" y="133350"/>
                </a:cubicBezTo>
                <a:lnTo>
                  <a:pt x="647700" y="133350"/>
                </a:lnTo>
                <a:cubicBezTo>
                  <a:pt x="647700" y="206948"/>
                  <a:pt x="587948" y="266700"/>
                  <a:pt x="514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0" name="Text 48"/>
          <p:cNvSpPr/>
          <p:nvPr/>
        </p:nvSpPr>
        <p:spPr>
          <a:xfrm>
            <a:off x="1329267" y="3848100"/>
            <a:ext cx="7143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Carrito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2053431" y="3848100"/>
            <a:ext cx="714375" cy="266700"/>
          </a:xfrm>
          <a:custGeom>
            <a:avLst/>
            <a:gdLst/>
            <a:ahLst/>
            <a:cxnLst/>
            <a:rect l="l" t="t" r="r" b="b"/>
            <a:pathLst>
              <a:path w="714375" h="266700">
                <a:moveTo>
                  <a:pt x="133350" y="0"/>
                </a:moveTo>
                <a:lnTo>
                  <a:pt x="581025" y="0"/>
                </a:lnTo>
                <a:cubicBezTo>
                  <a:pt x="654623" y="0"/>
                  <a:pt x="714375" y="59752"/>
                  <a:pt x="714375" y="133350"/>
                </a:cubicBezTo>
                <a:lnTo>
                  <a:pt x="714375" y="133350"/>
                </a:lnTo>
                <a:cubicBezTo>
                  <a:pt x="714375" y="206948"/>
                  <a:pt x="654623" y="266700"/>
                  <a:pt x="5810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2" name="Text 50"/>
          <p:cNvSpPr/>
          <p:nvPr/>
        </p:nvSpPr>
        <p:spPr>
          <a:xfrm>
            <a:off x="2053431" y="3848100"/>
            <a:ext cx="7810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Pedidos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2845858" y="3848100"/>
            <a:ext cx="952500" cy="266700"/>
          </a:xfrm>
          <a:custGeom>
            <a:avLst/>
            <a:gdLst/>
            <a:ahLst/>
            <a:cxnLst/>
            <a:rect l="l" t="t" r="r" b="b"/>
            <a:pathLst>
              <a:path w="952500" h="266700">
                <a:moveTo>
                  <a:pt x="133350" y="0"/>
                </a:moveTo>
                <a:lnTo>
                  <a:pt x="819150" y="0"/>
                </a:lnTo>
                <a:cubicBezTo>
                  <a:pt x="892748" y="0"/>
                  <a:pt x="952500" y="59752"/>
                  <a:pt x="952500" y="133350"/>
                </a:cubicBezTo>
                <a:lnTo>
                  <a:pt x="952500" y="133350"/>
                </a:lnTo>
                <a:cubicBezTo>
                  <a:pt x="952500" y="206948"/>
                  <a:pt x="892748" y="266700"/>
                  <a:pt x="8191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4" name="Text 52"/>
          <p:cNvSpPr/>
          <p:nvPr/>
        </p:nvSpPr>
        <p:spPr>
          <a:xfrm>
            <a:off x="2845858" y="3848100"/>
            <a:ext cx="10191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Asistente IA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872839" y="3848100"/>
            <a:ext cx="1266825" cy="266700"/>
          </a:xfrm>
          <a:custGeom>
            <a:avLst/>
            <a:gdLst/>
            <a:ahLst/>
            <a:cxnLst/>
            <a:rect l="l" t="t" r="r" b="b"/>
            <a:pathLst>
              <a:path w="1266825" h="266700">
                <a:moveTo>
                  <a:pt x="133350" y="0"/>
                </a:moveTo>
                <a:lnTo>
                  <a:pt x="1133475" y="0"/>
                </a:lnTo>
                <a:cubicBezTo>
                  <a:pt x="1207073" y="0"/>
                  <a:pt x="1266825" y="59752"/>
                  <a:pt x="1266825" y="133350"/>
                </a:cubicBezTo>
                <a:lnTo>
                  <a:pt x="1266825" y="133350"/>
                </a:lnTo>
                <a:cubicBezTo>
                  <a:pt x="1266825" y="206948"/>
                  <a:pt x="1207073" y="266700"/>
                  <a:pt x="11334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6" name="Text 54"/>
          <p:cNvSpPr/>
          <p:nvPr/>
        </p:nvSpPr>
        <p:spPr>
          <a:xfrm>
            <a:off x="3872839" y="3848100"/>
            <a:ext cx="13335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Flujo end-to-end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5215467" y="3848100"/>
            <a:ext cx="1285875" cy="266700"/>
          </a:xfrm>
          <a:custGeom>
            <a:avLst/>
            <a:gdLst/>
            <a:ahLst/>
            <a:cxnLst/>
            <a:rect l="l" t="t" r="r" b="b"/>
            <a:pathLst>
              <a:path w="1285875" h="266700">
                <a:moveTo>
                  <a:pt x="133350" y="0"/>
                </a:moveTo>
                <a:lnTo>
                  <a:pt x="1152525" y="0"/>
                </a:lnTo>
                <a:cubicBezTo>
                  <a:pt x="1226123" y="0"/>
                  <a:pt x="1285875" y="59752"/>
                  <a:pt x="1285875" y="133350"/>
                </a:cubicBezTo>
                <a:lnTo>
                  <a:pt x="1285875" y="133350"/>
                </a:lnTo>
                <a:cubicBezTo>
                  <a:pt x="1285875" y="206948"/>
                  <a:pt x="1226123" y="266700"/>
                  <a:pt x="11525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8" name="Text 56"/>
          <p:cNvSpPr/>
          <p:nvPr/>
        </p:nvSpPr>
        <p:spPr>
          <a:xfrm>
            <a:off x="5215467" y="3848100"/>
            <a:ext cx="13525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Compose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0913269" y="3562350"/>
            <a:ext cx="742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b="1" dirty="0">
                <a:solidFill>
                  <a:srgbClr val="EC48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 sem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0960894" y="3867020"/>
            <a:ext cx="695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Final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385233" y="5550034"/>
            <a:ext cx="11419417" cy="922867"/>
          </a:xfrm>
          <a:custGeom>
            <a:avLst/>
            <a:gdLst/>
            <a:ahLst/>
            <a:cxnLst/>
            <a:rect l="l" t="t" r="r" b="b"/>
            <a:pathLst>
              <a:path w="11419417" h="922867">
                <a:moveTo>
                  <a:pt x="114297" y="0"/>
                </a:moveTo>
                <a:lnTo>
                  <a:pt x="11305120" y="0"/>
                </a:lnTo>
                <a:cubicBezTo>
                  <a:pt x="11368244" y="0"/>
                  <a:pt x="11419417" y="51173"/>
                  <a:pt x="11419417" y="114297"/>
                </a:cubicBezTo>
                <a:lnTo>
                  <a:pt x="11419417" y="808570"/>
                </a:lnTo>
                <a:cubicBezTo>
                  <a:pt x="11419417" y="871694"/>
                  <a:pt x="11368244" y="922867"/>
                  <a:pt x="11305120" y="922867"/>
                </a:cubicBezTo>
                <a:lnTo>
                  <a:pt x="114297" y="922867"/>
                </a:lnTo>
                <a:cubicBezTo>
                  <a:pt x="51173" y="922867"/>
                  <a:pt x="0" y="871694"/>
                  <a:pt x="0" y="808570"/>
                </a:cubicBezTo>
                <a:lnTo>
                  <a:pt x="0" y="114297"/>
                </a:lnTo>
                <a:cubicBezTo>
                  <a:pt x="0" y="51173"/>
                  <a:pt x="51173" y="0"/>
                  <a:pt x="114297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84729" y="589703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0"/>
                </a:moveTo>
                <a:cubicBezTo>
                  <a:pt x="65053" y="0"/>
                  <a:pt x="71438" y="6385"/>
                  <a:pt x="71438" y="14288"/>
                </a:cubicBezTo>
                <a:lnTo>
                  <a:pt x="71438" y="28575"/>
                </a:lnTo>
                <a:lnTo>
                  <a:pt x="128588" y="28575"/>
                </a:lnTo>
                <a:lnTo>
                  <a:pt x="128588" y="14288"/>
                </a:lnTo>
                <a:cubicBezTo>
                  <a:pt x="128588" y="6385"/>
                  <a:pt x="134972" y="0"/>
                  <a:pt x="142875" y="0"/>
                </a:cubicBezTo>
                <a:cubicBezTo>
                  <a:pt x="150778" y="0"/>
                  <a:pt x="157163" y="6385"/>
                  <a:pt x="157163" y="14288"/>
                </a:cubicBezTo>
                <a:lnTo>
                  <a:pt x="157163" y="28575"/>
                </a:lnTo>
                <a:lnTo>
                  <a:pt x="171450" y="28575"/>
                </a:lnTo>
                <a:cubicBezTo>
                  <a:pt x="187211" y="28575"/>
                  <a:pt x="200025" y="41389"/>
                  <a:pt x="200025" y="57150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57150"/>
                </a:lnTo>
                <a:cubicBezTo>
                  <a:pt x="0" y="41389"/>
                  <a:pt x="12814" y="28575"/>
                  <a:pt x="28575" y="28575"/>
                </a:cubicBezTo>
                <a:lnTo>
                  <a:pt x="42863" y="28575"/>
                </a:lnTo>
                <a:lnTo>
                  <a:pt x="42863" y="14288"/>
                </a:lnTo>
                <a:cubicBezTo>
                  <a:pt x="42863" y="6385"/>
                  <a:pt x="49247" y="0"/>
                  <a:pt x="57150" y="0"/>
                </a:cubicBezTo>
                <a:close/>
                <a:moveTo>
                  <a:pt x="28575" y="107156"/>
                </a:moveTo>
                <a:lnTo>
                  <a:pt x="28575" y="121444"/>
                </a:lnTo>
                <a:cubicBezTo>
                  <a:pt x="28575" y="125373"/>
                  <a:pt x="31790" y="128588"/>
                  <a:pt x="35719" y="128588"/>
                </a:cubicBezTo>
                <a:lnTo>
                  <a:pt x="50006" y="128588"/>
                </a:lnTo>
                <a:cubicBezTo>
                  <a:pt x="53935" y="128588"/>
                  <a:pt x="57150" y="125373"/>
                  <a:pt x="57150" y="121444"/>
                </a:cubicBezTo>
                <a:lnTo>
                  <a:pt x="57150" y="107156"/>
                </a:lnTo>
                <a:cubicBezTo>
                  <a:pt x="57150" y="103227"/>
                  <a:pt x="53935" y="100013"/>
                  <a:pt x="50006" y="100013"/>
                </a:cubicBezTo>
                <a:lnTo>
                  <a:pt x="35719" y="100013"/>
                </a:lnTo>
                <a:cubicBezTo>
                  <a:pt x="31790" y="100013"/>
                  <a:pt x="28575" y="103227"/>
                  <a:pt x="28575" y="107156"/>
                </a:cubicBezTo>
                <a:close/>
                <a:moveTo>
                  <a:pt x="85725" y="107156"/>
                </a:moveTo>
                <a:lnTo>
                  <a:pt x="85725" y="121444"/>
                </a:lnTo>
                <a:cubicBezTo>
                  <a:pt x="85725" y="125373"/>
                  <a:pt x="88940" y="128588"/>
                  <a:pt x="92869" y="128588"/>
                </a:cubicBezTo>
                <a:lnTo>
                  <a:pt x="107156" y="128588"/>
                </a:lnTo>
                <a:cubicBezTo>
                  <a:pt x="111085" y="128588"/>
                  <a:pt x="114300" y="125373"/>
                  <a:pt x="114300" y="121444"/>
                </a:cubicBezTo>
                <a:lnTo>
                  <a:pt x="114300" y="107156"/>
                </a:lnTo>
                <a:cubicBezTo>
                  <a:pt x="114300" y="103227"/>
                  <a:pt x="111085" y="100013"/>
                  <a:pt x="107156" y="100013"/>
                </a:cubicBezTo>
                <a:lnTo>
                  <a:pt x="92869" y="100013"/>
                </a:lnTo>
                <a:cubicBezTo>
                  <a:pt x="88940" y="100013"/>
                  <a:pt x="85725" y="103227"/>
                  <a:pt x="85725" y="107156"/>
                </a:cubicBezTo>
                <a:close/>
                <a:moveTo>
                  <a:pt x="150019" y="100013"/>
                </a:moveTo>
                <a:cubicBezTo>
                  <a:pt x="146090" y="100013"/>
                  <a:pt x="142875" y="103227"/>
                  <a:pt x="142875" y="107156"/>
                </a:cubicBezTo>
                <a:lnTo>
                  <a:pt x="142875" y="121444"/>
                </a:lnTo>
                <a:cubicBezTo>
                  <a:pt x="142875" y="125373"/>
                  <a:pt x="146090" y="128588"/>
                  <a:pt x="150019" y="128588"/>
                </a:cubicBezTo>
                <a:lnTo>
                  <a:pt x="164306" y="128588"/>
                </a:lnTo>
                <a:cubicBezTo>
                  <a:pt x="168235" y="128588"/>
                  <a:pt x="171450" y="125373"/>
                  <a:pt x="171450" y="121444"/>
                </a:cubicBezTo>
                <a:lnTo>
                  <a:pt x="171450" y="107156"/>
                </a:lnTo>
                <a:cubicBezTo>
                  <a:pt x="171450" y="103227"/>
                  <a:pt x="168235" y="100013"/>
                  <a:pt x="164306" y="100013"/>
                </a:cubicBezTo>
                <a:lnTo>
                  <a:pt x="150019" y="100013"/>
                </a:lnTo>
                <a:close/>
                <a:moveTo>
                  <a:pt x="28575" y="164306"/>
                </a:move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50006" y="185738"/>
                </a:lnTo>
                <a:cubicBezTo>
                  <a:pt x="53935" y="185738"/>
                  <a:pt x="57150" y="182523"/>
                  <a:pt x="57150" y="178594"/>
                </a:cubicBezTo>
                <a:lnTo>
                  <a:pt x="57150" y="164306"/>
                </a:lnTo>
                <a:cubicBezTo>
                  <a:pt x="57150" y="160377"/>
                  <a:pt x="53935" y="157163"/>
                  <a:pt x="50006" y="157163"/>
                </a:cubicBezTo>
                <a:lnTo>
                  <a:pt x="35719" y="157163"/>
                </a:lnTo>
                <a:cubicBezTo>
                  <a:pt x="31790" y="157163"/>
                  <a:pt x="28575" y="160377"/>
                  <a:pt x="28575" y="164306"/>
                </a:cubicBezTo>
                <a:close/>
                <a:moveTo>
                  <a:pt x="92869" y="157163"/>
                </a:moveTo>
                <a:cubicBezTo>
                  <a:pt x="88940" y="157163"/>
                  <a:pt x="85725" y="160377"/>
                  <a:pt x="85725" y="164306"/>
                </a:cubicBezTo>
                <a:lnTo>
                  <a:pt x="85725" y="178594"/>
                </a:lnTo>
                <a:cubicBezTo>
                  <a:pt x="85725" y="182523"/>
                  <a:pt x="88940" y="185738"/>
                  <a:pt x="92869" y="185738"/>
                </a:cubicBezTo>
                <a:lnTo>
                  <a:pt x="107156" y="185738"/>
                </a:lnTo>
                <a:cubicBezTo>
                  <a:pt x="111085" y="185738"/>
                  <a:pt x="114300" y="182523"/>
                  <a:pt x="114300" y="178594"/>
                </a:cubicBezTo>
                <a:lnTo>
                  <a:pt x="114300" y="164306"/>
                </a:lnTo>
                <a:cubicBezTo>
                  <a:pt x="114300" y="160377"/>
                  <a:pt x="111085" y="157163"/>
                  <a:pt x="107156" y="157163"/>
                </a:cubicBezTo>
                <a:lnTo>
                  <a:pt x="92869" y="157163"/>
                </a:lnTo>
                <a:close/>
                <a:moveTo>
                  <a:pt x="142875" y="164306"/>
                </a:moveTo>
                <a:lnTo>
                  <a:pt x="142875" y="178594"/>
                </a:lnTo>
                <a:cubicBezTo>
                  <a:pt x="142875" y="182523"/>
                  <a:pt x="146090" y="185738"/>
                  <a:pt x="150019" y="185738"/>
                </a:cubicBezTo>
                <a:lnTo>
                  <a:pt x="164306" y="185738"/>
                </a:lnTo>
                <a:cubicBezTo>
                  <a:pt x="168235" y="185738"/>
                  <a:pt x="171450" y="182523"/>
                  <a:pt x="171450" y="178594"/>
                </a:cubicBezTo>
                <a:lnTo>
                  <a:pt x="171450" y="164306"/>
                </a:lnTo>
                <a:cubicBezTo>
                  <a:pt x="171450" y="160377"/>
                  <a:pt x="168235" y="157163"/>
                  <a:pt x="164306" y="157163"/>
                </a:cubicBezTo>
                <a:lnTo>
                  <a:pt x="150019" y="157163"/>
                </a:lnTo>
                <a:cubicBezTo>
                  <a:pt x="146090" y="157163"/>
                  <a:pt x="142875" y="160377"/>
                  <a:pt x="142875" y="164306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3" name="Text 61"/>
          <p:cNvSpPr/>
          <p:nvPr/>
        </p:nvSpPr>
        <p:spPr>
          <a:xfrm>
            <a:off x="980017" y="5782735"/>
            <a:ext cx="3028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Duración del Proyecto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80017" y="6049435"/>
            <a:ext cx="3009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 semanas de desarrollo (3 sprints × 2 semanas)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558477" y="5706666"/>
            <a:ext cx="3095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Tiempo total del proyecto: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529902" y="5897166"/>
            <a:ext cx="3124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 meses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568002" y="6163866"/>
            <a:ext cx="3086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Incluye planeación, pruebas, documentación y despliegue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285750"/>
                </a:lnTo>
                <a:cubicBezTo>
                  <a:pt x="38100" y="296264"/>
                  <a:pt x="29564" y="304800"/>
                  <a:pt x="19050" y="304800"/>
                </a:cubicBezTo>
                <a:lnTo>
                  <a:pt x="19050" y="304800"/>
                </a:lnTo>
                <a:cubicBezTo>
                  <a:pt x="8536" y="304800"/>
                  <a:pt x="0" y="296264"/>
                  <a:pt x="0" y="285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8B5CF6"/>
              </a:gs>
              <a:gs pos="0">
                <a:srgbClr val="FFFFFF"/>
              </a:gs>
              <a:gs pos="100000">
                <a:srgbClr val="EC4899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33400" y="381000"/>
            <a:ext cx="4905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Arquitectura Final Completa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Preview Sprint 3 — Hacia dónde va el sistema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233" y="1223433"/>
            <a:ext cx="11419417" cy="4694767"/>
          </a:xfrm>
          <a:custGeom>
            <a:avLst/>
            <a:gdLst/>
            <a:ahLst/>
            <a:cxnLst/>
            <a:rect l="l" t="t" r="r" b="b"/>
            <a:pathLst>
              <a:path w="11419417" h="4694767">
                <a:moveTo>
                  <a:pt x="114318" y="0"/>
                </a:moveTo>
                <a:lnTo>
                  <a:pt x="11305099" y="0"/>
                </a:lnTo>
                <a:cubicBezTo>
                  <a:pt x="11368235" y="0"/>
                  <a:pt x="11419417" y="51182"/>
                  <a:pt x="11419417" y="114318"/>
                </a:cubicBezTo>
                <a:lnTo>
                  <a:pt x="11419417" y="4580449"/>
                </a:lnTo>
                <a:cubicBezTo>
                  <a:pt x="11419417" y="4643585"/>
                  <a:pt x="11368235" y="4694767"/>
                  <a:pt x="11305099" y="4694767"/>
                </a:cubicBezTo>
                <a:lnTo>
                  <a:pt x="114318" y="4694767"/>
                </a:lnTo>
                <a:cubicBezTo>
                  <a:pt x="51182" y="4694767"/>
                  <a:pt x="0" y="4643585"/>
                  <a:pt x="0" y="4580449"/>
                </a:cubicBezTo>
                <a:lnTo>
                  <a:pt x="0" y="114318"/>
                </a:lnTo>
                <a:cubicBezTo>
                  <a:pt x="0" y="51182"/>
                  <a:pt x="51182" y="0"/>
                  <a:pt x="114318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83327" y="1479949"/>
            <a:ext cx="1674283" cy="512233"/>
          </a:xfrm>
          <a:custGeom>
            <a:avLst/>
            <a:gdLst/>
            <a:ahLst/>
            <a:cxnLst/>
            <a:rect l="l" t="t" r="r" b="b"/>
            <a:pathLst>
              <a:path w="1674283" h="512233">
                <a:moveTo>
                  <a:pt x="114300" y="0"/>
                </a:moveTo>
                <a:lnTo>
                  <a:pt x="1559984" y="0"/>
                </a:lnTo>
                <a:cubicBezTo>
                  <a:pt x="1623110" y="0"/>
                  <a:pt x="1674283" y="51174"/>
                  <a:pt x="1674283" y="114300"/>
                </a:cubicBezTo>
                <a:lnTo>
                  <a:pt x="1674283" y="397934"/>
                </a:lnTo>
                <a:cubicBezTo>
                  <a:pt x="1674283" y="461060"/>
                  <a:pt x="1623110" y="512233"/>
                  <a:pt x="1559984" y="512233"/>
                </a:cubicBezTo>
                <a:lnTo>
                  <a:pt x="114300" y="512233"/>
                </a:lnTo>
                <a:cubicBezTo>
                  <a:pt x="51216" y="512233"/>
                  <a:pt x="0" y="461017"/>
                  <a:pt x="0" y="397934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/>
              </a:gs>
              <a:gs pos="100000">
                <a:srgbClr val="0891B2"/>
              </a:gs>
            </a:gsLst>
            <a:lin ang="2700000" scaled="1"/>
          </a:gradFill>
          <a:ln w="22578">
            <a:solidFill>
              <a:srgbClr val="06B6D4">
                <a:alpha val="5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06106" y="165020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40040" y="59338"/>
                </a:moveTo>
                <a:cubicBezTo>
                  <a:pt x="138232" y="58735"/>
                  <a:pt x="136423" y="58166"/>
                  <a:pt x="134615" y="57630"/>
                </a:cubicBezTo>
                <a:cubicBezTo>
                  <a:pt x="134916" y="56391"/>
                  <a:pt x="135184" y="55152"/>
                  <a:pt x="135452" y="53913"/>
                </a:cubicBezTo>
                <a:cubicBezTo>
                  <a:pt x="139571" y="33955"/>
                  <a:pt x="136859" y="17915"/>
                  <a:pt x="127717" y="12624"/>
                </a:cubicBezTo>
                <a:cubicBezTo>
                  <a:pt x="118910" y="7568"/>
                  <a:pt x="104544" y="12825"/>
                  <a:pt x="90011" y="25483"/>
                </a:cubicBezTo>
                <a:cubicBezTo>
                  <a:pt x="88571" y="26722"/>
                  <a:pt x="87165" y="28028"/>
                  <a:pt x="85825" y="29334"/>
                </a:cubicBezTo>
                <a:cubicBezTo>
                  <a:pt x="84921" y="28463"/>
                  <a:pt x="83984" y="27593"/>
                  <a:pt x="83046" y="26756"/>
                </a:cubicBezTo>
                <a:cubicBezTo>
                  <a:pt x="67810" y="13227"/>
                  <a:pt x="52540" y="7534"/>
                  <a:pt x="43398" y="12859"/>
                </a:cubicBezTo>
                <a:cubicBezTo>
                  <a:pt x="34625" y="17949"/>
                  <a:pt x="32013" y="33051"/>
                  <a:pt x="35696" y="51937"/>
                </a:cubicBezTo>
                <a:cubicBezTo>
                  <a:pt x="36065" y="53813"/>
                  <a:pt x="36467" y="55654"/>
                  <a:pt x="36935" y="57530"/>
                </a:cubicBezTo>
                <a:cubicBezTo>
                  <a:pt x="34792" y="58132"/>
                  <a:pt x="32683" y="58802"/>
                  <a:pt x="30707" y="59505"/>
                </a:cubicBezTo>
                <a:cubicBezTo>
                  <a:pt x="12825" y="65700"/>
                  <a:pt x="0" y="75478"/>
                  <a:pt x="0" y="85591"/>
                </a:cubicBezTo>
                <a:cubicBezTo>
                  <a:pt x="0" y="96039"/>
                  <a:pt x="13662" y="106520"/>
                  <a:pt x="32247" y="112882"/>
                </a:cubicBezTo>
                <a:cubicBezTo>
                  <a:pt x="33754" y="113385"/>
                  <a:pt x="35261" y="113887"/>
                  <a:pt x="36801" y="114322"/>
                </a:cubicBezTo>
                <a:cubicBezTo>
                  <a:pt x="36299" y="116332"/>
                  <a:pt x="35864" y="118307"/>
                  <a:pt x="35462" y="120350"/>
                </a:cubicBezTo>
                <a:cubicBezTo>
                  <a:pt x="31946" y="138935"/>
                  <a:pt x="34692" y="153669"/>
                  <a:pt x="43465" y="158725"/>
                </a:cubicBezTo>
                <a:cubicBezTo>
                  <a:pt x="52507" y="163949"/>
                  <a:pt x="67709" y="158591"/>
                  <a:pt x="82510" y="145632"/>
                </a:cubicBezTo>
                <a:cubicBezTo>
                  <a:pt x="83682" y="144594"/>
                  <a:pt x="84854" y="143522"/>
                  <a:pt x="86026" y="142384"/>
                </a:cubicBezTo>
                <a:cubicBezTo>
                  <a:pt x="87500" y="143824"/>
                  <a:pt x="89040" y="145197"/>
                  <a:pt x="90581" y="146536"/>
                </a:cubicBezTo>
                <a:cubicBezTo>
                  <a:pt x="104913" y="158859"/>
                  <a:pt x="119077" y="163849"/>
                  <a:pt x="127817" y="158792"/>
                </a:cubicBezTo>
                <a:cubicBezTo>
                  <a:pt x="136859" y="153568"/>
                  <a:pt x="139805" y="137729"/>
                  <a:pt x="135988" y="118441"/>
                </a:cubicBezTo>
                <a:cubicBezTo>
                  <a:pt x="135687" y="116968"/>
                  <a:pt x="135352" y="115461"/>
                  <a:pt x="134983" y="113920"/>
                </a:cubicBezTo>
                <a:cubicBezTo>
                  <a:pt x="136055" y="113619"/>
                  <a:pt x="137093" y="113284"/>
                  <a:pt x="138131" y="112949"/>
                </a:cubicBezTo>
                <a:cubicBezTo>
                  <a:pt x="157453" y="106553"/>
                  <a:pt x="171450" y="96206"/>
                  <a:pt x="171450" y="85591"/>
                </a:cubicBezTo>
                <a:cubicBezTo>
                  <a:pt x="171450" y="75445"/>
                  <a:pt x="158256" y="65600"/>
                  <a:pt x="140040" y="59338"/>
                </a:cubicBezTo>
                <a:close/>
                <a:moveTo>
                  <a:pt x="94733" y="30908"/>
                </a:moveTo>
                <a:cubicBezTo>
                  <a:pt x="107190" y="20058"/>
                  <a:pt x="118809" y="15806"/>
                  <a:pt x="124100" y="18853"/>
                </a:cubicBezTo>
                <a:cubicBezTo>
                  <a:pt x="129760" y="22101"/>
                  <a:pt x="131936" y="35228"/>
                  <a:pt x="128387" y="52473"/>
                </a:cubicBezTo>
                <a:cubicBezTo>
                  <a:pt x="128152" y="53612"/>
                  <a:pt x="127918" y="54717"/>
                  <a:pt x="127616" y="55822"/>
                </a:cubicBezTo>
                <a:cubicBezTo>
                  <a:pt x="120182" y="54147"/>
                  <a:pt x="112648" y="52942"/>
                  <a:pt x="105080" y="52272"/>
                </a:cubicBezTo>
                <a:cubicBezTo>
                  <a:pt x="100727" y="46044"/>
                  <a:pt x="95972" y="40083"/>
                  <a:pt x="90815" y="34491"/>
                </a:cubicBezTo>
                <a:cubicBezTo>
                  <a:pt x="92121" y="33252"/>
                  <a:pt x="93393" y="32080"/>
                  <a:pt x="94733" y="30908"/>
                </a:cubicBezTo>
                <a:close/>
                <a:moveTo>
                  <a:pt x="55989" y="102970"/>
                </a:moveTo>
                <a:cubicBezTo>
                  <a:pt x="57697" y="105884"/>
                  <a:pt x="59438" y="108797"/>
                  <a:pt x="61280" y="111643"/>
                </a:cubicBezTo>
                <a:cubicBezTo>
                  <a:pt x="56056" y="111074"/>
                  <a:pt x="50866" y="110237"/>
                  <a:pt x="45742" y="109132"/>
                </a:cubicBezTo>
                <a:cubicBezTo>
                  <a:pt x="47216" y="104310"/>
                  <a:pt x="49057" y="99320"/>
                  <a:pt x="51201" y="94231"/>
                </a:cubicBezTo>
                <a:cubicBezTo>
                  <a:pt x="52741" y="97177"/>
                  <a:pt x="54315" y="100091"/>
                  <a:pt x="55989" y="102970"/>
                </a:cubicBezTo>
                <a:close/>
                <a:moveTo>
                  <a:pt x="45843" y="62686"/>
                </a:moveTo>
                <a:cubicBezTo>
                  <a:pt x="50665" y="61615"/>
                  <a:pt x="55788" y="60744"/>
                  <a:pt x="61113" y="60074"/>
                </a:cubicBezTo>
                <a:cubicBezTo>
                  <a:pt x="59338" y="62854"/>
                  <a:pt x="57596" y="65700"/>
                  <a:pt x="55956" y="68580"/>
                </a:cubicBezTo>
                <a:cubicBezTo>
                  <a:pt x="54315" y="71426"/>
                  <a:pt x="52707" y="74340"/>
                  <a:pt x="51201" y="77286"/>
                </a:cubicBezTo>
                <a:cubicBezTo>
                  <a:pt x="49091" y="72297"/>
                  <a:pt x="47316" y="67408"/>
                  <a:pt x="45843" y="62686"/>
                </a:cubicBezTo>
                <a:close/>
                <a:moveTo>
                  <a:pt x="55018" y="85758"/>
                </a:moveTo>
                <a:cubicBezTo>
                  <a:pt x="57228" y="81137"/>
                  <a:pt x="59639" y="76617"/>
                  <a:pt x="62184" y="72163"/>
                </a:cubicBezTo>
                <a:cubicBezTo>
                  <a:pt x="64729" y="67709"/>
                  <a:pt x="67475" y="63390"/>
                  <a:pt x="70355" y="59137"/>
                </a:cubicBezTo>
                <a:cubicBezTo>
                  <a:pt x="75378" y="58769"/>
                  <a:pt x="80501" y="58568"/>
                  <a:pt x="85725" y="58568"/>
                </a:cubicBezTo>
                <a:cubicBezTo>
                  <a:pt x="90949" y="58568"/>
                  <a:pt x="96106" y="58769"/>
                  <a:pt x="101095" y="59137"/>
                </a:cubicBezTo>
                <a:cubicBezTo>
                  <a:pt x="103942" y="63356"/>
                  <a:pt x="106654" y="67676"/>
                  <a:pt x="109232" y="72096"/>
                </a:cubicBezTo>
                <a:cubicBezTo>
                  <a:pt x="111811" y="76516"/>
                  <a:pt x="114222" y="81037"/>
                  <a:pt x="116499" y="85625"/>
                </a:cubicBezTo>
                <a:cubicBezTo>
                  <a:pt x="114255" y="90246"/>
                  <a:pt x="111844" y="94800"/>
                  <a:pt x="109266" y="99287"/>
                </a:cubicBezTo>
                <a:cubicBezTo>
                  <a:pt x="106721" y="103741"/>
                  <a:pt x="104009" y="108060"/>
                  <a:pt x="101162" y="112347"/>
                </a:cubicBezTo>
                <a:cubicBezTo>
                  <a:pt x="96173" y="112715"/>
                  <a:pt x="90982" y="112882"/>
                  <a:pt x="85725" y="112882"/>
                </a:cubicBezTo>
                <a:cubicBezTo>
                  <a:pt x="80468" y="112882"/>
                  <a:pt x="75378" y="112715"/>
                  <a:pt x="70455" y="112414"/>
                </a:cubicBezTo>
                <a:cubicBezTo>
                  <a:pt x="67542" y="108161"/>
                  <a:pt x="64796" y="103808"/>
                  <a:pt x="62218" y="99354"/>
                </a:cubicBezTo>
                <a:cubicBezTo>
                  <a:pt x="59639" y="94900"/>
                  <a:pt x="57262" y="90380"/>
                  <a:pt x="55018" y="85758"/>
                </a:cubicBezTo>
                <a:close/>
                <a:moveTo>
                  <a:pt x="115494" y="102903"/>
                </a:moveTo>
                <a:cubicBezTo>
                  <a:pt x="117202" y="99957"/>
                  <a:pt x="118809" y="96976"/>
                  <a:pt x="120383" y="93963"/>
                </a:cubicBezTo>
                <a:cubicBezTo>
                  <a:pt x="122526" y="98818"/>
                  <a:pt x="124402" y="103741"/>
                  <a:pt x="126043" y="108797"/>
                </a:cubicBezTo>
                <a:cubicBezTo>
                  <a:pt x="120852" y="109969"/>
                  <a:pt x="115595" y="110873"/>
                  <a:pt x="110304" y="111476"/>
                </a:cubicBezTo>
                <a:cubicBezTo>
                  <a:pt x="112112" y="108663"/>
                  <a:pt x="113820" y="105783"/>
                  <a:pt x="115494" y="102903"/>
                </a:cubicBezTo>
                <a:close/>
                <a:moveTo>
                  <a:pt x="120316" y="77286"/>
                </a:moveTo>
                <a:cubicBezTo>
                  <a:pt x="118743" y="74340"/>
                  <a:pt x="117135" y="71393"/>
                  <a:pt x="115461" y="68513"/>
                </a:cubicBezTo>
                <a:cubicBezTo>
                  <a:pt x="113820" y="65667"/>
                  <a:pt x="112112" y="62854"/>
                  <a:pt x="110337" y="60074"/>
                </a:cubicBezTo>
                <a:cubicBezTo>
                  <a:pt x="115729" y="60744"/>
                  <a:pt x="120886" y="61648"/>
                  <a:pt x="125708" y="62753"/>
                </a:cubicBezTo>
                <a:cubicBezTo>
                  <a:pt x="124167" y="67709"/>
                  <a:pt x="122359" y="72531"/>
                  <a:pt x="120316" y="77286"/>
                </a:cubicBezTo>
                <a:close/>
                <a:moveTo>
                  <a:pt x="85792" y="39614"/>
                </a:moveTo>
                <a:cubicBezTo>
                  <a:pt x="89308" y="43432"/>
                  <a:pt x="92623" y="47450"/>
                  <a:pt x="95704" y="51602"/>
                </a:cubicBezTo>
                <a:cubicBezTo>
                  <a:pt x="89074" y="51301"/>
                  <a:pt x="82410" y="51301"/>
                  <a:pt x="75780" y="51602"/>
                </a:cubicBezTo>
                <a:cubicBezTo>
                  <a:pt x="79061" y="47283"/>
                  <a:pt x="82443" y="43264"/>
                  <a:pt x="85792" y="39614"/>
                </a:cubicBezTo>
                <a:close/>
                <a:moveTo>
                  <a:pt x="46948" y="19087"/>
                </a:moveTo>
                <a:cubicBezTo>
                  <a:pt x="52574" y="15806"/>
                  <a:pt x="65064" y="20494"/>
                  <a:pt x="78224" y="32147"/>
                </a:cubicBezTo>
                <a:cubicBezTo>
                  <a:pt x="79061" y="32884"/>
                  <a:pt x="79898" y="33687"/>
                  <a:pt x="80769" y="34491"/>
                </a:cubicBezTo>
                <a:cubicBezTo>
                  <a:pt x="75579" y="40083"/>
                  <a:pt x="70790" y="46044"/>
                  <a:pt x="66403" y="52272"/>
                </a:cubicBezTo>
                <a:cubicBezTo>
                  <a:pt x="58835" y="52942"/>
                  <a:pt x="51335" y="54114"/>
                  <a:pt x="43901" y="55755"/>
                </a:cubicBezTo>
                <a:cubicBezTo>
                  <a:pt x="43465" y="54047"/>
                  <a:pt x="43097" y="52306"/>
                  <a:pt x="42729" y="50564"/>
                </a:cubicBezTo>
                <a:cubicBezTo>
                  <a:pt x="39581" y="34357"/>
                  <a:pt x="41657" y="22134"/>
                  <a:pt x="46948" y="19087"/>
                </a:cubicBezTo>
                <a:close/>
                <a:moveTo>
                  <a:pt x="38744" y="107357"/>
                </a:moveTo>
                <a:cubicBezTo>
                  <a:pt x="37337" y="106955"/>
                  <a:pt x="35964" y="106520"/>
                  <a:pt x="34591" y="106051"/>
                </a:cubicBezTo>
                <a:cubicBezTo>
                  <a:pt x="27459" y="103808"/>
                  <a:pt x="19355" y="100258"/>
                  <a:pt x="13495" y="95603"/>
                </a:cubicBezTo>
                <a:cubicBezTo>
                  <a:pt x="10113" y="93259"/>
                  <a:pt x="7836" y="89643"/>
                  <a:pt x="7200" y="85591"/>
                </a:cubicBezTo>
                <a:cubicBezTo>
                  <a:pt x="7200" y="79463"/>
                  <a:pt x="17781" y="71627"/>
                  <a:pt x="33051" y="66303"/>
                </a:cubicBezTo>
                <a:cubicBezTo>
                  <a:pt x="34960" y="65633"/>
                  <a:pt x="36902" y="65030"/>
                  <a:pt x="38844" y="64461"/>
                </a:cubicBezTo>
                <a:cubicBezTo>
                  <a:pt x="41121" y="71728"/>
                  <a:pt x="43867" y="78860"/>
                  <a:pt x="47048" y="85758"/>
                </a:cubicBezTo>
                <a:cubicBezTo>
                  <a:pt x="43834" y="92757"/>
                  <a:pt x="41054" y="99990"/>
                  <a:pt x="38744" y="107357"/>
                </a:cubicBezTo>
                <a:close/>
                <a:moveTo>
                  <a:pt x="77789" y="140174"/>
                </a:moveTo>
                <a:cubicBezTo>
                  <a:pt x="72263" y="145230"/>
                  <a:pt x="65868" y="149249"/>
                  <a:pt x="58902" y="151994"/>
                </a:cubicBezTo>
                <a:cubicBezTo>
                  <a:pt x="55185" y="153769"/>
                  <a:pt x="50899" y="153937"/>
                  <a:pt x="47082" y="152430"/>
                </a:cubicBezTo>
                <a:cubicBezTo>
                  <a:pt x="41757" y="149349"/>
                  <a:pt x="39547" y="137528"/>
                  <a:pt x="42561" y="121622"/>
                </a:cubicBezTo>
                <a:cubicBezTo>
                  <a:pt x="42929" y="119747"/>
                  <a:pt x="43331" y="117872"/>
                  <a:pt x="43800" y="116030"/>
                </a:cubicBezTo>
                <a:cubicBezTo>
                  <a:pt x="51301" y="117637"/>
                  <a:pt x="58869" y="118743"/>
                  <a:pt x="66537" y="119312"/>
                </a:cubicBezTo>
                <a:cubicBezTo>
                  <a:pt x="70958" y="125574"/>
                  <a:pt x="75813" y="131568"/>
                  <a:pt x="81003" y="137193"/>
                </a:cubicBezTo>
                <a:cubicBezTo>
                  <a:pt x="79932" y="138232"/>
                  <a:pt x="78860" y="139236"/>
                  <a:pt x="77789" y="140174"/>
                </a:cubicBezTo>
                <a:close/>
                <a:moveTo>
                  <a:pt x="85993" y="132037"/>
                </a:moveTo>
                <a:cubicBezTo>
                  <a:pt x="82577" y="128353"/>
                  <a:pt x="79162" y="124268"/>
                  <a:pt x="75847" y="119881"/>
                </a:cubicBezTo>
                <a:cubicBezTo>
                  <a:pt x="79061" y="120015"/>
                  <a:pt x="82376" y="120082"/>
                  <a:pt x="85725" y="120082"/>
                </a:cubicBezTo>
                <a:cubicBezTo>
                  <a:pt x="89174" y="120082"/>
                  <a:pt x="92556" y="120015"/>
                  <a:pt x="95905" y="119848"/>
                </a:cubicBezTo>
                <a:cubicBezTo>
                  <a:pt x="92824" y="124100"/>
                  <a:pt x="89509" y="128152"/>
                  <a:pt x="85993" y="132037"/>
                </a:cubicBezTo>
                <a:close/>
                <a:moveTo>
                  <a:pt x="129760" y="142082"/>
                </a:moveTo>
                <a:cubicBezTo>
                  <a:pt x="129458" y="146168"/>
                  <a:pt x="127449" y="149985"/>
                  <a:pt x="124234" y="152564"/>
                </a:cubicBezTo>
                <a:cubicBezTo>
                  <a:pt x="118910" y="155644"/>
                  <a:pt x="107558" y="151626"/>
                  <a:pt x="95302" y="141111"/>
                </a:cubicBezTo>
                <a:cubicBezTo>
                  <a:pt x="93896" y="139906"/>
                  <a:pt x="92489" y="138600"/>
                  <a:pt x="91049" y="137260"/>
                </a:cubicBezTo>
                <a:cubicBezTo>
                  <a:pt x="96173" y="131601"/>
                  <a:pt x="100894" y="125607"/>
                  <a:pt x="105181" y="119312"/>
                </a:cubicBezTo>
                <a:cubicBezTo>
                  <a:pt x="112849" y="118676"/>
                  <a:pt x="120484" y="117504"/>
                  <a:pt x="128018" y="115796"/>
                </a:cubicBezTo>
                <a:cubicBezTo>
                  <a:pt x="128353" y="117169"/>
                  <a:pt x="128654" y="118542"/>
                  <a:pt x="128922" y="119881"/>
                </a:cubicBezTo>
                <a:cubicBezTo>
                  <a:pt x="130563" y="127114"/>
                  <a:pt x="130831" y="134649"/>
                  <a:pt x="129760" y="142082"/>
                </a:cubicBezTo>
                <a:close/>
                <a:moveTo>
                  <a:pt x="135854" y="106085"/>
                </a:moveTo>
                <a:cubicBezTo>
                  <a:pt x="134916" y="106386"/>
                  <a:pt x="133979" y="106687"/>
                  <a:pt x="133008" y="106955"/>
                </a:cubicBezTo>
                <a:cubicBezTo>
                  <a:pt x="130664" y="99655"/>
                  <a:pt x="127784" y="92523"/>
                  <a:pt x="124469" y="85591"/>
                </a:cubicBezTo>
                <a:cubicBezTo>
                  <a:pt x="127683" y="78760"/>
                  <a:pt x="130396" y="71728"/>
                  <a:pt x="132673" y="64528"/>
                </a:cubicBezTo>
                <a:cubicBezTo>
                  <a:pt x="134414" y="65030"/>
                  <a:pt x="136088" y="65566"/>
                  <a:pt x="137696" y="66102"/>
                </a:cubicBezTo>
                <a:cubicBezTo>
                  <a:pt x="153300" y="71460"/>
                  <a:pt x="164250" y="79430"/>
                  <a:pt x="164250" y="85524"/>
                </a:cubicBezTo>
                <a:cubicBezTo>
                  <a:pt x="164250" y="92087"/>
                  <a:pt x="152564" y="100559"/>
                  <a:pt x="135854" y="106085"/>
                </a:cubicBezTo>
                <a:close/>
                <a:moveTo>
                  <a:pt x="85725" y="101062"/>
                </a:moveTo>
                <a:cubicBezTo>
                  <a:pt x="94190" y="101062"/>
                  <a:pt x="101062" y="94190"/>
                  <a:pt x="101062" y="85725"/>
                </a:cubicBezTo>
                <a:cubicBezTo>
                  <a:pt x="101062" y="77260"/>
                  <a:pt x="94190" y="70388"/>
                  <a:pt x="85725" y="70388"/>
                </a:cubicBezTo>
                <a:cubicBezTo>
                  <a:pt x="77260" y="70388"/>
                  <a:pt x="70388" y="77260"/>
                  <a:pt x="70388" y="85725"/>
                </a:cubicBezTo>
                <a:cubicBezTo>
                  <a:pt x="70388" y="94190"/>
                  <a:pt x="77260" y="101062"/>
                  <a:pt x="85725" y="10106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672806" y="1564611"/>
            <a:ext cx="105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Frontend Admin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72806" y="1755111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React 18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06716" y="1479949"/>
            <a:ext cx="1902883" cy="512233"/>
          </a:xfrm>
          <a:custGeom>
            <a:avLst/>
            <a:gdLst/>
            <a:ahLst/>
            <a:cxnLst/>
            <a:rect l="l" t="t" r="r" b="b"/>
            <a:pathLst>
              <a:path w="1902883" h="512233">
                <a:moveTo>
                  <a:pt x="114300" y="0"/>
                </a:moveTo>
                <a:lnTo>
                  <a:pt x="1788584" y="0"/>
                </a:lnTo>
                <a:cubicBezTo>
                  <a:pt x="1851710" y="0"/>
                  <a:pt x="1902883" y="51174"/>
                  <a:pt x="1902883" y="114300"/>
                </a:cubicBezTo>
                <a:lnTo>
                  <a:pt x="1902883" y="397934"/>
                </a:lnTo>
                <a:cubicBezTo>
                  <a:pt x="1902883" y="461060"/>
                  <a:pt x="1851710" y="512233"/>
                  <a:pt x="1788584" y="512233"/>
                </a:cubicBezTo>
                <a:lnTo>
                  <a:pt x="114300" y="512233"/>
                </a:lnTo>
                <a:cubicBezTo>
                  <a:pt x="51216" y="512233"/>
                  <a:pt x="0" y="461017"/>
                  <a:pt x="0" y="397934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/>
              </a:gs>
              <a:gs pos="100000">
                <a:srgbClr val="D97706"/>
              </a:gs>
            </a:gsLst>
            <a:lin ang="2700000" scaled="1"/>
          </a:gradFill>
          <a:ln w="22578">
            <a:solidFill>
              <a:srgbClr val="F59E0B">
                <a:alpha val="5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9495" y="165020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40040" y="59338"/>
                </a:moveTo>
                <a:cubicBezTo>
                  <a:pt x="138232" y="58735"/>
                  <a:pt x="136423" y="58166"/>
                  <a:pt x="134615" y="57630"/>
                </a:cubicBezTo>
                <a:cubicBezTo>
                  <a:pt x="134916" y="56391"/>
                  <a:pt x="135184" y="55152"/>
                  <a:pt x="135452" y="53913"/>
                </a:cubicBezTo>
                <a:cubicBezTo>
                  <a:pt x="139571" y="33955"/>
                  <a:pt x="136859" y="17915"/>
                  <a:pt x="127717" y="12624"/>
                </a:cubicBezTo>
                <a:cubicBezTo>
                  <a:pt x="118910" y="7568"/>
                  <a:pt x="104544" y="12825"/>
                  <a:pt x="90011" y="25483"/>
                </a:cubicBezTo>
                <a:cubicBezTo>
                  <a:pt x="88571" y="26722"/>
                  <a:pt x="87165" y="28028"/>
                  <a:pt x="85825" y="29334"/>
                </a:cubicBezTo>
                <a:cubicBezTo>
                  <a:pt x="84921" y="28463"/>
                  <a:pt x="83984" y="27593"/>
                  <a:pt x="83046" y="26756"/>
                </a:cubicBezTo>
                <a:cubicBezTo>
                  <a:pt x="67810" y="13227"/>
                  <a:pt x="52540" y="7534"/>
                  <a:pt x="43398" y="12859"/>
                </a:cubicBezTo>
                <a:cubicBezTo>
                  <a:pt x="34625" y="17949"/>
                  <a:pt x="32013" y="33051"/>
                  <a:pt x="35696" y="51937"/>
                </a:cubicBezTo>
                <a:cubicBezTo>
                  <a:pt x="36065" y="53813"/>
                  <a:pt x="36467" y="55654"/>
                  <a:pt x="36935" y="57530"/>
                </a:cubicBezTo>
                <a:cubicBezTo>
                  <a:pt x="34792" y="58132"/>
                  <a:pt x="32683" y="58802"/>
                  <a:pt x="30707" y="59505"/>
                </a:cubicBezTo>
                <a:cubicBezTo>
                  <a:pt x="12825" y="65700"/>
                  <a:pt x="0" y="75478"/>
                  <a:pt x="0" y="85591"/>
                </a:cubicBezTo>
                <a:cubicBezTo>
                  <a:pt x="0" y="96039"/>
                  <a:pt x="13662" y="106520"/>
                  <a:pt x="32247" y="112882"/>
                </a:cubicBezTo>
                <a:cubicBezTo>
                  <a:pt x="33754" y="113385"/>
                  <a:pt x="35261" y="113887"/>
                  <a:pt x="36801" y="114322"/>
                </a:cubicBezTo>
                <a:cubicBezTo>
                  <a:pt x="36299" y="116332"/>
                  <a:pt x="35864" y="118307"/>
                  <a:pt x="35462" y="120350"/>
                </a:cubicBezTo>
                <a:cubicBezTo>
                  <a:pt x="31946" y="138935"/>
                  <a:pt x="34692" y="153669"/>
                  <a:pt x="43465" y="158725"/>
                </a:cubicBezTo>
                <a:cubicBezTo>
                  <a:pt x="52507" y="163949"/>
                  <a:pt x="67709" y="158591"/>
                  <a:pt x="82510" y="145632"/>
                </a:cubicBezTo>
                <a:cubicBezTo>
                  <a:pt x="83682" y="144594"/>
                  <a:pt x="84854" y="143522"/>
                  <a:pt x="86026" y="142384"/>
                </a:cubicBezTo>
                <a:cubicBezTo>
                  <a:pt x="87500" y="143824"/>
                  <a:pt x="89040" y="145197"/>
                  <a:pt x="90581" y="146536"/>
                </a:cubicBezTo>
                <a:cubicBezTo>
                  <a:pt x="104913" y="158859"/>
                  <a:pt x="119077" y="163849"/>
                  <a:pt x="127817" y="158792"/>
                </a:cubicBezTo>
                <a:cubicBezTo>
                  <a:pt x="136859" y="153568"/>
                  <a:pt x="139805" y="137729"/>
                  <a:pt x="135988" y="118441"/>
                </a:cubicBezTo>
                <a:cubicBezTo>
                  <a:pt x="135687" y="116968"/>
                  <a:pt x="135352" y="115461"/>
                  <a:pt x="134983" y="113920"/>
                </a:cubicBezTo>
                <a:cubicBezTo>
                  <a:pt x="136055" y="113619"/>
                  <a:pt x="137093" y="113284"/>
                  <a:pt x="138131" y="112949"/>
                </a:cubicBezTo>
                <a:cubicBezTo>
                  <a:pt x="157453" y="106553"/>
                  <a:pt x="171450" y="96206"/>
                  <a:pt x="171450" y="85591"/>
                </a:cubicBezTo>
                <a:cubicBezTo>
                  <a:pt x="171450" y="75445"/>
                  <a:pt x="158256" y="65600"/>
                  <a:pt x="140040" y="59338"/>
                </a:cubicBezTo>
                <a:close/>
                <a:moveTo>
                  <a:pt x="94733" y="30908"/>
                </a:moveTo>
                <a:cubicBezTo>
                  <a:pt x="107190" y="20058"/>
                  <a:pt x="118809" y="15806"/>
                  <a:pt x="124100" y="18853"/>
                </a:cubicBezTo>
                <a:cubicBezTo>
                  <a:pt x="129760" y="22101"/>
                  <a:pt x="131936" y="35228"/>
                  <a:pt x="128387" y="52473"/>
                </a:cubicBezTo>
                <a:cubicBezTo>
                  <a:pt x="128152" y="53612"/>
                  <a:pt x="127918" y="54717"/>
                  <a:pt x="127616" y="55822"/>
                </a:cubicBezTo>
                <a:cubicBezTo>
                  <a:pt x="120182" y="54147"/>
                  <a:pt x="112648" y="52942"/>
                  <a:pt x="105080" y="52272"/>
                </a:cubicBezTo>
                <a:cubicBezTo>
                  <a:pt x="100727" y="46044"/>
                  <a:pt x="95972" y="40083"/>
                  <a:pt x="90815" y="34491"/>
                </a:cubicBezTo>
                <a:cubicBezTo>
                  <a:pt x="92121" y="33252"/>
                  <a:pt x="93393" y="32080"/>
                  <a:pt x="94733" y="30908"/>
                </a:cubicBezTo>
                <a:close/>
                <a:moveTo>
                  <a:pt x="55989" y="102970"/>
                </a:moveTo>
                <a:cubicBezTo>
                  <a:pt x="57697" y="105884"/>
                  <a:pt x="59438" y="108797"/>
                  <a:pt x="61280" y="111643"/>
                </a:cubicBezTo>
                <a:cubicBezTo>
                  <a:pt x="56056" y="111074"/>
                  <a:pt x="50866" y="110237"/>
                  <a:pt x="45742" y="109132"/>
                </a:cubicBezTo>
                <a:cubicBezTo>
                  <a:pt x="47216" y="104310"/>
                  <a:pt x="49057" y="99320"/>
                  <a:pt x="51201" y="94231"/>
                </a:cubicBezTo>
                <a:cubicBezTo>
                  <a:pt x="52741" y="97177"/>
                  <a:pt x="54315" y="100091"/>
                  <a:pt x="55989" y="102970"/>
                </a:cubicBezTo>
                <a:close/>
                <a:moveTo>
                  <a:pt x="45843" y="62686"/>
                </a:moveTo>
                <a:cubicBezTo>
                  <a:pt x="50665" y="61615"/>
                  <a:pt x="55788" y="60744"/>
                  <a:pt x="61113" y="60074"/>
                </a:cubicBezTo>
                <a:cubicBezTo>
                  <a:pt x="59338" y="62854"/>
                  <a:pt x="57596" y="65700"/>
                  <a:pt x="55956" y="68580"/>
                </a:cubicBezTo>
                <a:cubicBezTo>
                  <a:pt x="54315" y="71426"/>
                  <a:pt x="52707" y="74340"/>
                  <a:pt x="51201" y="77286"/>
                </a:cubicBezTo>
                <a:cubicBezTo>
                  <a:pt x="49091" y="72297"/>
                  <a:pt x="47316" y="67408"/>
                  <a:pt x="45843" y="62686"/>
                </a:cubicBezTo>
                <a:close/>
                <a:moveTo>
                  <a:pt x="55018" y="85758"/>
                </a:moveTo>
                <a:cubicBezTo>
                  <a:pt x="57228" y="81137"/>
                  <a:pt x="59639" y="76617"/>
                  <a:pt x="62184" y="72163"/>
                </a:cubicBezTo>
                <a:cubicBezTo>
                  <a:pt x="64729" y="67709"/>
                  <a:pt x="67475" y="63390"/>
                  <a:pt x="70355" y="59137"/>
                </a:cubicBezTo>
                <a:cubicBezTo>
                  <a:pt x="75378" y="58769"/>
                  <a:pt x="80501" y="58568"/>
                  <a:pt x="85725" y="58568"/>
                </a:cubicBezTo>
                <a:cubicBezTo>
                  <a:pt x="90949" y="58568"/>
                  <a:pt x="96106" y="58769"/>
                  <a:pt x="101095" y="59137"/>
                </a:cubicBezTo>
                <a:cubicBezTo>
                  <a:pt x="103942" y="63356"/>
                  <a:pt x="106654" y="67676"/>
                  <a:pt x="109232" y="72096"/>
                </a:cubicBezTo>
                <a:cubicBezTo>
                  <a:pt x="111811" y="76516"/>
                  <a:pt x="114222" y="81037"/>
                  <a:pt x="116499" y="85625"/>
                </a:cubicBezTo>
                <a:cubicBezTo>
                  <a:pt x="114255" y="90246"/>
                  <a:pt x="111844" y="94800"/>
                  <a:pt x="109266" y="99287"/>
                </a:cubicBezTo>
                <a:cubicBezTo>
                  <a:pt x="106721" y="103741"/>
                  <a:pt x="104009" y="108060"/>
                  <a:pt x="101162" y="112347"/>
                </a:cubicBezTo>
                <a:cubicBezTo>
                  <a:pt x="96173" y="112715"/>
                  <a:pt x="90982" y="112882"/>
                  <a:pt x="85725" y="112882"/>
                </a:cubicBezTo>
                <a:cubicBezTo>
                  <a:pt x="80468" y="112882"/>
                  <a:pt x="75378" y="112715"/>
                  <a:pt x="70455" y="112414"/>
                </a:cubicBezTo>
                <a:cubicBezTo>
                  <a:pt x="67542" y="108161"/>
                  <a:pt x="64796" y="103808"/>
                  <a:pt x="62218" y="99354"/>
                </a:cubicBezTo>
                <a:cubicBezTo>
                  <a:pt x="59639" y="94900"/>
                  <a:pt x="57262" y="90380"/>
                  <a:pt x="55018" y="85758"/>
                </a:cubicBezTo>
                <a:close/>
                <a:moveTo>
                  <a:pt x="115494" y="102903"/>
                </a:moveTo>
                <a:cubicBezTo>
                  <a:pt x="117202" y="99957"/>
                  <a:pt x="118809" y="96976"/>
                  <a:pt x="120383" y="93963"/>
                </a:cubicBezTo>
                <a:cubicBezTo>
                  <a:pt x="122526" y="98818"/>
                  <a:pt x="124402" y="103741"/>
                  <a:pt x="126043" y="108797"/>
                </a:cubicBezTo>
                <a:cubicBezTo>
                  <a:pt x="120852" y="109969"/>
                  <a:pt x="115595" y="110873"/>
                  <a:pt x="110304" y="111476"/>
                </a:cubicBezTo>
                <a:cubicBezTo>
                  <a:pt x="112112" y="108663"/>
                  <a:pt x="113820" y="105783"/>
                  <a:pt x="115494" y="102903"/>
                </a:cubicBezTo>
                <a:close/>
                <a:moveTo>
                  <a:pt x="120316" y="77286"/>
                </a:moveTo>
                <a:cubicBezTo>
                  <a:pt x="118743" y="74340"/>
                  <a:pt x="117135" y="71393"/>
                  <a:pt x="115461" y="68513"/>
                </a:cubicBezTo>
                <a:cubicBezTo>
                  <a:pt x="113820" y="65667"/>
                  <a:pt x="112112" y="62854"/>
                  <a:pt x="110337" y="60074"/>
                </a:cubicBezTo>
                <a:cubicBezTo>
                  <a:pt x="115729" y="60744"/>
                  <a:pt x="120886" y="61648"/>
                  <a:pt x="125708" y="62753"/>
                </a:cubicBezTo>
                <a:cubicBezTo>
                  <a:pt x="124167" y="67709"/>
                  <a:pt x="122359" y="72531"/>
                  <a:pt x="120316" y="77286"/>
                </a:cubicBezTo>
                <a:close/>
                <a:moveTo>
                  <a:pt x="85792" y="39614"/>
                </a:moveTo>
                <a:cubicBezTo>
                  <a:pt x="89308" y="43432"/>
                  <a:pt x="92623" y="47450"/>
                  <a:pt x="95704" y="51602"/>
                </a:cubicBezTo>
                <a:cubicBezTo>
                  <a:pt x="89074" y="51301"/>
                  <a:pt x="82410" y="51301"/>
                  <a:pt x="75780" y="51602"/>
                </a:cubicBezTo>
                <a:cubicBezTo>
                  <a:pt x="79061" y="47283"/>
                  <a:pt x="82443" y="43264"/>
                  <a:pt x="85792" y="39614"/>
                </a:cubicBezTo>
                <a:close/>
                <a:moveTo>
                  <a:pt x="46948" y="19087"/>
                </a:moveTo>
                <a:cubicBezTo>
                  <a:pt x="52574" y="15806"/>
                  <a:pt x="65064" y="20494"/>
                  <a:pt x="78224" y="32147"/>
                </a:cubicBezTo>
                <a:cubicBezTo>
                  <a:pt x="79061" y="32884"/>
                  <a:pt x="79898" y="33687"/>
                  <a:pt x="80769" y="34491"/>
                </a:cubicBezTo>
                <a:cubicBezTo>
                  <a:pt x="75579" y="40083"/>
                  <a:pt x="70790" y="46044"/>
                  <a:pt x="66403" y="52272"/>
                </a:cubicBezTo>
                <a:cubicBezTo>
                  <a:pt x="58835" y="52942"/>
                  <a:pt x="51335" y="54114"/>
                  <a:pt x="43901" y="55755"/>
                </a:cubicBezTo>
                <a:cubicBezTo>
                  <a:pt x="43465" y="54047"/>
                  <a:pt x="43097" y="52306"/>
                  <a:pt x="42729" y="50564"/>
                </a:cubicBezTo>
                <a:cubicBezTo>
                  <a:pt x="39581" y="34357"/>
                  <a:pt x="41657" y="22134"/>
                  <a:pt x="46948" y="19087"/>
                </a:cubicBezTo>
                <a:close/>
                <a:moveTo>
                  <a:pt x="38744" y="107357"/>
                </a:moveTo>
                <a:cubicBezTo>
                  <a:pt x="37337" y="106955"/>
                  <a:pt x="35964" y="106520"/>
                  <a:pt x="34591" y="106051"/>
                </a:cubicBezTo>
                <a:cubicBezTo>
                  <a:pt x="27459" y="103808"/>
                  <a:pt x="19355" y="100258"/>
                  <a:pt x="13495" y="95603"/>
                </a:cubicBezTo>
                <a:cubicBezTo>
                  <a:pt x="10113" y="93259"/>
                  <a:pt x="7836" y="89643"/>
                  <a:pt x="7200" y="85591"/>
                </a:cubicBezTo>
                <a:cubicBezTo>
                  <a:pt x="7200" y="79463"/>
                  <a:pt x="17781" y="71627"/>
                  <a:pt x="33051" y="66303"/>
                </a:cubicBezTo>
                <a:cubicBezTo>
                  <a:pt x="34960" y="65633"/>
                  <a:pt x="36902" y="65030"/>
                  <a:pt x="38844" y="64461"/>
                </a:cubicBezTo>
                <a:cubicBezTo>
                  <a:pt x="41121" y="71728"/>
                  <a:pt x="43867" y="78860"/>
                  <a:pt x="47048" y="85758"/>
                </a:cubicBezTo>
                <a:cubicBezTo>
                  <a:pt x="43834" y="92757"/>
                  <a:pt x="41054" y="99990"/>
                  <a:pt x="38744" y="107357"/>
                </a:cubicBezTo>
                <a:close/>
                <a:moveTo>
                  <a:pt x="77789" y="140174"/>
                </a:moveTo>
                <a:cubicBezTo>
                  <a:pt x="72263" y="145230"/>
                  <a:pt x="65868" y="149249"/>
                  <a:pt x="58902" y="151994"/>
                </a:cubicBezTo>
                <a:cubicBezTo>
                  <a:pt x="55185" y="153769"/>
                  <a:pt x="50899" y="153937"/>
                  <a:pt x="47082" y="152430"/>
                </a:cubicBezTo>
                <a:cubicBezTo>
                  <a:pt x="41757" y="149349"/>
                  <a:pt x="39547" y="137528"/>
                  <a:pt x="42561" y="121622"/>
                </a:cubicBezTo>
                <a:cubicBezTo>
                  <a:pt x="42929" y="119747"/>
                  <a:pt x="43331" y="117872"/>
                  <a:pt x="43800" y="116030"/>
                </a:cubicBezTo>
                <a:cubicBezTo>
                  <a:pt x="51301" y="117637"/>
                  <a:pt x="58869" y="118743"/>
                  <a:pt x="66537" y="119312"/>
                </a:cubicBezTo>
                <a:cubicBezTo>
                  <a:pt x="70958" y="125574"/>
                  <a:pt x="75813" y="131568"/>
                  <a:pt x="81003" y="137193"/>
                </a:cubicBezTo>
                <a:cubicBezTo>
                  <a:pt x="79932" y="138232"/>
                  <a:pt x="78860" y="139236"/>
                  <a:pt x="77789" y="140174"/>
                </a:cubicBezTo>
                <a:close/>
                <a:moveTo>
                  <a:pt x="85993" y="132037"/>
                </a:moveTo>
                <a:cubicBezTo>
                  <a:pt x="82577" y="128353"/>
                  <a:pt x="79162" y="124268"/>
                  <a:pt x="75847" y="119881"/>
                </a:cubicBezTo>
                <a:cubicBezTo>
                  <a:pt x="79061" y="120015"/>
                  <a:pt x="82376" y="120082"/>
                  <a:pt x="85725" y="120082"/>
                </a:cubicBezTo>
                <a:cubicBezTo>
                  <a:pt x="89174" y="120082"/>
                  <a:pt x="92556" y="120015"/>
                  <a:pt x="95905" y="119848"/>
                </a:cubicBezTo>
                <a:cubicBezTo>
                  <a:pt x="92824" y="124100"/>
                  <a:pt x="89509" y="128152"/>
                  <a:pt x="85993" y="132037"/>
                </a:cubicBezTo>
                <a:close/>
                <a:moveTo>
                  <a:pt x="129760" y="142082"/>
                </a:moveTo>
                <a:cubicBezTo>
                  <a:pt x="129458" y="146168"/>
                  <a:pt x="127449" y="149985"/>
                  <a:pt x="124234" y="152564"/>
                </a:cubicBezTo>
                <a:cubicBezTo>
                  <a:pt x="118910" y="155644"/>
                  <a:pt x="107558" y="151626"/>
                  <a:pt x="95302" y="141111"/>
                </a:cubicBezTo>
                <a:cubicBezTo>
                  <a:pt x="93896" y="139906"/>
                  <a:pt x="92489" y="138600"/>
                  <a:pt x="91049" y="137260"/>
                </a:cubicBezTo>
                <a:cubicBezTo>
                  <a:pt x="96173" y="131601"/>
                  <a:pt x="100894" y="125607"/>
                  <a:pt x="105181" y="119312"/>
                </a:cubicBezTo>
                <a:cubicBezTo>
                  <a:pt x="112849" y="118676"/>
                  <a:pt x="120484" y="117504"/>
                  <a:pt x="128018" y="115796"/>
                </a:cubicBezTo>
                <a:cubicBezTo>
                  <a:pt x="128353" y="117169"/>
                  <a:pt x="128654" y="118542"/>
                  <a:pt x="128922" y="119881"/>
                </a:cubicBezTo>
                <a:cubicBezTo>
                  <a:pt x="130563" y="127114"/>
                  <a:pt x="130831" y="134649"/>
                  <a:pt x="129760" y="142082"/>
                </a:cubicBezTo>
                <a:close/>
                <a:moveTo>
                  <a:pt x="135854" y="106085"/>
                </a:moveTo>
                <a:cubicBezTo>
                  <a:pt x="134916" y="106386"/>
                  <a:pt x="133979" y="106687"/>
                  <a:pt x="133008" y="106955"/>
                </a:cubicBezTo>
                <a:cubicBezTo>
                  <a:pt x="130664" y="99655"/>
                  <a:pt x="127784" y="92523"/>
                  <a:pt x="124469" y="85591"/>
                </a:cubicBezTo>
                <a:cubicBezTo>
                  <a:pt x="127683" y="78760"/>
                  <a:pt x="130396" y="71728"/>
                  <a:pt x="132673" y="64528"/>
                </a:cubicBezTo>
                <a:cubicBezTo>
                  <a:pt x="134414" y="65030"/>
                  <a:pt x="136088" y="65566"/>
                  <a:pt x="137696" y="66102"/>
                </a:cubicBezTo>
                <a:cubicBezTo>
                  <a:pt x="153300" y="71460"/>
                  <a:pt x="164250" y="79430"/>
                  <a:pt x="164250" y="85524"/>
                </a:cubicBezTo>
                <a:cubicBezTo>
                  <a:pt x="164250" y="92087"/>
                  <a:pt x="152564" y="100559"/>
                  <a:pt x="135854" y="106085"/>
                </a:cubicBezTo>
                <a:close/>
                <a:moveTo>
                  <a:pt x="85725" y="101062"/>
                </a:moveTo>
                <a:cubicBezTo>
                  <a:pt x="94190" y="101062"/>
                  <a:pt x="101062" y="94190"/>
                  <a:pt x="101062" y="85725"/>
                </a:cubicBezTo>
                <a:cubicBezTo>
                  <a:pt x="101062" y="77260"/>
                  <a:pt x="94190" y="70388"/>
                  <a:pt x="85725" y="70388"/>
                </a:cubicBezTo>
                <a:cubicBezTo>
                  <a:pt x="77260" y="70388"/>
                  <a:pt x="70388" y="77260"/>
                  <a:pt x="70388" y="85725"/>
                </a:cubicBezTo>
                <a:cubicBezTo>
                  <a:pt x="70388" y="94190"/>
                  <a:pt x="77260" y="101062"/>
                  <a:pt x="85725" y="10106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596195" y="1564611"/>
            <a:ext cx="127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Frontend Comercial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96195" y="1755111"/>
            <a:ext cx="1266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React 18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34088" y="211481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56726" y="168302"/>
                </a:moveTo>
                <a:cubicBezTo>
                  <a:pt x="60912" y="172488"/>
                  <a:pt x="67709" y="172488"/>
                  <a:pt x="71895" y="168302"/>
                </a:cubicBezTo>
                <a:lnTo>
                  <a:pt x="125473" y="114724"/>
                </a:lnTo>
                <a:cubicBezTo>
                  <a:pt x="129659" y="110538"/>
                  <a:pt x="129659" y="103741"/>
                  <a:pt x="125473" y="99555"/>
                </a:cubicBezTo>
                <a:cubicBezTo>
                  <a:pt x="121287" y="95369"/>
                  <a:pt x="114490" y="95369"/>
                  <a:pt x="110304" y="99555"/>
                </a:cubicBezTo>
                <a:lnTo>
                  <a:pt x="75009" y="134849"/>
                </a:lnTo>
                <a:lnTo>
                  <a:pt x="75009" y="10716"/>
                </a:lnTo>
                <a:cubicBezTo>
                  <a:pt x="75009" y="4789"/>
                  <a:pt x="70221" y="0"/>
                  <a:pt x="64294" y="0"/>
                </a:cubicBezTo>
                <a:cubicBezTo>
                  <a:pt x="58367" y="0"/>
                  <a:pt x="53578" y="4789"/>
                  <a:pt x="53578" y="10716"/>
                </a:cubicBezTo>
                <a:lnTo>
                  <a:pt x="53578" y="134849"/>
                </a:lnTo>
                <a:lnTo>
                  <a:pt x="18284" y="99555"/>
                </a:lnTo>
                <a:cubicBezTo>
                  <a:pt x="14098" y="95369"/>
                  <a:pt x="7300" y="95369"/>
                  <a:pt x="3114" y="99555"/>
                </a:cubicBezTo>
                <a:cubicBezTo>
                  <a:pt x="-1072" y="103741"/>
                  <a:pt x="-1072" y="110538"/>
                  <a:pt x="3114" y="114724"/>
                </a:cubicBezTo>
                <a:lnTo>
                  <a:pt x="56692" y="168302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068" y="2409027"/>
            <a:ext cx="2131483" cy="550333"/>
          </a:xfrm>
          <a:custGeom>
            <a:avLst/>
            <a:gdLst/>
            <a:ahLst/>
            <a:cxnLst/>
            <a:rect l="l" t="t" r="r" b="b"/>
            <a:pathLst>
              <a:path w="2131483" h="550333">
                <a:moveTo>
                  <a:pt x="114299" y="0"/>
                </a:moveTo>
                <a:lnTo>
                  <a:pt x="2017185" y="0"/>
                </a:lnTo>
                <a:cubicBezTo>
                  <a:pt x="2080310" y="0"/>
                  <a:pt x="2131483" y="51173"/>
                  <a:pt x="2131483" y="114299"/>
                </a:cubicBezTo>
                <a:lnTo>
                  <a:pt x="2131483" y="436035"/>
                </a:lnTo>
                <a:cubicBezTo>
                  <a:pt x="2131483" y="499160"/>
                  <a:pt x="2080310" y="550333"/>
                  <a:pt x="2017185" y="550333"/>
                </a:cubicBezTo>
                <a:lnTo>
                  <a:pt x="114299" y="550333"/>
                </a:lnTo>
                <a:cubicBezTo>
                  <a:pt x="51216" y="550333"/>
                  <a:pt x="0" y="499118"/>
                  <a:pt x="0" y="436035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/>
              </a:gs>
              <a:gs pos="100000">
                <a:srgbClr val="1D4ED8"/>
              </a:gs>
            </a:gsLst>
            <a:lin ang="2700000" scaled="1"/>
          </a:gradFill>
          <a:ln w="22578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89947" y="258880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618559" y="2493708"/>
            <a:ext cx="1381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BFF / API Gateway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18559" y="2722308"/>
            <a:ext cx="136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Puerto 8080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34088" y="3082007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56726" y="168302"/>
                </a:moveTo>
                <a:cubicBezTo>
                  <a:pt x="60912" y="172488"/>
                  <a:pt x="67709" y="172488"/>
                  <a:pt x="71895" y="168302"/>
                </a:cubicBezTo>
                <a:lnTo>
                  <a:pt x="125473" y="114724"/>
                </a:lnTo>
                <a:cubicBezTo>
                  <a:pt x="129659" y="110538"/>
                  <a:pt x="129659" y="103741"/>
                  <a:pt x="125473" y="99555"/>
                </a:cubicBezTo>
                <a:cubicBezTo>
                  <a:pt x="121287" y="95369"/>
                  <a:pt x="114490" y="95369"/>
                  <a:pt x="110304" y="99555"/>
                </a:cubicBezTo>
                <a:lnTo>
                  <a:pt x="75009" y="134849"/>
                </a:lnTo>
                <a:lnTo>
                  <a:pt x="75009" y="10716"/>
                </a:lnTo>
                <a:cubicBezTo>
                  <a:pt x="75009" y="4789"/>
                  <a:pt x="70221" y="0"/>
                  <a:pt x="64294" y="0"/>
                </a:cubicBezTo>
                <a:cubicBezTo>
                  <a:pt x="58367" y="0"/>
                  <a:pt x="53578" y="4789"/>
                  <a:pt x="53578" y="10716"/>
                </a:cubicBezTo>
                <a:lnTo>
                  <a:pt x="53578" y="134849"/>
                </a:lnTo>
                <a:lnTo>
                  <a:pt x="18284" y="99555"/>
                </a:lnTo>
                <a:cubicBezTo>
                  <a:pt x="14098" y="95369"/>
                  <a:pt x="7300" y="95369"/>
                  <a:pt x="3114" y="99555"/>
                </a:cubicBezTo>
                <a:cubicBezTo>
                  <a:pt x="-1072" y="103741"/>
                  <a:pt x="-1072" y="110538"/>
                  <a:pt x="3114" y="114724"/>
                </a:cubicBezTo>
                <a:lnTo>
                  <a:pt x="56692" y="168302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546100" y="3371991"/>
            <a:ext cx="2713567" cy="694267"/>
          </a:xfrm>
          <a:custGeom>
            <a:avLst/>
            <a:gdLst/>
            <a:ahLst/>
            <a:cxnLst/>
            <a:rect l="l" t="t" r="r" b="b"/>
            <a:pathLst>
              <a:path w="2713567" h="694267">
                <a:moveTo>
                  <a:pt x="76203" y="0"/>
                </a:moveTo>
                <a:lnTo>
                  <a:pt x="2637364" y="0"/>
                </a:lnTo>
                <a:cubicBezTo>
                  <a:pt x="2679450" y="0"/>
                  <a:pt x="2713567" y="34117"/>
                  <a:pt x="2713567" y="76203"/>
                </a:cubicBezTo>
                <a:lnTo>
                  <a:pt x="2713567" y="618064"/>
                </a:lnTo>
                <a:cubicBezTo>
                  <a:pt x="2713567" y="660150"/>
                  <a:pt x="2679450" y="694267"/>
                  <a:pt x="2637364" y="694267"/>
                </a:cubicBezTo>
                <a:lnTo>
                  <a:pt x="76203" y="694267"/>
                </a:lnTo>
                <a:cubicBezTo>
                  <a:pt x="34117" y="694267"/>
                  <a:pt x="0" y="660150"/>
                  <a:pt x="0" y="618064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0F172A"/>
          </a:solidFill>
          <a:ln w="11289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44675" y="349474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38100" y="28575"/>
                </a:moveTo>
                <a:lnTo>
                  <a:pt x="38100" y="47625"/>
                </a:lnTo>
                <a:lnTo>
                  <a:pt x="76200" y="47625"/>
                </a:lnTo>
                <a:lnTo>
                  <a:pt x="76200" y="28575"/>
                </a:lnTo>
                <a:cubicBezTo>
                  <a:pt x="76200" y="18068"/>
                  <a:pt x="67657" y="9525"/>
                  <a:pt x="57150" y="9525"/>
                </a:cubicBezTo>
                <a:cubicBezTo>
                  <a:pt x="46643" y="9525"/>
                  <a:pt x="38100" y="18068"/>
                  <a:pt x="38100" y="28575"/>
                </a:cubicBezTo>
                <a:close/>
                <a:moveTo>
                  <a:pt x="19050" y="47625"/>
                </a:moveTo>
                <a:lnTo>
                  <a:pt x="19050" y="28575"/>
                </a:lnTo>
                <a:cubicBezTo>
                  <a:pt x="19050" y="7531"/>
                  <a:pt x="36106" y="-9525"/>
                  <a:pt x="57150" y="-9525"/>
                </a:cubicBezTo>
                <a:cubicBezTo>
                  <a:pt x="78194" y="-9525"/>
                  <a:pt x="95250" y="7531"/>
                  <a:pt x="95250" y="28575"/>
                </a:cubicBezTo>
                <a:lnTo>
                  <a:pt x="95250" y="47625"/>
                </a:lnTo>
                <a:cubicBezTo>
                  <a:pt x="105757" y="47625"/>
                  <a:pt x="114300" y="56168"/>
                  <a:pt x="114300" y="66675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66675"/>
                </a:lnTo>
                <a:cubicBezTo>
                  <a:pt x="0" y="56168"/>
                  <a:pt x="8543" y="47625"/>
                  <a:pt x="19050" y="4762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597958" y="3685245"/>
            <a:ext cx="2609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Auth Service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7958" y="3837515"/>
            <a:ext cx="2609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auth_db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342217" y="3371991"/>
            <a:ext cx="2713567" cy="694267"/>
          </a:xfrm>
          <a:custGeom>
            <a:avLst/>
            <a:gdLst/>
            <a:ahLst/>
            <a:cxnLst/>
            <a:rect l="l" t="t" r="r" b="b"/>
            <a:pathLst>
              <a:path w="2713567" h="694267">
                <a:moveTo>
                  <a:pt x="76203" y="0"/>
                </a:moveTo>
                <a:lnTo>
                  <a:pt x="2637364" y="0"/>
                </a:lnTo>
                <a:cubicBezTo>
                  <a:pt x="2679450" y="0"/>
                  <a:pt x="2713567" y="34117"/>
                  <a:pt x="2713567" y="76203"/>
                </a:cubicBezTo>
                <a:lnTo>
                  <a:pt x="2713567" y="618064"/>
                </a:lnTo>
                <a:cubicBezTo>
                  <a:pt x="2713567" y="660150"/>
                  <a:pt x="2679450" y="694267"/>
                  <a:pt x="2637364" y="694267"/>
                </a:cubicBezTo>
                <a:lnTo>
                  <a:pt x="76203" y="694267"/>
                </a:lnTo>
                <a:cubicBezTo>
                  <a:pt x="34117" y="694267"/>
                  <a:pt x="0" y="660150"/>
                  <a:pt x="0" y="618064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0F172A"/>
          </a:solidFill>
          <a:ln w="11289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21742" y="349474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6675" y="0"/>
                </a:moveTo>
                <a:lnTo>
                  <a:pt x="66675" y="19050"/>
                </a:lnTo>
                <a:cubicBezTo>
                  <a:pt x="66675" y="21669"/>
                  <a:pt x="68818" y="23813"/>
                  <a:pt x="71438" y="23813"/>
                </a:cubicBezTo>
                <a:lnTo>
                  <a:pt x="80962" y="23813"/>
                </a:lnTo>
                <a:cubicBezTo>
                  <a:pt x="83582" y="23813"/>
                  <a:pt x="85725" y="21669"/>
                  <a:pt x="85725" y="19050"/>
                </a:cubicBezTo>
                <a:lnTo>
                  <a:pt x="85725" y="0"/>
                </a:lnTo>
                <a:lnTo>
                  <a:pt x="95250" y="0"/>
                </a:lnTo>
                <a:cubicBezTo>
                  <a:pt x="105757" y="0"/>
                  <a:pt x="114300" y="8543"/>
                  <a:pt x="114300" y="19050"/>
                </a:cubicBezTo>
                <a:lnTo>
                  <a:pt x="114300" y="57150"/>
                </a:lnTo>
                <a:cubicBezTo>
                  <a:pt x="114300" y="58787"/>
                  <a:pt x="114092" y="60394"/>
                  <a:pt x="113705" y="61912"/>
                </a:cubicBezTo>
                <a:lnTo>
                  <a:pt x="38695" y="61912"/>
                </a:lnTo>
                <a:cubicBezTo>
                  <a:pt x="38308" y="60394"/>
                  <a:pt x="38100" y="58787"/>
                  <a:pt x="38100" y="57150"/>
                </a:cubicBezTo>
                <a:lnTo>
                  <a:pt x="38100" y="19050"/>
                </a:lnTo>
                <a:cubicBezTo>
                  <a:pt x="38100" y="8543"/>
                  <a:pt x="46643" y="0"/>
                  <a:pt x="57150" y="0"/>
                </a:cubicBezTo>
                <a:lnTo>
                  <a:pt x="66675" y="0"/>
                </a:lnTo>
                <a:close/>
                <a:moveTo>
                  <a:pt x="95250" y="152400"/>
                </a:moveTo>
                <a:cubicBezTo>
                  <a:pt x="91916" y="152400"/>
                  <a:pt x="88761" y="151537"/>
                  <a:pt x="86023" y="150019"/>
                </a:cubicBezTo>
                <a:cubicBezTo>
                  <a:pt x="88850" y="145107"/>
                  <a:pt x="90488" y="139422"/>
                  <a:pt x="90488" y="133350"/>
                </a:cubicBezTo>
                <a:lnTo>
                  <a:pt x="90488" y="95250"/>
                </a:lnTo>
                <a:cubicBezTo>
                  <a:pt x="90488" y="89178"/>
                  <a:pt x="88850" y="83493"/>
                  <a:pt x="86023" y="78581"/>
                </a:cubicBezTo>
                <a:cubicBezTo>
                  <a:pt x="88761" y="77063"/>
                  <a:pt x="91886" y="76200"/>
                  <a:pt x="95250" y="76200"/>
                </a:cubicBezTo>
                <a:lnTo>
                  <a:pt x="104775" y="76200"/>
                </a:lnTo>
                <a:lnTo>
                  <a:pt x="104775" y="95250"/>
                </a:lnTo>
                <a:cubicBezTo>
                  <a:pt x="104775" y="97869"/>
                  <a:pt x="106918" y="100013"/>
                  <a:pt x="109537" y="100013"/>
                </a:cubicBezTo>
                <a:lnTo>
                  <a:pt x="119062" y="100013"/>
                </a:lnTo>
                <a:cubicBezTo>
                  <a:pt x="121682" y="100013"/>
                  <a:pt x="123825" y="97869"/>
                  <a:pt x="123825" y="95250"/>
                </a:cubicBezTo>
                <a:lnTo>
                  <a:pt x="123825" y="76200"/>
                </a:lnTo>
                <a:lnTo>
                  <a:pt x="133350" y="76200"/>
                </a:lnTo>
                <a:cubicBezTo>
                  <a:pt x="143857" y="76200"/>
                  <a:pt x="152400" y="84743"/>
                  <a:pt x="152400" y="95250"/>
                </a:cubicBezTo>
                <a:lnTo>
                  <a:pt x="152400" y="133350"/>
                </a:lnTo>
                <a:cubicBezTo>
                  <a:pt x="152400" y="143857"/>
                  <a:pt x="143857" y="152400"/>
                  <a:pt x="133350" y="152400"/>
                </a:cubicBezTo>
                <a:lnTo>
                  <a:pt x="95250" y="152400"/>
                </a:lnTo>
                <a:close/>
                <a:moveTo>
                  <a:pt x="0" y="95250"/>
                </a:moveTo>
                <a:cubicBezTo>
                  <a:pt x="0" y="84743"/>
                  <a:pt x="8543" y="76200"/>
                  <a:pt x="19050" y="76200"/>
                </a:cubicBezTo>
                <a:lnTo>
                  <a:pt x="28575" y="76200"/>
                </a:lnTo>
                <a:lnTo>
                  <a:pt x="28575" y="95250"/>
                </a:lnTo>
                <a:cubicBezTo>
                  <a:pt x="28575" y="97869"/>
                  <a:pt x="30718" y="100013"/>
                  <a:pt x="33338" y="100013"/>
                </a:cubicBezTo>
                <a:lnTo>
                  <a:pt x="42863" y="100013"/>
                </a:lnTo>
                <a:cubicBezTo>
                  <a:pt x="45482" y="100013"/>
                  <a:pt x="47625" y="97869"/>
                  <a:pt x="47625" y="95250"/>
                </a:cubicBezTo>
                <a:lnTo>
                  <a:pt x="47625" y="76200"/>
                </a:lnTo>
                <a:lnTo>
                  <a:pt x="57150" y="76200"/>
                </a:lnTo>
                <a:cubicBezTo>
                  <a:pt x="67657" y="76200"/>
                  <a:pt x="76200" y="84743"/>
                  <a:pt x="76200" y="95250"/>
                </a:cubicBezTo>
                <a:lnTo>
                  <a:pt x="76200" y="133350"/>
                </a:lnTo>
                <a:cubicBezTo>
                  <a:pt x="76200" y="143857"/>
                  <a:pt x="67657" y="152400"/>
                  <a:pt x="571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95250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3394075" y="3685245"/>
            <a:ext cx="2609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Inventory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394075" y="3837515"/>
            <a:ext cx="2609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inventory_db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38333" y="3371991"/>
            <a:ext cx="2713567" cy="694267"/>
          </a:xfrm>
          <a:custGeom>
            <a:avLst/>
            <a:gdLst/>
            <a:ahLst/>
            <a:cxnLst/>
            <a:rect l="l" t="t" r="r" b="b"/>
            <a:pathLst>
              <a:path w="2713567" h="694267">
                <a:moveTo>
                  <a:pt x="76203" y="0"/>
                </a:moveTo>
                <a:lnTo>
                  <a:pt x="2637364" y="0"/>
                </a:lnTo>
                <a:cubicBezTo>
                  <a:pt x="2679450" y="0"/>
                  <a:pt x="2713567" y="34117"/>
                  <a:pt x="2713567" y="76203"/>
                </a:cubicBezTo>
                <a:lnTo>
                  <a:pt x="2713567" y="618064"/>
                </a:lnTo>
                <a:cubicBezTo>
                  <a:pt x="2713567" y="660150"/>
                  <a:pt x="2679450" y="694267"/>
                  <a:pt x="2637364" y="694267"/>
                </a:cubicBezTo>
                <a:lnTo>
                  <a:pt x="76203" y="694267"/>
                </a:lnTo>
                <a:cubicBezTo>
                  <a:pt x="34117" y="694267"/>
                  <a:pt x="0" y="660150"/>
                  <a:pt x="0" y="618064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0F172A"/>
          </a:solidFill>
          <a:ln w="11289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27383" y="349474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14300" y="152400"/>
                </a:moveTo>
                <a:lnTo>
                  <a:pt x="28575" y="152400"/>
                </a:lnTo>
                <a:cubicBezTo>
                  <a:pt x="12799" y="152400"/>
                  <a:pt x="0" y="139601"/>
                  <a:pt x="0" y="123825"/>
                </a:cubicBezTo>
                <a:lnTo>
                  <a:pt x="0" y="28575"/>
                </a:lnTo>
                <a:cubicBezTo>
                  <a:pt x="0" y="12799"/>
                  <a:pt x="12799" y="0"/>
                  <a:pt x="28575" y="0"/>
                </a:cubicBezTo>
                <a:lnTo>
                  <a:pt x="119062" y="0"/>
                </a:lnTo>
                <a:cubicBezTo>
                  <a:pt x="126950" y="0"/>
                  <a:pt x="133350" y="6400"/>
                  <a:pt x="133350" y="14288"/>
                </a:cubicBezTo>
                <a:lnTo>
                  <a:pt x="133350" y="100013"/>
                </a:lnTo>
                <a:cubicBezTo>
                  <a:pt x="133350" y="106234"/>
                  <a:pt x="129361" y="111532"/>
                  <a:pt x="123825" y="113496"/>
                </a:cubicBezTo>
                <a:lnTo>
                  <a:pt x="123825" y="133350"/>
                </a:lnTo>
                <a:cubicBezTo>
                  <a:pt x="129094" y="133350"/>
                  <a:pt x="133350" y="137606"/>
                  <a:pt x="133350" y="142875"/>
                </a:cubicBezTo>
                <a:cubicBezTo>
                  <a:pt x="133350" y="148144"/>
                  <a:pt x="129094" y="152400"/>
                  <a:pt x="123825" y="152400"/>
                </a:cubicBezTo>
                <a:lnTo>
                  <a:pt x="114300" y="152400"/>
                </a:lnTo>
                <a:close/>
                <a:moveTo>
                  <a:pt x="28575" y="114300"/>
                </a:moveTo>
                <a:cubicBezTo>
                  <a:pt x="23306" y="114300"/>
                  <a:pt x="19050" y="118556"/>
                  <a:pt x="19050" y="123825"/>
                </a:cubicBezTo>
                <a:cubicBezTo>
                  <a:pt x="19050" y="129094"/>
                  <a:pt x="23306" y="133350"/>
                  <a:pt x="28575" y="133350"/>
                </a:cubicBezTo>
                <a:lnTo>
                  <a:pt x="104775" y="133350"/>
                </a:lnTo>
                <a:lnTo>
                  <a:pt x="104775" y="114300"/>
                </a:lnTo>
                <a:lnTo>
                  <a:pt x="28575" y="114300"/>
                </a:lnTo>
                <a:close/>
                <a:moveTo>
                  <a:pt x="38100" y="45244"/>
                </a:moveTo>
                <a:cubicBezTo>
                  <a:pt x="38100" y="49203"/>
                  <a:pt x="41285" y="52388"/>
                  <a:pt x="45244" y="52388"/>
                </a:cubicBezTo>
                <a:lnTo>
                  <a:pt x="97631" y="52388"/>
                </a:lnTo>
                <a:cubicBezTo>
                  <a:pt x="101590" y="52388"/>
                  <a:pt x="104775" y="49203"/>
                  <a:pt x="104775" y="45244"/>
                </a:cubicBezTo>
                <a:cubicBezTo>
                  <a:pt x="104775" y="41285"/>
                  <a:pt x="101590" y="38100"/>
                  <a:pt x="97631" y="38100"/>
                </a:cubicBezTo>
                <a:lnTo>
                  <a:pt x="45244" y="38100"/>
                </a:lnTo>
                <a:cubicBezTo>
                  <a:pt x="41285" y="38100"/>
                  <a:pt x="38100" y="41285"/>
                  <a:pt x="38100" y="45244"/>
                </a:cubicBezTo>
                <a:close/>
                <a:moveTo>
                  <a:pt x="45244" y="66675"/>
                </a:moveTo>
                <a:cubicBezTo>
                  <a:pt x="41285" y="66675"/>
                  <a:pt x="38100" y="69860"/>
                  <a:pt x="38100" y="73819"/>
                </a:cubicBezTo>
                <a:cubicBezTo>
                  <a:pt x="38100" y="77778"/>
                  <a:pt x="41285" y="80962"/>
                  <a:pt x="45244" y="80962"/>
                </a:cubicBezTo>
                <a:lnTo>
                  <a:pt x="97631" y="80962"/>
                </a:lnTo>
                <a:cubicBezTo>
                  <a:pt x="101590" y="80962"/>
                  <a:pt x="104775" y="77778"/>
                  <a:pt x="104775" y="73819"/>
                </a:cubicBezTo>
                <a:cubicBezTo>
                  <a:pt x="104775" y="69860"/>
                  <a:pt x="101590" y="66675"/>
                  <a:pt x="97631" y="66675"/>
                </a:cubicBezTo>
                <a:lnTo>
                  <a:pt x="45244" y="66675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6190192" y="3685245"/>
            <a:ext cx="2609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Catalog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90192" y="3837515"/>
            <a:ext cx="2609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catalog_db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934450" y="3371991"/>
            <a:ext cx="2713567" cy="694267"/>
          </a:xfrm>
          <a:custGeom>
            <a:avLst/>
            <a:gdLst/>
            <a:ahLst/>
            <a:cxnLst/>
            <a:rect l="l" t="t" r="r" b="b"/>
            <a:pathLst>
              <a:path w="2713567" h="694267">
                <a:moveTo>
                  <a:pt x="76203" y="0"/>
                </a:moveTo>
                <a:lnTo>
                  <a:pt x="2637364" y="0"/>
                </a:lnTo>
                <a:cubicBezTo>
                  <a:pt x="2679450" y="0"/>
                  <a:pt x="2713567" y="34117"/>
                  <a:pt x="2713567" y="76203"/>
                </a:cubicBezTo>
                <a:lnTo>
                  <a:pt x="2713567" y="618064"/>
                </a:lnTo>
                <a:cubicBezTo>
                  <a:pt x="2713567" y="660150"/>
                  <a:pt x="2679450" y="694267"/>
                  <a:pt x="2637364" y="694267"/>
                </a:cubicBezTo>
                <a:lnTo>
                  <a:pt x="76203" y="694267"/>
                </a:lnTo>
                <a:cubicBezTo>
                  <a:pt x="34117" y="694267"/>
                  <a:pt x="0" y="660150"/>
                  <a:pt x="0" y="618064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0F172A"/>
          </a:solidFill>
          <a:ln w="11289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194925" y="349474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7144" y="-4762"/>
                </a:moveTo>
                <a:cubicBezTo>
                  <a:pt x="3185" y="-4762"/>
                  <a:pt x="0" y="-1578"/>
                  <a:pt x="0" y="2381"/>
                </a:cubicBezTo>
                <a:cubicBezTo>
                  <a:pt x="0" y="6340"/>
                  <a:pt x="3185" y="9525"/>
                  <a:pt x="7144" y="9525"/>
                </a:cubicBezTo>
                <a:lnTo>
                  <a:pt x="20628" y="9525"/>
                </a:lnTo>
                <a:cubicBezTo>
                  <a:pt x="21788" y="9525"/>
                  <a:pt x="22771" y="10358"/>
                  <a:pt x="22979" y="11490"/>
                </a:cubicBezTo>
                <a:lnTo>
                  <a:pt x="38487" y="96709"/>
                </a:lnTo>
                <a:cubicBezTo>
                  <a:pt x="40332" y="106888"/>
                  <a:pt x="49203" y="114300"/>
                  <a:pt x="59561" y="114300"/>
                </a:cubicBezTo>
                <a:lnTo>
                  <a:pt x="135731" y="114300"/>
                </a:lnTo>
                <a:cubicBezTo>
                  <a:pt x="139690" y="114300"/>
                  <a:pt x="142875" y="111115"/>
                  <a:pt x="142875" y="107156"/>
                </a:cubicBezTo>
                <a:cubicBezTo>
                  <a:pt x="142875" y="103197"/>
                  <a:pt x="139690" y="100013"/>
                  <a:pt x="135731" y="100013"/>
                </a:cubicBezTo>
                <a:lnTo>
                  <a:pt x="59561" y="100013"/>
                </a:lnTo>
                <a:cubicBezTo>
                  <a:pt x="56108" y="100013"/>
                  <a:pt x="53161" y="97542"/>
                  <a:pt x="52536" y="94149"/>
                </a:cubicBezTo>
                <a:lnTo>
                  <a:pt x="51018" y="85725"/>
                </a:lnTo>
                <a:lnTo>
                  <a:pt x="141387" y="85725"/>
                </a:lnTo>
                <a:cubicBezTo>
                  <a:pt x="150555" y="85725"/>
                  <a:pt x="158413" y="79206"/>
                  <a:pt x="160109" y="70187"/>
                </a:cubicBezTo>
                <a:lnTo>
                  <a:pt x="169337" y="20806"/>
                </a:lnTo>
                <a:cubicBezTo>
                  <a:pt x="170438" y="14942"/>
                  <a:pt x="165943" y="9525"/>
                  <a:pt x="159960" y="9525"/>
                </a:cubicBezTo>
                <a:lnTo>
                  <a:pt x="37118" y="9525"/>
                </a:lnTo>
                <a:lnTo>
                  <a:pt x="36999" y="8930"/>
                </a:lnTo>
                <a:cubicBezTo>
                  <a:pt x="35570" y="1012"/>
                  <a:pt x="28664" y="-4762"/>
                  <a:pt x="20598" y="-4762"/>
                </a:cubicBezTo>
                <a:lnTo>
                  <a:pt x="7144" y="-4762"/>
                </a:lnTo>
                <a:close/>
                <a:moveTo>
                  <a:pt x="61912" y="152400"/>
                </a:moveTo>
                <a:cubicBezTo>
                  <a:pt x="69798" y="152400"/>
                  <a:pt x="76200" y="145998"/>
                  <a:pt x="76200" y="138113"/>
                </a:cubicBezTo>
                <a:cubicBezTo>
                  <a:pt x="76200" y="130227"/>
                  <a:pt x="69798" y="123825"/>
                  <a:pt x="61912" y="123825"/>
                </a:cubicBezTo>
                <a:cubicBezTo>
                  <a:pt x="54027" y="123825"/>
                  <a:pt x="47625" y="130227"/>
                  <a:pt x="47625" y="138113"/>
                </a:cubicBezTo>
                <a:cubicBezTo>
                  <a:pt x="47625" y="145998"/>
                  <a:pt x="54027" y="152400"/>
                  <a:pt x="61912" y="152400"/>
                </a:cubicBezTo>
                <a:close/>
                <a:moveTo>
                  <a:pt x="128588" y="152400"/>
                </a:moveTo>
                <a:cubicBezTo>
                  <a:pt x="136473" y="152400"/>
                  <a:pt x="142875" y="145998"/>
                  <a:pt x="142875" y="138113"/>
                </a:cubicBezTo>
                <a:cubicBezTo>
                  <a:pt x="142875" y="130227"/>
                  <a:pt x="136473" y="123825"/>
                  <a:pt x="128588" y="123825"/>
                </a:cubicBezTo>
                <a:cubicBezTo>
                  <a:pt x="120702" y="123825"/>
                  <a:pt x="114300" y="130227"/>
                  <a:pt x="114300" y="138113"/>
                </a:cubicBezTo>
                <a:cubicBezTo>
                  <a:pt x="114300" y="145998"/>
                  <a:pt x="120702" y="152400"/>
                  <a:pt x="128588" y="15240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8986308" y="3685245"/>
            <a:ext cx="2609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Order (S3)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986308" y="3837515"/>
            <a:ext cx="2609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order_db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46100" y="4192982"/>
            <a:ext cx="2713567" cy="694267"/>
          </a:xfrm>
          <a:custGeom>
            <a:avLst/>
            <a:gdLst/>
            <a:ahLst/>
            <a:cxnLst/>
            <a:rect l="l" t="t" r="r" b="b"/>
            <a:pathLst>
              <a:path w="2713567" h="694267">
                <a:moveTo>
                  <a:pt x="76203" y="0"/>
                </a:moveTo>
                <a:lnTo>
                  <a:pt x="2637364" y="0"/>
                </a:lnTo>
                <a:cubicBezTo>
                  <a:pt x="2679450" y="0"/>
                  <a:pt x="2713567" y="34117"/>
                  <a:pt x="2713567" y="76203"/>
                </a:cubicBezTo>
                <a:lnTo>
                  <a:pt x="2713567" y="618064"/>
                </a:lnTo>
                <a:cubicBezTo>
                  <a:pt x="2713567" y="660150"/>
                  <a:pt x="2679450" y="694267"/>
                  <a:pt x="2637364" y="694267"/>
                </a:cubicBezTo>
                <a:lnTo>
                  <a:pt x="76203" y="694267"/>
                </a:lnTo>
                <a:cubicBezTo>
                  <a:pt x="34117" y="694267"/>
                  <a:pt x="0" y="660150"/>
                  <a:pt x="0" y="618064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0F172A"/>
          </a:solidFill>
          <a:ln w="11289">
            <a:solidFill>
              <a:srgbClr val="EC4899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06575" y="431575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38" name="Text 36"/>
          <p:cNvSpPr/>
          <p:nvPr/>
        </p:nvSpPr>
        <p:spPr>
          <a:xfrm>
            <a:off x="597958" y="4506255"/>
            <a:ext cx="2609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Enrichment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97958" y="4658525"/>
            <a:ext cx="2609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enrichment_db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342217" y="4192982"/>
            <a:ext cx="2713567" cy="694267"/>
          </a:xfrm>
          <a:custGeom>
            <a:avLst/>
            <a:gdLst/>
            <a:ahLst/>
            <a:cxnLst/>
            <a:rect l="l" t="t" r="r" b="b"/>
            <a:pathLst>
              <a:path w="2713567" h="694267">
                <a:moveTo>
                  <a:pt x="76203" y="0"/>
                </a:moveTo>
                <a:lnTo>
                  <a:pt x="2637364" y="0"/>
                </a:lnTo>
                <a:cubicBezTo>
                  <a:pt x="2679450" y="0"/>
                  <a:pt x="2713567" y="34117"/>
                  <a:pt x="2713567" y="76203"/>
                </a:cubicBezTo>
                <a:lnTo>
                  <a:pt x="2713567" y="618064"/>
                </a:lnTo>
                <a:cubicBezTo>
                  <a:pt x="2713567" y="660150"/>
                  <a:pt x="2679450" y="694267"/>
                  <a:pt x="2637364" y="694267"/>
                </a:cubicBezTo>
                <a:lnTo>
                  <a:pt x="76203" y="694267"/>
                </a:lnTo>
                <a:cubicBezTo>
                  <a:pt x="34117" y="694267"/>
                  <a:pt x="0" y="660150"/>
                  <a:pt x="0" y="618064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0F172A"/>
          </a:solidFill>
          <a:ln w="11289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50317" y="4315755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40481" y="7144"/>
                </a:moveTo>
                <a:cubicBezTo>
                  <a:pt x="40481" y="3185"/>
                  <a:pt x="43666" y="0"/>
                  <a:pt x="47625" y="0"/>
                </a:cubicBezTo>
                <a:cubicBezTo>
                  <a:pt x="51584" y="0"/>
                  <a:pt x="54769" y="3185"/>
                  <a:pt x="54769" y="7144"/>
                </a:cubicBezTo>
                <a:lnTo>
                  <a:pt x="54769" y="19050"/>
                </a:lnTo>
                <a:lnTo>
                  <a:pt x="71438" y="19050"/>
                </a:lnTo>
                <a:cubicBezTo>
                  <a:pt x="76706" y="19050"/>
                  <a:pt x="80962" y="23306"/>
                  <a:pt x="80962" y="28575"/>
                </a:cubicBezTo>
                <a:cubicBezTo>
                  <a:pt x="80962" y="33844"/>
                  <a:pt x="76706" y="38100"/>
                  <a:pt x="71438" y="38100"/>
                </a:cubicBezTo>
                <a:lnTo>
                  <a:pt x="37237" y="38100"/>
                </a:lnTo>
                <a:cubicBezTo>
                  <a:pt x="29825" y="38100"/>
                  <a:pt x="23813" y="44113"/>
                  <a:pt x="23813" y="51524"/>
                </a:cubicBezTo>
                <a:cubicBezTo>
                  <a:pt x="23813" y="58222"/>
                  <a:pt x="28724" y="63877"/>
                  <a:pt x="35332" y="64830"/>
                </a:cubicBezTo>
                <a:lnTo>
                  <a:pt x="62597" y="68729"/>
                </a:lnTo>
                <a:cubicBezTo>
                  <a:pt x="78611" y="71021"/>
                  <a:pt x="90488" y="84713"/>
                  <a:pt x="90488" y="100876"/>
                </a:cubicBezTo>
                <a:cubicBezTo>
                  <a:pt x="90488" y="118824"/>
                  <a:pt x="75932" y="133350"/>
                  <a:pt x="58013" y="133350"/>
                </a:cubicBezTo>
                <a:lnTo>
                  <a:pt x="54769" y="133350"/>
                </a:lnTo>
                <a:lnTo>
                  <a:pt x="54769" y="145256"/>
                </a:lnTo>
                <a:cubicBezTo>
                  <a:pt x="54769" y="149215"/>
                  <a:pt x="51584" y="152400"/>
                  <a:pt x="47625" y="152400"/>
                </a:cubicBezTo>
                <a:cubicBezTo>
                  <a:pt x="43666" y="152400"/>
                  <a:pt x="40481" y="149215"/>
                  <a:pt x="40481" y="145256"/>
                </a:cubicBezTo>
                <a:lnTo>
                  <a:pt x="40481" y="133350"/>
                </a:lnTo>
                <a:lnTo>
                  <a:pt x="19050" y="133350"/>
                </a:lnTo>
                <a:cubicBezTo>
                  <a:pt x="13781" y="133350"/>
                  <a:pt x="9525" y="129094"/>
                  <a:pt x="9525" y="123825"/>
                </a:cubicBezTo>
                <a:cubicBezTo>
                  <a:pt x="9525" y="118556"/>
                  <a:pt x="13781" y="114300"/>
                  <a:pt x="19050" y="114300"/>
                </a:cubicBezTo>
                <a:lnTo>
                  <a:pt x="58013" y="114300"/>
                </a:lnTo>
                <a:cubicBezTo>
                  <a:pt x="65425" y="114300"/>
                  <a:pt x="71438" y="108287"/>
                  <a:pt x="71438" y="100876"/>
                </a:cubicBezTo>
                <a:cubicBezTo>
                  <a:pt x="71438" y="94178"/>
                  <a:pt x="66526" y="88523"/>
                  <a:pt x="59918" y="87570"/>
                </a:cubicBezTo>
                <a:lnTo>
                  <a:pt x="32653" y="83671"/>
                </a:lnTo>
                <a:cubicBezTo>
                  <a:pt x="16639" y="81409"/>
                  <a:pt x="4763" y="67687"/>
                  <a:pt x="4763" y="51524"/>
                </a:cubicBezTo>
                <a:cubicBezTo>
                  <a:pt x="4763" y="33605"/>
                  <a:pt x="19318" y="19050"/>
                  <a:pt x="37237" y="19050"/>
                </a:cubicBezTo>
                <a:lnTo>
                  <a:pt x="40481" y="19050"/>
                </a:lnTo>
                <a:lnTo>
                  <a:pt x="40481" y="7144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3394075" y="4506255"/>
            <a:ext cx="2609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Pricing (S2)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394075" y="4658525"/>
            <a:ext cx="2609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pricing_db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38333" y="4192982"/>
            <a:ext cx="2713567" cy="694267"/>
          </a:xfrm>
          <a:custGeom>
            <a:avLst/>
            <a:gdLst/>
            <a:ahLst/>
            <a:cxnLst/>
            <a:rect l="l" t="t" r="r" b="b"/>
            <a:pathLst>
              <a:path w="2713567" h="694267">
                <a:moveTo>
                  <a:pt x="76203" y="0"/>
                </a:moveTo>
                <a:lnTo>
                  <a:pt x="2637364" y="0"/>
                </a:lnTo>
                <a:cubicBezTo>
                  <a:pt x="2679450" y="0"/>
                  <a:pt x="2713567" y="34117"/>
                  <a:pt x="2713567" y="76203"/>
                </a:cubicBezTo>
                <a:lnTo>
                  <a:pt x="2713567" y="618064"/>
                </a:lnTo>
                <a:cubicBezTo>
                  <a:pt x="2713567" y="660150"/>
                  <a:pt x="2679450" y="694267"/>
                  <a:pt x="2637364" y="694267"/>
                </a:cubicBezTo>
                <a:lnTo>
                  <a:pt x="76203" y="694267"/>
                </a:lnTo>
                <a:cubicBezTo>
                  <a:pt x="34117" y="694267"/>
                  <a:pt x="0" y="660150"/>
                  <a:pt x="0" y="618064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0F172A"/>
          </a:solidFill>
          <a:ln w="11289">
            <a:solidFill>
              <a:srgbClr val="84CC16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08333" y="431575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4300" y="42863"/>
                </a:moveTo>
                <a:cubicBezTo>
                  <a:pt x="114300" y="71795"/>
                  <a:pt x="88702" y="95250"/>
                  <a:pt x="57150" y="95250"/>
                </a:cubicBezTo>
                <a:cubicBezTo>
                  <a:pt x="49203" y="95250"/>
                  <a:pt x="41642" y="93762"/>
                  <a:pt x="34766" y="91083"/>
                </a:cubicBezTo>
                <a:lnTo>
                  <a:pt x="10478" y="103942"/>
                </a:lnTo>
                <a:cubicBezTo>
                  <a:pt x="7709" y="105400"/>
                  <a:pt x="4316" y="104894"/>
                  <a:pt x="2084" y="102691"/>
                </a:cubicBezTo>
                <a:cubicBezTo>
                  <a:pt x="-149" y="100489"/>
                  <a:pt x="-655" y="97066"/>
                  <a:pt x="833" y="94298"/>
                </a:cubicBezTo>
                <a:lnTo>
                  <a:pt x="11430" y="74295"/>
                </a:lnTo>
                <a:cubicBezTo>
                  <a:pt x="4256" y="65544"/>
                  <a:pt x="0" y="54650"/>
                  <a:pt x="0" y="42863"/>
                </a:cubicBezTo>
                <a:cubicBezTo>
                  <a:pt x="0" y="13930"/>
                  <a:pt x="25598" y="-9525"/>
                  <a:pt x="57150" y="-9525"/>
                </a:cubicBezTo>
                <a:cubicBezTo>
                  <a:pt x="88702" y="-9525"/>
                  <a:pt x="114300" y="13930"/>
                  <a:pt x="114300" y="42863"/>
                </a:cubicBezTo>
                <a:close/>
                <a:moveTo>
                  <a:pt x="114300" y="152400"/>
                </a:moveTo>
                <a:cubicBezTo>
                  <a:pt x="86291" y="152400"/>
                  <a:pt x="62984" y="133916"/>
                  <a:pt x="58103" y="109537"/>
                </a:cubicBezTo>
                <a:cubicBezTo>
                  <a:pt x="93821" y="109091"/>
                  <a:pt x="124867" y="83671"/>
                  <a:pt x="128290" y="49203"/>
                </a:cubicBezTo>
                <a:cubicBezTo>
                  <a:pt x="153085" y="54918"/>
                  <a:pt x="171450" y="75486"/>
                  <a:pt x="171450" y="100013"/>
                </a:cubicBezTo>
                <a:cubicBezTo>
                  <a:pt x="171450" y="111800"/>
                  <a:pt x="167194" y="122694"/>
                  <a:pt x="160020" y="131445"/>
                </a:cubicBezTo>
                <a:lnTo>
                  <a:pt x="170617" y="151448"/>
                </a:lnTo>
                <a:cubicBezTo>
                  <a:pt x="172075" y="154216"/>
                  <a:pt x="171569" y="157609"/>
                  <a:pt x="169366" y="159841"/>
                </a:cubicBezTo>
                <a:cubicBezTo>
                  <a:pt x="167164" y="162074"/>
                  <a:pt x="163741" y="162580"/>
                  <a:pt x="160973" y="161092"/>
                </a:cubicBezTo>
                <a:lnTo>
                  <a:pt x="136684" y="148233"/>
                </a:lnTo>
                <a:cubicBezTo>
                  <a:pt x="129808" y="150912"/>
                  <a:pt x="122247" y="152400"/>
                  <a:pt x="114300" y="152400"/>
                </a:cubicBezTo>
                <a:close/>
              </a:path>
            </a:pathLst>
          </a:custGeom>
          <a:solidFill>
            <a:srgbClr val="84CC16"/>
          </a:solidFill>
          <a:ln/>
        </p:spPr>
      </p:sp>
      <p:sp>
        <p:nvSpPr>
          <p:cNvPr id="46" name="Text 44"/>
          <p:cNvSpPr/>
          <p:nvPr/>
        </p:nvSpPr>
        <p:spPr>
          <a:xfrm>
            <a:off x="6190192" y="4506255"/>
            <a:ext cx="2609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Assistant (S3)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190192" y="4658525"/>
            <a:ext cx="2609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assistant_db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934450" y="4192982"/>
            <a:ext cx="2713567" cy="694267"/>
          </a:xfrm>
          <a:custGeom>
            <a:avLst/>
            <a:gdLst/>
            <a:ahLst/>
            <a:cxnLst/>
            <a:rect l="l" t="t" r="r" b="b"/>
            <a:pathLst>
              <a:path w="2713567" h="694267">
                <a:moveTo>
                  <a:pt x="76203" y="0"/>
                </a:moveTo>
                <a:lnTo>
                  <a:pt x="2637364" y="0"/>
                </a:lnTo>
                <a:cubicBezTo>
                  <a:pt x="2679450" y="0"/>
                  <a:pt x="2713567" y="34117"/>
                  <a:pt x="2713567" y="76203"/>
                </a:cubicBezTo>
                <a:lnTo>
                  <a:pt x="2713567" y="618064"/>
                </a:lnTo>
                <a:cubicBezTo>
                  <a:pt x="2713567" y="660150"/>
                  <a:pt x="2679450" y="694267"/>
                  <a:pt x="2637364" y="694267"/>
                </a:cubicBezTo>
                <a:lnTo>
                  <a:pt x="76203" y="694267"/>
                </a:lnTo>
                <a:cubicBezTo>
                  <a:pt x="34117" y="694267"/>
                  <a:pt x="0" y="660150"/>
                  <a:pt x="0" y="618064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0F172A"/>
          </a:solidFill>
          <a:ln w="11289">
            <a:solidFill>
              <a:srgbClr val="84CC16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194925" y="431575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23795" y="62657"/>
                </a:moveTo>
                <a:cubicBezTo>
                  <a:pt x="127427" y="61674"/>
                  <a:pt x="131237" y="63401"/>
                  <a:pt x="132874" y="66764"/>
                </a:cubicBezTo>
                <a:lnTo>
                  <a:pt x="138410" y="77956"/>
                </a:lnTo>
                <a:cubicBezTo>
                  <a:pt x="141476" y="78373"/>
                  <a:pt x="144482" y="79206"/>
                  <a:pt x="147310" y="80367"/>
                </a:cubicBezTo>
                <a:lnTo>
                  <a:pt x="157728" y="73432"/>
                </a:lnTo>
                <a:cubicBezTo>
                  <a:pt x="160853" y="71348"/>
                  <a:pt x="164991" y="71765"/>
                  <a:pt x="167640" y="74414"/>
                </a:cubicBezTo>
                <a:lnTo>
                  <a:pt x="173355" y="80129"/>
                </a:lnTo>
                <a:cubicBezTo>
                  <a:pt x="176004" y="82778"/>
                  <a:pt x="176421" y="86945"/>
                  <a:pt x="174337" y="90041"/>
                </a:cubicBezTo>
                <a:lnTo>
                  <a:pt x="167402" y="100429"/>
                </a:lnTo>
                <a:cubicBezTo>
                  <a:pt x="167967" y="101828"/>
                  <a:pt x="168473" y="103287"/>
                  <a:pt x="168890" y="104805"/>
                </a:cubicBezTo>
                <a:cubicBezTo>
                  <a:pt x="169307" y="106323"/>
                  <a:pt x="169575" y="107811"/>
                  <a:pt x="169783" y="109329"/>
                </a:cubicBezTo>
                <a:lnTo>
                  <a:pt x="181005" y="114866"/>
                </a:lnTo>
                <a:cubicBezTo>
                  <a:pt x="184368" y="116532"/>
                  <a:pt x="186095" y="120342"/>
                  <a:pt x="185112" y="123944"/>
                </a:cubicBezTo>
                <a:lnTo>
                  <a:pt x="183029" y="131743"/>
                </a:lnTo>
                <a:cubicBezTo>
                  <a:pt x="182047" y="135344"/>
                  <a:pt x="178683" y="137785"/>
                  <a:pt x="174933" y="137547"/>
                </a:cubicBezTo>
                <a:lnTo>
                  <a:pt x="162431" y="136743"/>
                </a:lnTo>
                <a:cubicBezTo>
                  <a:pt x="160556" y="139154"/>
                  <a:pt x="158383" y="141387"/>
                  <a:pt x="155912" y="143292"/>
                </a:cubicBezTo>
                <a:lnTo>
                  <a:pt x="156716" y="155764"/>
                </a:lnTo>
                <a:cubicBezTo>
                  <a:pt x="156954" y="159514"/>
                  <a:pt x="154513" y="162907"/>
                  <a:pt x="150912" y="163860"/>
                </a:cubicBezTo>
                <a:lnTo>
                  <a:pt x="143113" y="165943"/>
                </a:lnTo>
                <a:cubicBezTo>
                  <a:pt x="139482" y="166926"/>
                  <a:pt x="135701" y="165199"/>
                  <a:pt x="134035" y="161836"/>
                </a:cubicBezTo>
                <a:lnTo>
                  <a:pt x="128498" y="150644"/>
                </a:lnTo>
                <a:cubicBezTo>
                  <a:pt x="125432" y="150227"/>
                  <a:pt x="122426" y="149394"/>
                  <a:pt x="119598" y="148233"/>
                </a:cubicBezTo>
                <a:lnTo>
                  <a:pt x="109180" y="155168"/>
                </a:lnTo>
                <a:cubicBezTo>
                  <a:pt x="106055" y="157252"/>
                  <a:pt x="101918" y="156835"/>
                  <a:pt x="99268" y="154186"/>
                </a:cubicBezTo>
                <a:lnTo>
                  <a:pt x="93553" y="148471"/>
                </a:lnTo>
                <a:cubicBezTo>
                  <a:pt x="90904" y="145822"/>
                  <a:pt x="90488" y="141684"/>
                  <a:pt x="92571" y="138559"/>
                </a:cubicBezTo>
                <a:lnTo>
                  <a:pt x="99506" y="128141"/>
                </a:lnTo>
                <a:cubicBezTo>
                  <a:pt x="98941" y="126742"/>
                  <a:pt x="98435" y="125284"/>
                  <a:pt x="98018" y="123765"/>
                </a:cubicBezTo>
                <a:cubicBezTo>
                  <a:pt x="97601" y="122247"/>
                  <a:pt x="97334" y="120729"/>
                  <a:pt x="97125" y="119241"/>
                </a:cubicBezTo>
                <a:lnTo>
                  <a:pt x="85904" y="113705"/>
                </a:lnTo>
                <a:cubicBezTo>
                  <a:pt x="82540" y="112038"/>
                  <a:pt x="80843" y="108228"/>
                  <a:pt x="81796" y="104626"/>
                </a:cubicBezTo>
                <a:lnTo>
                  <a:pt x="83880" y="96828"/>
                </a:lnTo>
                <a:cubicBezTo>
                  <a:pt x="84862" y="93226"/>
                  <a:pt x="88225" y="90785"/>
                  <a:pt x="91976" y="91023"/>
                </a:cubicBezTo>
                <a:lnTo>
                  <a:pt x="104448" y="91827"/>
                </a:lnTo>
                <a:cubicBezTo>
                  <a:pt x="106323" y="89416"/>
                  <a:pt x="108496" y="87184"/>
                  <a:pt x="110966" y="85279"/>
                </a:cubicBezTo>
                <a:lnTo>
                  <a:pt x="110163" y="72836"/>
                </a:lnTo>
                <a:cubicBezTo>
                  <a:pt x="109924" y="69086"/>
                  <a:pt x="112365" y="65693"/>
                  <a:pt x="115967" y="64740"/>
                </a:cubicBezTo>
                <a:lnTo>
                  <a:pt x="123765" y="62657"/>
                </a:lnTo>
                <a:close/>
                <a:moveTo>
                  <a:pt x="133469" y="101203"/>
                </a:moveTo>
                <a:cubicBezTo>
                  <a:pt x="126241" y="101211"/>
                  <a:pt x="120379" y="107087"/>
                  <a:pt x="120387" y="114315"/>
                </a:cubicBezTo>
                <a:cubicBezTo>
                  <a:pt x="120395" y="121543"/>
                  <a:pt x="126270" y="127405"/>
                  <a:pt x="133499" y="127397"/>
                </a:cubicBezTo>
                <a:cubicBezTo>
                  <a:pt x="140727" y="127389"/>
                  <a:pt x="146589" y="121513"/>
                  <a:pt x="146581" y="114285"/>
                </a:cubicBezTo>
                <a:cubicBezTo>
                  <a:pt x="146573" y="107057"/>
                  <a:pt x="140697" y="101195"/>
                  <a:pt x="133469" y="101203"/>
                </a:cubicBezTo>
                <a:close/>
                <a:moveTo>
                  <a:pt x="66943" y="-13543"/>
                </a:moveTo>
                <a:lnTo>
                  <a:pt x="74741" y="-11460"/>
                </a:lnTo>
                <a:cubicBezTo>
                  <a:pt x="78343" y="-10477"/>
                  <a:pt x="80784" y="-7084"/>
                  <a:pt x="80546" y="-3364"/>
                </a:cubicBezTo>
                <a:lnTo>
                  <a:pt x="79742" y="9079"/>
                </a:lnTo>
                <a:cubicBezTo>
                  <a:pt x="82213" y="10984"/>
                  <a:pt x="84386" y="13186"/>
                  <a:pt x="86261" y="15627"/>
                </a:cubicBezTo>
                <a:lnTo>
                  <a:pt x="98762" y="14823"/>
                </a:lnTo>
                <a:cubicBezTo>
                  <a:pt x="102483" y="14585"/>
                  <a:pt x="105876" y="17026"/>
                  <a:pt x="106859" y="20628"/>
                </a:cubicBezTo>
                <a:lnTo>
                  <a:pt x="108942" y="28426"/>
                </a:lnTo>
                <a:cubicBezTo>
                  <a:pt x="109895" y="32028"/>
                  <a:pt x="108198" y="35838"/>
                  <a:pt x="104835" y="37505"/>
                </a:cubicBezTo>
                <a:lnTo>
                  <a:pt x="93613" y="43041"/>
                </a:lnTo>
                <a:cubicBezTo>
                  <a:pt x="93405" y="44559"/>
                  <a:pt x="93107" y="46077"/>
                  <a:pt x="92720" y="47565"/>
                </a:cubicBezTo>
                <a:cubicBezTo>
                  <a:pt x="92333" y="49054"/>
                  <a:pt x="91797" y="50542"/>
                  <a:pt x="91232" y="51941"/>
                </a:cubicBezTo>
                <a:lnTo>
                  <a:pt x="98167" y="62359"/>
                </a:lnTo>
                <a:cubicBezTo>
                  <a:pt x="100251" y="65484"/>
                  <a:pt x="99834" y="69622"/>
                  <a:pt x="97185" y="72271"/>
                </a:cubicBezTo>
                <a:lnTo>
                  <a:pt x="91470" y="77986"/>
                </a:lnTo>
                <a:cubicBezTo>
                  <a:pt x="88821" y="80635"/>
                  <a:pt x="84683" y="81052"/>
                  <a:pt x="81558" y="78968"/>
                </a:cubicBezTo>
                <a:lnTo>
                  <a:pt x="71140" y="72033"/>
                </a:lnTo>
                <a:cubicBezTo>
                  <a:pt x="68312" y="73194"/>
                  <a:pt x="65306" y="74027"/>
                  <a:pt x="62240" y="74444"/>
                </a:cubicBezTo>
                <a:lnTo>
                  <a:pt x="56704" y="85636"/>
                </a:lnTo>
                <a:cubicBezTo>
                  <a:pt x="55037" y="88999"/>
                  <a:pt x="51227" y="90696"/>
                  <a:pt x="47625" y="89743"/>
                </a:cubicBezTo>
                <a:lnTo>
                  <a:pt x="39826" y="87660"/>
                </a:lnTo>
                <a:cubicBezTo>
                  <a:pt x="36195" y="86678"/>
                  <a:pt x="33784" y="83284"/>
                  <a:pt x="34022" y="79564"/>
                </a:cubicBezTo>
                <a:lnTo>
                  <a:pt x="34826" y="67092"/>
                </a:lnTo>
                <a:cubicBezTo>
                  <a:pt x="32355" y="65187"/>
                  <a:pt x="30182" y="62984"/>
                  <a:pt x="28307" y="60543"/>
                </a:cubicBezTo>
                <a:lnTo>
                  <a:pt x="15806" y="61347"/>
                </a:lnTo>
                <a:cubicBezTo>
                  <a:pt x="12085" y="61585"/>
                  <a:pt x="8692" y="59144"/>
                  <a:pt x="7709" y="55543"/>
                </a:cubicBezTo>
                <a:lnTo>
                  <a:pt x="5626" y="47744"/>
                </a:lnTo>
                <a:cubicBezTo>
                  <a:pt x="4673" y="44142"/>
                  <a:pt x="6370" y="40332"/>
                  <a:pt x="9733" y="38666"/>
                </a:cubicBezTo>
                <a:lnTo>
                  <a:pt x="20955" y="33129"/>
                </a:lnTo>
                <a:cubicBezTo>
                  <a:pt x="21163" y="31611"/>
                  <a:pt x="21461" y="30123"/>
                  <a:pt x="21848" y="28605"/>
                </a:cubicBezTo>
                <a:cubicBezTo>
                  <a:pt x="22265" y="27087"/>
                  <a:pt x="22741" y="25628"/>
                  <a:pt x="23336" y="24229"/>
                </a:cubicBezTo>
                <a:lnTo>
                  <a:pt x="16401" y="13841"/>
                </a:lnTo>
                <a:cubicBezTo>
                  <a:pt x="14317" y="10716"/>
                  <a:pt x="14734" y="6578"/>
                  <a:pt x="17383" y="3929"/>
                </a:cubicBezTo>
                <a:lnTo>
                  <a:pt x="23098" y="-1786"/>
                </a:lnTo>
                <a:cubicBezTo>
                  <a:pt x="25747" y="-4435"/>
                  <a:pt x="29885" y="-4852"/>
                  <a:pt x="33010" y="-2768"/>
                </a:cubicBezTo>
                <a:lnTo>
                  <a:pt x="43428" y="4167"/>
                </a:lnTo>
                <a:cubicBezTo>
                  <a:pt x="46256" y="3006"/>
                  <a:pt x="49262" y="2173"/>
                  <a:pt x="52328" y="1756"/>
                </a:cubicBezTo>
                <a:lnTo>
                  <a:pt x="57864" y="-9436"/>
                </a:lnTo>
                <a:cubicBezTo>
                  <a:pt x="59531" y="-12799"/>
                  <a:pt x="63311" y="-14496"/>
                  <a:pt x="66943" y="-13543"/>
                </a:cubicBezTo>
                <a:close/>
                <a:moveTo>
                  <a:pt x="57269" y="25003"/>
                </a:moveTo>
                <a:cubicBezTo>
                  <a:pt x="50041" y="25003"/>
                  <a:pt x="44172" y="30872"/>
                  <a:pt x="44172" y="38100"/>
                </a:cubicBezTo>
                <a:cubicBezTo>
                  <a:pt x="44172" y="45328"/>
                  <a:pt x="50041" y="51197"/>
                  <a:pt x="57269" y="51197"/>
                </a:cubicBezTo>
                <a:cubicBezTo>
                  <a:pt x="64497" y="51197"/>
                  <a:pt x="70366" y="45328"/>
                  <a:pt x="70366" y="38100"/>
                </a:cubicBezTo>
                <a:cubicBezTo>
                  <a:pt x="70366" y="30872"/>
                  <a:pt x="64497" y="25003"/>
                  <a:pt x="57269" y="25003"/>
                </a:cubicBezTo>
                <a:close/>
              </a:path>
            </a:pathLst>
          </a:custGeom>
          <a:solidFill>
            <a:srgbClr val="84CC16"/>
          </a:solidFill>
          <a:ln/>
        </p:spPr>
      </p:sp>
      <p:sp>
        <p:nvSpPr>
          <p:cNvPr id="50" name="Text 48"/>
          <p:cNvSpPr/>
          <p:nvPr/>
        </p:nvSpPr>
        <p:spPr>
          <a:xfrm>
            <a:off x="8986308" y="4506255"/>
            <a:ext cx="2609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Config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986308" y="4658525"/>
            <a:ext cx="2609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config_db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46100" y="5013993"/>
            <a:ext cx="11095567" cy="656167"/>
          </a:xfrm>
          <a:custGeom>
            <a:avLst/>
            <a:gdLst/>
            <a:ahLst/>
            <a:cxnLst/>
            <a:rect l="l" t="t" r="r" b="b"/>
            <a:pathLst>
              <a:path w="11095567" h="656167">
                <a:moveTo>
                  <a:pt x="114298" y="0"/>
                </a:moveTo>
                <a:lnTo>
                  <a:pt x="10981269" y="0"/>
                </a:lnTo>
                <a:cubicBezTo>
                  <a:pt x="11044394" y="0"/>
                  <a:pt x="11095567" y="51173"/>
                  <a:pt x="11095567" y="114298"/>
                </a:cubicBezTo>
                <a:lnTo>
                  <a:pt x="11095567" y="541869"/>
                </a:lnTo>
                <a:cubicBezTo>
                  <a:pt x="11095567" y="604994"/>
                  <a:pt x="11044394" y="656167"/>
                  <a:pt x="10981269" y="656167"/>
                </a:cubicBezTo>
                <a:lnTo>
                  <a:pt x="114298" y="656167"/>
                </a:lnTo>
                <a:cubicBezTo>
                  <a:pt x="51215" y="656167"/>
                  <a:pt x="0" y="604952"/>
                  <a:pt x="0" y="541869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0F172A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1296" y="5132524"/>
            <a:ext cx="10925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APIs Externas Conectadas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025635" y="539922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8828" y="77926"/>
                </a:moveTo>
                <a:cubicBezTo>
                  <a:pt x="148828" y="120045"/>
                  <a:pt x="119985" y="150019"/>
                  <a:pt x="77391" y="150019"/>
                </a:cubicBezTo>
                <a:cubicBezTo>
                  <a:pt x="36552" y="150019"/>
                  <a:pt x="3572" y="117038"/>
                  <a:pt x="3572" y="76200"/>
                </a:cubicBezTo>
                <a:cubicBezTo>
                  <a:pt x="3572" y="35362"/>
                  <a:pt x="36552" y="2381"/>
                  <a:pt x="77391" y="2381"/>
                </a:cubicBezTo>
                <a:cubicBezTo>
                  <a:pt x="97274" y="2381"/>
                  <a:pt x="114002" y="9674"/>
                  <a:pt x="126891" y="21699"/>
                </a:cubicBezTo>
                <a:lnTo>
                  <a:pt x="106799" y="41017"/>
                </a:lnTo>
                <a:cubicBezTo>
                  <a:pt x="80516" y="15657"/>
                  <a:pt x="31641" y="34707"/>
                  <a:pt x="31641" y="76200"/>
                </a:cubicBezTo>
                <a:cubicBezTo>
                  <a:pt x="31641" y="101947"/>
                  <a:pt x="52209" y="122813"/>
                  <a:pt x="77391" y="122813"/>
                </a:cubicBezTo>
                <a:cubicBezTo>
                  <a:pt x="106620" y="122813"/>
                  <a:pt x="117574" y="101858"/>
                  <a:pt x="119301" y="90994"/>
                </a:cubicBezTo>
                <a:lnTo>
                  <a:pt x="77391" y="90994"/>
                </a:lnTo>
                <a:lnTo>
                  <a:pt x="77391" y="65603"/>
                </a:lnTo>
                <a:lnTo>
                  <a:pt x="147667" y="65603"/>
                </a:lnTo>
                <a:cubicBezTo>
                  <a:pt x="148352" y="69384"/>
                  <a:pt x="148828" y="73015"/>
                  <a:pt x="148828" y="77926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55" name="Text 53"/>
          <p:cNvSpPr/>
          <p:nvPr/>
        </p:nvSpPr>
        <p:spPr>
          <a:xfrm>
            <a:off x="4273285" y="5399224"/>
            <a:ext cx="781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 Books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179880" y="539922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14300" y="152400"/>
                </a:moveTo>
                <a:lnTo>
                  <a:pt x="28575" y="152400"/>
                </a:lnTo>
                <a:cubicBezTo>
                  <a:pt x="12799" y="152400"/>
                  <a:pt x="0" y="139601"/>
                  <a:pt x="0" y="123825"/>
                </a:cubicBezTo>
                <a:lnTo>
                  <a:pt x="0" y="28575"/>
                </a:lnTo>
                <a:cubicBezTo>
                  <a:pt x="0" y="12799"/>
                  <a:pt x="12799" y="0"/>
                  <a:pt x="28575" y="0"/>
                </a:cubicBezTo>
                <a:lnTo>
                  <a:pt x="119062" y="0"/>
                </a:lnTo>
                <a:cubicBezTo>
                  <a:pt x="126950" y="0"/>
                  <a:pt x="133350" y="6400"/>
                  <a:pt x="133350" y="14288"/>
                </a:cubicBezTo>
                <a:lnTo>
                  <a:pt x="133350" y="100013"/>
                </a:lnTo>
                <a:cubicBezTo>
                  <a:pt x="133350" y="106234"/>
                  <a:pt x="129361" y="111532"/>
                  <a:pt x="123825" y="113496"/>
                </a:cubicBezTo>
                <a:lnTo>
                  <a:pt x="123825" y="133350"/>
                </a:lnTo>
                <a:cubicBezTo>
                  <a:pt x="129094" y="133350"/>
                  <a:pt x="133350" y="137606"/>
                  <a:pt x="133350" y="142875"/>
                </a:cubicBezTo>
                <a:cubicBezTo>
                  <a:pt x="133350" y="148144"/>
                  <a:pt x="129094" y="152400"/>
                  <a:pt x="123825" y="152400"/>
                </a:cubicBezTo>
                <a:lnTo>
                  <a:pt x="114300" y="152400"/>
                </a:lnTo>
                <a:close/>
                <a:moveTo>
                  <a:pt x="28575" y="114300"/>
                </a:moveTo>
                <a:cubicBezTo>
                  <a:pt x="23306" y="114300"/>
                  <a:pt x="19050" y="118556"/>
                  <a:pt x="19050" y="123825"/>
                </a:cubicBezTo>
                <a:cubicBezTo>
                  <a:pt x="19050" y="129094"/>
                  <a:pt x="23306" y="133350"/>
                  <a:pt x="28575" y="133350"/>
                </a:cubicBezTo>
                <a:lnTo>
                  <a:pt x="104775" y="133350"/>
                </a:lnTo>
                <a:lnTo>
                  <a:pt x="104775" y="114300"/>
                </a:lnTo>
                <a:lnTo>
                  <a:pt x="28575" y="114300"/>
                </a:lnTo>
                <a:close/>
                <a:moveTo>
                  <a:pt x="38100" y="45244"/>
                </a:moveTo>
                <a:cubicBezTo>
                  <a:pt x="38100" y="49203"/>
                  <a:pt x="41285" y="52388"/>
                  <a:pt x="45244" y="52388"/>
                </a:cubicBezTo>
                <a:lnTo>
                  <a:pt x="97631" y="52388"/>
                </a:lnTo>
                <a:cubicBezTo>
                  <a:pt x="101590" y="52388"/>
                  <a:pt x="104775" y="49203"/>
                  <a:pt x="104775" y="45244"/>
                </a:cubicBezTo>
                <a:cubicBezTo>
                  <a:pt x="104775" y="41285"/>
                  <a:pt x="101590" y="38100"/>
                  <a:pt x="97631" y="38100"/>
                </a:cubicBezTo>
                <a:lnTo>
                  <a:pt x="45244" y="38100"/>
                </a:lnTo>
                <a:cubicBezTo>
                  <a:pt x="41285" y="38100"/>
                  <a:pt x="38100" y="41285"/>
                  <a:pt x="38100" y="45244"/>
                </a:cubicBezTo>
                <a:close/>
                <a:moveTo>
                  <a:pt x="45244" y="66675"/>
                </a:moveTo>
                <a:cubicBezTo>
                  <a:pt x="41285" y="66675"/>
                  <a:pt x="38100" y="69860"/>
                  <a:pt x="38100" y="73819"/>
                </a:cubicBezTo>
                <a:cubicBezTo>
                  <a:pt x="38100" y="77778"/>
                  <a:pt x="41285" y="80962"/>
                  <a:pt x="45244" y="80962"/>
                </a:cubicBezTo>
                <a:lnTo>
                  <a:pt x="97631" y="80962"/>
                </a:lnTo>
                <a:cubicBezTo>
                  <a:pt x="101590" y="80962"/>
                  <a:pt x="104775" y="77778"/>
                  <a:pt x="104775" y="73819"/>
                </a:cubicBezTo>
                <a:cubicBezTo>
                  <a:pt x="104775" y="69860"/>
                  <a:pt x="101590" y="66675"/>
                  <a:pt x="97631" y="66675"/>
                </a:cubicBezTo>
                <a:lnTo>
                  <a:pt x="45244" y="66675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7" name="Text 55"/>
          <p:cNvSpPr/>
          <p:nvPr/>
        </p:nvSpPr>
        <p:spPr>
          <a:xfrm>
            <a:off x="5418005" y="5399224"/>
            <a:ext cx="742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 Library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273932" y="539922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44827"/>
                </a:moveTo>
                <a:lnTo>
                  <a:pt x="121027" y="73402"/>
                </a:lnTo>
                <a:cubicBezTo>
                  <a:pt x="118289" y="76140"/>
                  <a:pt x="114211" y="76944"/>
                  <a:pt x="110639" y="75456"/>
                </a:cubicBezTo>
                <a:cubicBezTo>
                  <a:pt x="107067" y="73968"/>
                  <a:pt x="104775" y="70515"/>
                  <a:pt x="104775" y="66675"/>
                </a:cubicBezTo>
                <a:lnTo>
                  <a:pt x="104775" y="47625"/>
                </a:lnTo>
                <a:lnTo>
                  <a:pt x="9525" y="47625"/>
                </a:lnTo>
                <a:cubicBezTo>
                  <a:pt x="4256" y="47625"/>
                  <a:pt x="0" y="43369"/>
                  <a:pt x="0" y="38100"/>
                </a:cubicBezTo>
                <a:cubicBezTo>
                  <a:pt x="0" y="32831"/>
                  <a:pt x="4256" y="28575"/>
                  <a:pt x="9525" y="28575"/>
                </a:cubicBezTo>
                <a:lnTo>
                  <a:pt x="104775" y="28575"/>
                </a:lnTo>
                <a:lnTo>
                  <a:pt x="104775" y="9525"/>
                </a:lnTo>
                <a:cubicBezTo>
                  <a:pt x="104775" y="5685"/>
                  <a:pt x="107097" y="2203"/>
                  <a:pt x="110669" y="714"/>
                </a:cubicBezTo>
                <a:cubicBezTo>
                  <a:pt x="114240" y="-774"/>
                  <a:pt x="118318" y="60"/>
                  <a:pt x="121057" y="2768"/>
                </a:cubicBezTo>
                <a:lnTo>
                  <a:pt x="149632" y="31343"/>
                </a:lnTo>
                <a:cubicBezTo>
                  <a:pt x="153353" y="35064"/>
                  <a:pt x="153353" y="41106"/>
                  <a:pt x="149632" y="44827"/>
                </a:cubicBezTo>
                <a:close/>
                <a:moveTo>
                  <a:pt x="31343" y="149602"/>
                </a:moveTo>
                <a:lnTo>
                  <a:pt x="2768" y="121027"/>
                </a:lnTo>
                <a:cubicBezTo>
                  <a:pt x="-952" y="117306"/>
                  <a:pt x="-952" y="111264"/>
                  <a:pt x="2768" y="107543"/>
                </a:cubicBezTo>
                <a:lnTo>
                  <a:pt x="31343" y="78968"/>
                </a:lnTo>
                <a:cubicBezTo>
                  <a:pt x="34082" y="76230"/>
                  <a:pt x="38160" y="75426"/>
                  <a:pt x="41731" y="76914"/>
                </a:cubicBezTo>
                <a:cubicBezTo>
                  <a:pt x="45303" y="78403"/>
                  <a:pt x="47625" y="81885"/>
                  <a:pt x="47625" y="85725"/>
                </a:cubicBezTo>
                <a:lnTo>
                  <a:pt x="47625" y="104775"/>
                </a:lnTo>
                <a:lnTo>
                  <a:pt x="142875" y="104775"/>
                </a:lnTo>
                <a:cubicBezTo>
                  <a:pt x="148144" y="104775"/>
                  <a:pt x="152400" y="109031"/>
                  <a:pt x="152400" y="114300"/>
                </a:cubicBezTo>
                <a:cubicBezTo>
                  <a:pt x="152400" y="119569"/>
                  <a:pt x="148144" y="123825"/>
                  <a:pt x="142875" y="123825"/>
                </a:cubicBezTo>
                <a:lnTo>
                  <a:pt x="47625" y="123825"/>
                </a:lnTo>
                <a:lnTo>
                  <a:pt x="47625" y="142875"/>
                </a:lnTo>
                <a:cubicBezTo>
                  <a:pt x="47625" y="146715"/>
                  <a:pt x="45303" y="150197"/>
                  <a:pt x="41731" y="151686"/>
                </a:cubicBezTo>
                <a:cubicBezTo>
                  <a:pt x="38160" y="153174"/>
                  <a:pt x="34082" y="152340"/>
                  <a:pt x="31343" y="14963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9" name="Text 57"/>
          <p:cNvSpPr/>
          <p:nvPr/>
        </p:nvSpPr>
        <p:spPr>
          <a:xfrm>
            <a:off x="6521582" y="5399224"/>
            <a:ext cx="495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Crossref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143618" y="539922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47625" y="23813"/>
                </a:moveTo>
                <a:cubicBezTo>
                  <a:pt x="47625" y="13305"/>
                  <a:pt x="56168" y="4763"/>
                  <a:pt x="66675" y="4763"/>
                </a:cubicBezTo>
                <a:cubicBezTo>
                  <a:pt x="77182" y="4763"/>
                  <a:pt x="85725" y="13305"/>
                  <a:pt x="85725" y="23813"/>
                </a:cubicBezTo>
                <a:lnTo>
                  <a:pt x="85725" y="38100"/>
                </a:lnTo>
                <a:lnTo>
                  <a:pt x="47625" y="38100"/>
                </a:lnTo>
                <a:lnTo>
                  <a:pt x="47625" y="23813"/>
                </a:lnTo>
                <a:close/>
                <a:moveTo>
                  <a:pt x="33338" y="38100"/>
                </a:moveTo>
                <a:lnTo>
                  <a:pt x="14288" y="38100"/>
                </a:lnTo>
                <a:cubicBezTo>
                  <a:pt x="6400" y="38100"/>
                  <a:pt x="0" y="44500"/>
                  <a:pt x="0" y="52388"/>
                </a:cubicBezTo>
                <a:lnTo>
                  <a:pt x="0" y="114300"/>
                </a:lnTo>
                <a:cubicBezTo>
                  <a:pt x="0" y="130076"/>
                  <a:pt x="12799" y="142875"/>
                  <a:pt x="28575" y="142875"/>
                </a:cubicBezTo>
                <a:lnTo>
                  <a:pt x="104775" y="142875"/>
                </a:lnTo>
                <a:cubicBezTo>
                  <a:pt x="120551" y="142875"/>
                  <a:pt x="133350" y="130076"/>
                  <a:pt x="133350" y="114300"/>
                </a:cubicBezTo>
                <a:lnTo>
                  <a:pt x="133350" y="52388"/>
                </a:lnTo>
                <a:cubicBezTo>
                  <a:pt x="133350" y="44500"/>
                  <a:pt x="126950" y="38100"/>
                  <a:pt x="119062" y="38100"/>
                </a:cubicBezTo>
                <a:lnTo>
                  <a:pt x="100013" y="38100"/>
                </a:lnTo>
                <a:lnTo>
                  <a:pt x="100013" y="23813"/>
                </a:lnTo>
                <a:cubicBezTo>
                  <a:pt x="100013" y="5388"/>
                  <a:pt x="85100" y="-9525"/>
                  <a:pt x="66675" y="-9525"/>
                </a:cubicBezTo>
                <a:cubicBezTo>
                  <a:pt x="48250" y="-9525"/>
                  <a:pt x="33338" y="5388"/>
                  <a:pt x="33338" y="23813"/>
                </a:cubicBezTo>
                <a:lnTo>
                  <a:pt x="33338" y="38100"/>
                </a:lnTo>
                <a:close/>
                <a:moveTo>
                  <a:pt x="40481" y="52388"/>
                </a:moveTo>
                <a:cubicBezTo>
                  <a:pt x="44424" y="52388"/>
                  <a:pt x="47625" y="55589"/>
                  <a:pt x="47625" y="59531"/>
                </a:cubicBezTo>
                <a:cubicBezTo>
                  <a:pt x="47625" y="63474"/>
                  <a:pt x="44424" y="66675"/>
                  <a:pt x="40481" y="66675"/>
                </a:cubicBezTo>
                <a:cubicBezTo>
                  <a:pt x="36539" y="66675"/>
                  <a:pt x="33338" y="63474"/>
                  <a:pt x="33338" y="59531"/>
                </a:cubicBezTo>
                <a:cubicBezTo>
                  <a:pt x="33338" y="55589"/>
                  <a:pt x="36539" y="52388"/>
                  <a:pt x="40481" y="52388"/>
                </a:cubicBezTo>
                <a:close/>
                <a:moveTo>
                  <a:pt x="85725" y="59531"/>
                </a:moveTo>
                <a:cubicBezTo>
                  <a:pt x="85725" y="55589"/>
                  <a:pt x="88926" y="52388"/>
                  <a:pt x="92869" y="52388"/>
                </a:cubicBezTo>
                <a:cubicBezTo>
                  <a:pt x="96811" y="52388"/>
                  <a:pt x="100013" y="55589"/>
                  <a:pt x="100013" y="59531"/>
                </a:cubicBezTo>
                <a:cubicBezTo>
                  <a:pt x="100013" y="63474"/>
                  <a:pt x="96811" y="66675"/>
                  <a:pt x="92869" y="66675"/>
                </a:cubicBezTo>
                <a:cubicBezTo>
                  <a:pt x="88926" y="66675"/>
                  <a:pt x="85725" y="63474"/>
                  <a:pt x="85725" y="59531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1" name="Text 59"/>
          <p:cNvSpPr/>
          <p:nvPr/>
        </p:nvSpPr>
        <p:spPr>
          <a:xfrm>
            <a:off x="7381743" y="5399224"/>
            <a:ext cx="857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eBay (opcional)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385233" y="6045204"/>
            <a:ext cx="11419417" cy="427567"/>
          </a:xfrm>
          <a:custGeom>
            <a:avLst/>
            <a:gdLst/>
            <a:ahLst/>
            <a:cxnLst/>
            <a:rect l="l" t="t" r="r" b="b"/>
            <a:pathLst>
              <a:path w="11419417" h="427567">
                <a:moveTo>
                  <a:pt x="114301" y="0"/>
                </a:moveTo>
                <a:lnTo>
                  <a:pt x="11305115" y="0"/>
                </a:lnTo>
                <a:cubicBezTo>
                  <a:pt x="11368242" y="0"/>
                  <a:pt x="11419417" y="51174"/>
                  <a:pt x="11419417" y="114301"/>
                </a:cubicBezTo>
                <a:lnTo>
                  <a:pt x="11419417" y="313265"/>
                </a:lnTo>
                <a:cubicBezTo>
                  <a:pt x="11419417" y="376392"/>
                  <a:pt x="11368242" y="427567"/>
                  <a:pt x="11305115" y="427567"/>
                </a:cubicBezTo>
                <a:lnTo>
                  <a:pt x="114301" y="427567"/>
                </a:lnTo>
                <a:cubicBezTo>
                  <a:pt x="51174" y="427567"/>
                  <a:pt x="0" y="376392"/>
                  <a:pt x="0" y="313265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gradFill rotWithShape="1" flip="none">
            <a:gsLst>
              <a:gs pos="0">
                <a:srgbClr val="8B5CF6">
                  <a:alpha val="20000"/>
                </a:srgbClr>
              </a:gs>
              <a:gs pos="100000">
                <a:srgbClr val="EC4899">
                  <a:alpha val="20000"/>
                </a:srgbClr>
              </a:gs>
            </a:gsLst>
            <a:lin ang="0" scaled="1"/>
          </a:gradFill>
          <a:ln w="11289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27579" y="616373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64" name="Text 62"/>
          <p:cNvSpPr/>
          <p:nvPr/>
        </p:nvSpPr>
        <p:spPr>
          <a:xfrm>
            <a:off x="856192" y="6163735"/>
            <a:ext cx="8410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 microservicios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con sus bases de datos aisladas.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 frontends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React.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 BFF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centralizado.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4+ APIs externas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para enriquecimiento y pricing.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285750"/>
                </a:lnTo>
                <a:cubicBezTo>
                  <a:pt x="38100" y="296264"/>
                  <a:pt x="29564" y="304800"/>
                  <a:pt x="19050" y="304800"/>
                </a:cubicBezTo>
                <a:lnTo>
                  <a:pt x="19050" y="304800"/>
                </a:lnTo>
                <a:cubicBezTo>
                  <a:pt x="8536" y="304800"/>
                  <a:pt x="0" y="296264"/>
                  <a:pt x="0" y="285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/>
              </a:gs>
              <a:gs pos="0">
                <a:srgbClr val="FFFFFF"/>
              </a:gs>
              <a:gs pos="100000">
                <a:srgbClr val="3B82F6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33400" y="381000"/>
            <a:ext cx="4400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Cómo Ejecutar el Sistema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Pasos para levantar BookFlow Sprint 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233" y="1223433"/>
            <a:ext cx="5628217" cy="694267"/>
          </a:xfrm>
          <a:custGeom>
            <a:avLst/>
            <a:gdLst/>
            <a:ahLst/>
            <a:cxnLst/>
            <a:rect l="l" t="t" r="r" b="b"/>
            <a:pathLst>
              <a:path w="5628217" h="694267">
                <a:moveTo>
                  <a:pt x="114297" y="0"/>
                </a:moveTo>
                <a:lnTo>
                  <a:pt x="5513920" y="0"/>
                </a:lnTo>
                <a:cubicBezTo>
                  <a:pt x="5577044" y="0"/>
                  <a:pt x="5628217" y="51173"/>
                  <a:pt x="5628217" y="114297"/>
                </a:cubicBezTo>
                <a:lnTo>
                  <a:pt x="5628217" y="579970"/>
                </a:lnTo>
                <a:cubicBezTo>
                  <a:pt x="5628217" y="643094"/>
                  <a:pt x="5577044" y="694267"/>
                  <a:pt x="5513920" y="694267"/>
                </a:cubicBezTo>
                <a:lnTo>
                  <a:pt x="114297" y="694267"/>
                </a:lnTo>
                <a:cubicBezTo>
                  <a:pt x="51173" y="694267"/>
                  <a:pt x="0" y="643094"/>
                  <a:pt x="0" y="579970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3767" y="134196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64236" y="1418165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99067" y="1341965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Clonar Repositorios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9067" y="160866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 repositorio por cada microservicio (multi-repo)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233" y="2002363"/>
            <a:ext cx="5628217" cy="694267"/>
          </a:xfrm>
          <a:custGeom>
            <a:avLst/>
            <a:gdLst/>
            <a:ahLst/>
            <a:cxnLst/>
            <a:rect l="l" t="t" r="r" b="b"/>
            <a:pathLst>
              <a:path w="5628217" h="694267">
                <a:moveTo>
                  <a:pt x="114297" y="0"/>
                </a:moveTo>
                <a:lnTo>
                  <a:pt x="5513920" y="0"/>
                </a:lnTo>
                <a:cubicBezTo>
                  <a:pt x="5577044" y="0"/>
                  <a:pt x="5628217" y="51173"/>
                  <a:pt x="5628217" y="114297"/>
                </a:cubicBezTo>
                <a:lnTo>
                  <a:pt x="5628217" y="579970"/>
                </a:lnTo>
                <a:cubicBezTo>
                  <a:pt x="5628217" y="643094"/>
                  <a:pt x="5577044" y="694267"/>
                  <a:pt x="5513920" y="694267"/>
                </a:cubicBezTo>
                <a:lnTo>
                  <a:pt x="114297" y="694267"/>
                </a:lnTo>
                <a:cubicBezTo>
                  <a:pt x="51173" y="694267"/>
                  <a:pt x="0" y="643094"/>
                  <a:pt x="0" y="579970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3767" y="212089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51404" y="2197094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99067" y="2120894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Configurar Variables de Entorno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99067" y="2387594"/>
            <a:ext cx="2314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Conexión a BD, secret JWT, puertos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5233" y="2781310"/>
            <a:ext cx="5628217" cy="884767"/>
          </a:xfrm>
          <a:custGeom>
            <a:avLst/>
            <a:gdLst/>
            <a:ahLst/>
            <a:cxnLst/>
            <a:rect l="l" t="t" r="r" b="b"/>
            <a:pathLst>
              <a:path w="5628217" h="884767">
                <a:moveTo>
                  <a:pt x="114303" y="0"/>
                </a:moveTo>
                <a:lnTo>
                  <a:pt x="5513914" y="0"/>
                </a:lnTo>
                <a:cubicBezTo>
                  <a:pt x="5577041" y="0"/>
                  <a:pt x="5628217" y="51175"/>
                  <a:pt x="5628217" y="114303"/>
                </a:cubicBezTo>
                <a:lnTo>
                  <a:pt x="5628217" y="770464"/>
                </a:lnTo>
                <a:cubicBezTo>
                  <a:pt x="5628217" y="833591"/>
                  <a:pt x="5577041" y="884767"/>
                  <a:pt x="5513914" y="884767"/>
                </a:cubicBezTo>
                <a:lnTo>
                  <a:pt x="114303" y="884767"/>
                </a:lnTo>
                <a:cubicBezTo>
                  <a:pt x="51175" y="884767"/>
                  <a:pt x="0" y="833591"/>
                  <a:pt x="0" y="770464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3767" y="289984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649420" y="2976042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99067" y="2899842"/>
            <a:ext cx="4972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Levantar PostgreSQL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99067" y="3166542"/>
            <a:ext cx="4962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 bases de datos aisladas (auth_db, inventory_db, catalog_db, enrichment_db, quality_db, config_db)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5233" y="3750740"/>
            <a:ext cx="5628217" cy="694267"/>
          </a:xfrm>
          <a:custGeom>
            <a:avLst/>
            <a:gdLst/>
            <a:ahLst/>
            <a:cxnLst/>
            <a:rect l="l" t="t" r="r" b="b"/>
            <a:pathLst>
              <a:path w="5628217" h="694267">
                <a:moveTo>
                  <a:pt x="114297" y="0"/>
                </a:moveTo>
                <a:lnTo>
                  <a:pt x="5513920" y="0"/>
                </a:lnTo>
                <a:cubicBezTo>
                  <a:pt x="5577044" y="0"/>
                  <a:pt x="5628217" y="51173"/>
                  <a:pt x="5628217" y="114297"/>
                </a:cubicBezTo>
                <a:lnTo>
                  <a:pt x="5628217" y="579970"/>
                </a:lnTo>
                <a:cubicBezTo>
                  <a:pt x="5628217" y="643094"/>
                  <a:pt x="5577044" y="694267"/>
                  <a:pt x="5513920" y="694267"/>
                </a:cubicBezTo>
                <a:lnTo>
                  <a:pt x="114297" y="694267"/>
                </a:lnTo>
                <a:cubicBezTo>
                  <a:pt x="51173" y="694267"/>
                  <a:pt x="0" y="643094"/>
                  <a:pt x="0" y="579970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3767" y="386927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49552" y="3945471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99067" y="3869271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Ejecutar Microservicios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99067" y="4135971"/>
            <a:ext cx="3190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Cada servicio con: </a:t>
            </a:r>
            <a:pPr>
              <a:lnSpc>
                <a:spcPct val="120000"/>
              </a:lnSpc>
            </a:pPr>
            <a:r>
              <a:rPr lang="en-US" sz="900" dirty="0">
                <a:solidFill>
                  <a:srgbClr val="F59E0B"/>
                </a:solidFill>
                <a:highlight>
                  <a:srgbClr val="0F172A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uvicorn app.main:app --reload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5233" y="4529669"/>
            <a:ext cx="5628217" cy="694267"/>
          </a:xfrm>
          <a:custGeom>
            <a:avLst/>
            <a:gdLst/>
            <a:ahLst/>
            <a:cxnLst/>
            <a:rect l="l" t="t" r="r" b="b"/>
            <a:pathLst>
              <a:path w="5628217" h="694267">
                <a:moveTo>
                  <a:pt x="114297" y="0"/>
                </a:moveTo>
                <a:lnTo>
                  <a:pt x="5513920" y="0"/>
                </a:lnTo>
                <a:cubicBezTo>
                  <a:pt x="5577044" y="0"/>
                  <a:pt x="5628217" y="51173"/>
                  <a:pt x="5628217" y="114297"/>
                </a:cubicBezTo>
                <a:lnTo>
                  <a:pt x="5628217" y="579970"/>
                </a:lnTo>
                <a:cubicBezTo>
                  <a:pt x="5628217" y="643094"/>
                  <a:pt x="5577044" y="694267"/>
                  <a:pt x="5513920" y="694267"/>
                </a:cubicBezTo>
                <a:lnTo>
                  <a:pt x="114297" y="694267"/>
                </a:lnTo>
                <a:cubicBezTo>
                  <a:pt x="51173" y="694267"/>
                  <a:pt x="0" y="643094"/>
                  <a:pt x="0" y="579970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3767" y="4648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648758" y="4724400"/>
            <a:ext cx="171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99067" y="4648200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Levantar BFF/API Gateway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99067" y="4914900"/>
            <a:ext cx="2486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Puerto 8080 — punto único de entrada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5233" y="5308598"/>
            <a:ext cx="5628217" cy="694267"/>
          </a:xfrm>
          <a:custGeom>
            <a:avLst/>
            <a:gdLst/>
            <a:ahLst/>
            <a:cxnLst/>
            <a:rect l="l" t="t" r="r" b="b"/>
            <a:pathLst>
              <a:path w="5628217" h="694267">
                <a:moveTo>
                  <a:pt x="114297" y="0"/>
                </a:moveTo>
                <a:lnTo>
                  <a:pt x="5513920" y="0"/>
                </a:lnTo>
                <a:cubicBezTo>
                  <a:pt x="5577044" y="0"/>
                  <a:pt x="5628217" y="51173"/>
                  <a:pt x="5628217" y="114297"/>
                </a:cubicBezTo>
                <a:lnTo>
                  <a:pt x="5628217" y="579970"/>
                </a:lnTo>
                <a:cubicBezTo>
                  <a:pt x="5628217" y="643094"/>
                  <a:pt x="5577044" y="694267"/>
                  <a:pt x="5513920" y="694267"/>
                </a:cubicBezTo>
                <a:lnTo>
                  <a:pt x="114297" y="694267"/>
                </a:lnTo>
                <a:cubicBezTo>
                  <a:pt x="51173" y="694267"/>
                  <a:pt x="0" y="643094"/>
                  <a:pt x="0" y="579970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3767" y="542712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2" name="Text 30"/>
          <p:cNvSpPr/>
          <p:nvPr/>
        </p:nvSpPr>
        <p:spPr>
          <a:xfrm>
            <a:off x="648361" y="5503329"/>
            <a:ext cx="171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99067" y="5427129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Levantar Frontend Admin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99067" y="5698071"/>
            <a:ext cx="718079" cy="203200"/>
          </a:xfrm>
          <a:custGeom>
            <a:avLst/>
            <a:gdLst/>
            <a:ahLst/>
            <a:cxnLst/>
            <a:rect l="l" t="t" r="r" b="b"/>
            <a:pathLst>
              <a:path w="718079" h="203200">
                <a:moveTo>
                  <a:pt x="38100" y="0"/>
                </a:moveTo>
                <a:lnTo>
                  <a:pt x="679979" y="0"/>
                </a:lnTo>
                <a:cubicBezTo>
                  <a:pt x="701007" y="0"/>
                  <a:pt x="718079" y="17072"/>
                  <a:pt x="718079" y="38100"/>
                </a:cubicBezTo>
                <a:lnTo>
                  <a:pt x="718079" y="165100"/>
                </a:lnTo>
                <a:cubicBezTo>
                  <a:pt x="718079" y="186128"/>
                  <a:pt x="701007" y="203200"/>
                  <a:pt x="679979" y="203200"/>
                </a:cubicBezTo>
                <a:lnTo>
                  <a:pt x="38100" y="203200"/>
                </a:lnTo>
                <a:cubicBezTo>
                  <a:pt x="17072" y="203200"/>
                  <a:pt x="0" y="186128"/>
                  <a:pt x="0" y="165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5" name="Text 33"/>
          <p:cNvSpPr/>
          <p:nvPr/>
        </p:nvSpPr>
        <p:spPr>
          <a:xfrm>
            <a:off x="999067" y="5698071"/>
            <a:ext cx="775229" cy="2032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6B6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npm start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85233" y="6087527"/>
            <a:ext cx="5628217" cy="694267"/>
          </a:xfrm>
          <a:custGeom>
            <a:avLst/>
            <a:gdLst/>
            <a:ahLst/>
            <a:cxnLst/>
            <a:rect l="l" t="t" r="r" b="b"/>
            <a:pathLst>
              <a:path w="5628217" h="694267">
                <a:moveTo>
                  <a:pt x="114297" y="0"/>
                </a:moveTo>
                <a:lnTo>
                  <a:pt x="5513920" y="0"/>
                </a:lnTo>
                <a:cubicBezTo>
                  <a:pt x="5577044" y="0"/>
                  <a:pt x="5628217" y="51173"/>
                  <a:pt x="5628217" y="114297"/>
                </a:cubicBezTo>
                <a:lnTo>
                  <a:pt x="5628217" y="579970"/>
                </a:lnTo>
                <a:cubicBezTo>
                  <a:pt x="5628217" y="643094"/>
                  <a:pt x="5577044" y="694267"/>
                  <a:pt x="5513920" y="694267"/>
                </a:cubicBezTo>
                <a:lnTo>
                  <a:pt x="114297" y="694267"/>
                </a:lnTo>
                <a:cubicBezTo>
                  <a:pt x="51173" y="694267"/>
                  <a:pt x="0" y="643094"/>
                  <a:pt x="0" y="579970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3767" y="620607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654711" y="6282277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99067" y="6206077"/>
            <a:ext cx="2114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Levantar Frontend Comercial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99067" y="6477000"/>
            <a:ext cx="718079" cy="203200"/>
          </a:xfrm>
          <a:custGeom>
            <a:avLst/>
            <a:gdLst/>
            <a:ahLst/>
            <a:cxnLst/>
            <a:rect l="l" t="t" r="r" b="b"/>
            <a:pathLst>
              <a:path w="718079" h="203200">
                <a:moveTo>
                  <a:pt x="38100" y="0"/>
                </a:moveTo>
                <a:lnTo>
                  <a:pt x="679979" y="0"/>
                </a:lnTo>
                <a:cubicBezTo>
                  <a:pt x="701007" y="0"/>
                  <a:pt x="718079" y="17072"/>
                  <a:pt x="718079" y="38100"/>
                </a:cubicBezTo>
                <a:lnTo>
                  <a:pt x="718079" y="165100"/>
                </a:lnTo>
                <a:cubicBezTo>
                  <a:pt x="718079" y="186128"/>
                  <a:pt x="701007" y="203200"/>
                  <a:pt x="679979" y="203200"/>
                </a:cubicBezTo>
                <a:lnTo>
                  <a:pt x="38100" y="203200"/>
                </a:lnTo>
                <a:cubicBezTo>
                  <a:pt x="17072" y="203200"/>
                  <a:pt x="0" y="186128"/>
                  <a:pt x="0" y="165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1" name="Text 39"/>
          <p:cNvSpPr/>
          <p:nvPr/>
        </p:nvSpPr>
        <p:spPr>
          <a:xfrm>
            <a:off x="999067" y="6477000"/>
            <a:ext cx="775229" cy="2032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npm start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76433" y="1223433"/>
            <a:ext cx="5628217" cy="1456267"/>
          </a:xfrm>
          <a:custGeom>
            <a:avLst/>
            <a:gdLst/>
            <a:ahLst/>
            <a:cxnLst/>
            <a:rect l="l" t="t" r="r" b="b"/>
            <a:pathLst>
              <a:path w="5628217" h="1456267">
                <a:moveTo>
                  <a:pt x="114302" y="0"/>
                </a:moveTo>
                <a:lnTo>
                  <a:pt x="5513914" y="0"/>
                </a:lnTo>
                <a:cubicBezTo>
                  <a:pt x="5577042" y="0"/>
                  <a:pt x="5628217" y="51175"/>
                  <a:pt x="5628217" y="114302"/>
                </a:cubicBezTo>
                <a:lnTo>
                  <a:pt x="5628217" y="1341964"/>
                </a:lnTo>
                <a:cubicBezTo>
                  <a:pt x="5628217" y="1405092"/>
                  <a:pt x="5577042" y="1456267"/>
                  <a:pt x="5513914" y="1456267"/>
                </a:cubicBezTo>
                <a:lnTo>
                  <a:pt x="114302" y="1456267"/>
                </a:lnTo>
                <a:cubicBezTo>
                  <a:pt x="51175" y="1456267"/>
                  <a:pt x="0" y="1405092"/>
                  <a:pt x="0" y="1341964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33067" y="141816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187" y="87920"/>
                </a:moveTo>
                <a:lnTo>
                  <a:pt x="105594" y="87920"/>
                </a:lnTo>
                <a:lnTo>
                  <a:pt x="105594" y="65819"/>
                </a:lnTo>
                <a:lnTo>
                  <a:pt x="130187" y="65819"/>
                </a:lnTo>
                <a:lnTo>
                  <a:pt x="130187" y="87920"/>
                </a:lnTo>
                <a:close/>
                <a:moveTo>
                  <a:pt x="130187" y="11906"/>
                </a:moveTo>
                <a:lnTo>
                  <a:pt x="105594" y="11906"/>
                </a:lnTo>
                <a:lnTo>
                  <a:pt x="105594" y="34491"/>
                </a:lnTo>
                <a:lnTo>
                  <a:pt x="130187" y="34491"/>
                </a:lnTo>
                <a:lnTo>
                  <a:pt x="130187" y="11906"/>
                </a:lnTo>
                <a:close/>
                <a:moveTo>
                  <a:pt x="159283" y="65782"/>
                </a:moveTo>
                <a:lnTo>
                  <a:pt x="134689" y="65782"/>
                </a:lnTo>
                <a:lnTo>
                  <a:pt x="134689" y="87883"/>
                </a:lnTo>
                <a:lnTo>
                  <a:pt x="159283" y="87883"/>
                </a:lnTo>
                <a:lnTo>
                  <a:pt x="159283" y="65782"/>
                </a:lnTo>
                <a:close/>
                <a:moveTo>
                  <a:pt x="101129" y="38956"/>
                </a:moveTo>
                <a:lnTo>
                  <a:pt x="76535" y="38956"/>
                </a:lnTo>
                <a:lnTo>
                  <a:pt x="76535" y="61317"/>
                </a:lnTo>
                <a:lnTo>
                  <a:pt x="101129" y="61317"/>
                </a:lnTo>
                <a:lnTo>
                  <a:pt x="101129" y="38956"/>
                </a:lnTo>
                <a:close/>
                <a:moveTo>
                  <a:pt x="130187" y="38956"/>
                </a:moveTo>
                <a:lnTo>
                  <a:pt x="105594" y="38956"/>
                </a:lnTo>
                <a:lnTo>
                  <a:pt x="105594" y="61317"/>
                </a:lnTo>
                <a:lnTo>
                  <a:pt x="130187" y="61317"/>
                </a:lnTo>
                <a:lnTo>
                  <a:pt x="130187" y="38956"/>
                </a:lnTo>
                <a:close/>
                <a:moveTo>
                  <a:pt x="233176" y="76163"/>
                </a:moveTo>
                <a:cubicBezTo>
                  <a:pt x="227819" y="72554"/>
                  <a:pt x="215466" y="71251"/>
                  <a:pt x="205978" y="73037"/>
                </a:cubicBezTo>
                <a:cubicBezTo>
                  <a:pt x="204750" y="64108"/>
                  <a:pt x="199765" y="56331"/>
                  <a:pt x="190686" y="49337"/>
                </a:cubicBezTo>
                <a:lnTo>
                  <a:pt x="185477" y="45876"/>
                </a:lnTo>
                <a:lnTo>
                  <a:pt x="182017" y="51085"/>
                </a:lnTo>
                <a:cubicBezTo>
                  <a:pt x="175171" y="61429"/>
                  <a:pt x="173310" y="78470"/>
                  <a:pt x="180640" y="89706"/>
                </a:cubicBezTo>
                <a:cubicBezTo>
                  <a:pt x="177403" y="91455"/>
                  <a:pt x="171041" y="93836"/>
                  <a:pt x="162632" y="93687"/>
                </a:cubicBezTo>
                <a:lnTo>
                  <a:pt x="893" y="93687"/>
                </a:lnTo>
                <a:cubicBezTo>
                  <a:pt x="-2344" y="112588"/>
                  <a:pt x="3051" y="137145"/>
                  <a:pt x="17264" y="154000"/>
                </a:cubicBezTo>
                <a:cubicBezTo>
                  <a:pt x="31068" y="170334"/>
                  <a:pt x="51755" y="178631"/>
                  <a:pt x="78804" y="178631"/>
                </a:cubicBezTo>
                <a:cubicBezTo>
                  <a:pt x="137368" y="178631"/>
                  <a:pt x="180715" y="151656"/>
                  <a:pt x="200992" y="102654"/>
                </a:cubicBezTo>
                <a:cubicBezTo>
                  <a:pt x="208955" y="102803"/>
                  <a:pt x="226144" y="102691"/>
                  <a:pt x="234962" y="85837"/>
                </a:cubicBezTo>
                <a:cubicBezTo>
                  <a:pt x="235521" y="84906"/>
                  <a:pt x="237418" y="80925"/>
                  <a:pt x="238125" y="79474"/>
                </a:cubicBezTo>
                <a:lnTo>
                  <a:pt x="233176" y="76163"/>
                </a:lnTo>
                <a:close/>
                <a:moveTo>
                  <a:pt x="43011" y="65782"/>
                </a:moveTo>
                <a:lnTo>
                  <a:pt x="18455" y="65782"/>
                </a:lnTo>
                <a:lnTo>
                  <a:pt x="18455" y="87883"/>
                </a:lnTo>
                <a:lnTo>
                  <a:pt x="43049" y="87883"/>
                </a:lnTo>
                <a:lnTo>
                  <a:pt x="43049" y="65782"/>
                </a:lnTo>
                <a:lnTo>
                  <a:pt x="43011" y="65782"/>
                </a:lnTo>
                <a:close/>
                <a:moveTo>
                  <a:pt x="72070" y="65782"/>
                </a:moveTo>
                <a:lnTo>
                  <a:pt x="47476" y="65782"/>
                </a:lnTo>
                <a:lnTo>
                  <a:pt x="47476" y="87883"/>
                </a:lnTo>
                <a:lnTo>
                  <a:pt x="72070" y="87883"/>
                </a:lnTo>
                <a:lnTo>
                  <a:pt x="72070" y="65782"/>
                </a:lnTo>
                <a:close/>
                <a:moveTo>
                  <a:pt x="101129" y="65782"/>
                </a:moveTo>
                <a:lnTo>
                  <a:pt x="76535" y="65782"/>
                </a:lnTo>
                <a:lnTo>
                  <a:pt x="76535" y="87883"/>
                </a:lnTo>
                <a:lnTo>
                  <a:pt x="101129" y="87883"/>
                </a:lnTo>
                <a:lnTo>
                  <a:pt x="101129" y="65782"/>
                </a:lnTo>
                <a:close/>
                <a:moveTo>
                  <a:pt x="72070" y="38956"/>
                </a:moveTo>
                <a:lnTo>
                  <a:pt x="47476" y="38956"/>
                </a:lnTo>
                <a:lnTo>
                  <a:pt x="47476" y="61317"/>
                </a:lnTo>
                <a:lnTo>
                  <a:pt x="72070" y="61317"/>
                </a:lnTo>
                <a:lnTo>
                  <a:pt x="72070" y="3895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4" name="Text 42"/>
          <p:cNvSpPr/>
          <p:nvPr/>
        </p:nvSpPr>
        <p:spPr>
          <a:xfrm>
            <a:off x="6647392" y="1380065"/>
            <a:ext cx="2333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Sprint 3 — Docker Compose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33067" y="1761065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Todo lo anterior con un solo comando: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33067" y="2065865"/>
            <a:ext cx="5314950" cy="457200"/>
          </a:xfrm>
          <a:custGeom>
            <a:avLst/>
            <a:gdLst/>
            <a:ahLst/>
            <a:cxnLst/>
            <a:rect l="l" t="t" r="r" b="b"/>
            <a:pathLst>
              <a:path w="5314950" h="457200">
                <a:moveTo>
                  <a:pt x="76202" y="0"/>
                </a:moveTo>
                <a:lnTo>
                  <a:pt x="5238748" y="0"/>
                </a:lnTo>
                <a:cubicBezTo>
                  <a:pt x="5280833" y="0"/>
                  <a:pt x="5314950" y="34117"/>
                  <a:pt x="5314950" y="76202"/>
                </a:cubicBezTo>
                <a:lnTo>
                  <a:pt x="5314950" y="380998"/>
                </a:lnTo>
                <a:cubicBezTo>
                  <a:pt x="5314950" y="423083"/>
                  <a:pt x="5280833" y="457200"/>
                  <a:pt x="52387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7" name="Text 45"/>
          <p:cNvSpPr/>
          <p:nvPr/>
        </p:nvSpPr>
        <p:spPr>
          <a:xfrm>
            <a:off x="6447367" y="2230971"/>
            <a:ext cx="13131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docker-compose up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76433" y="2802463"/>
            <a:ext cx="5628217" cy="1684867"/>
          </a:xfrm>
          <a:custGeom>
            <a:avLst/>
            <a:gdLst/>
            <a:ahLst/>
            <a:cxnLst/>
            <a:rect l="l" t="t" r="r" b="b"/>
            <a:pathLst>
              <a:path w="5628217" h="1684867">
                <a:moveTo>
                  <a:pt x="114301" y="0"/>
                </a:moveTo>
                <a:lnTo>
                  <a:pt x="5513915" y="0"/>
                </a:lnTo>
                <a:cubicBezTo>
                  <a:pt x="5577042" y="0"/>
                  <a:pt x="5628217" y="51174"/>
                  <a:pt x="5628217" y="114301"/>
                </a:cubicBezTo>
                <a:lnTo>
                  <a:pt x="5628217" y="1570565"/>
                </a:lnTo>
                <a:cubicBezTo>
                  <a:pt x="5628217" y="1633692"/>
                  <a:pt x="5577042" y="1684867"/>
                  <a:pt x="5513915" y="1684867"/>
                </a:cubicBezTo>
                <a:lnTo>
                  <a:pt x="114301" y="1684867"/>
                </a:lnTo>
                <a:cubicBezTo>
                  <a:pt x="51217" y="1684867"/>
                  <a:pt x="0" y="1633650"/>
                  <a:pt x="0" y="1570565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1E293B"/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56879" y="299719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9783" y="13506"/>
                </a:moveTo>
                <a:cubicBezTo>
                  <a:pt x="53839" y="16334"/>
                  <a:pt x="54806" y="21915"/>
                  <a:pt x="51978" y="25933"/>
                </a:cubicBezTo>
                <a:lnTo>
                  <a:pt x="31142" y="55699"/>
                </a:lnTo>
                <a:cubicBezTo>
                  <a:pt x="29617" y="57857"/>
                  <a:pt x="27236" y="59234"/>
                  <a:pt x="24594" y="59457"/>
                </a:cubicBezTo>
                <a:cubicBezTo>
                  <a:pt x="21952" y="59680"/>
                  <a:pt x="19348" y="58787"/>
                  <a:pt x="17487" y="56927"/>
                </a:cubicBezTo>
                <a:lnTo>
                  <a:pt x="2604" y="42044"/>
                </a:lnTo>
                <a:cubicBezTo>
                  <a:pt x="-856" y="38546"/>
                  <a:pt x="-856" y="32891"/>
                  <a:pt x="2604" y="29394"/>
                </a:cubicBezTo>
                <a:cubicBezTo>
                  <a:pt x="6065" y="25896"/>
                  <a:pt x="11757" y="25933"/>
                  <a:pt x="15255" y="29394"/>
                </a:cubicBezTo>
                <a:lnTo>
                  <a:pt x="22622" y="36761"/>
                </a:lnTo>
                <a:lnTo>
                  <a:pt x="37356" y="15701"/>
                </a:lnTo>
                <a:cubicBezTo>
                  <a:pt x="40184" y="11646"/>
                  <a:pt x="45765" y="10678"/>
                  <a:pt x="49783" y="13506"/>
                </a:cubicBezTo>
                <a:close/>
                <a:moveTo>
                  <a:pt x="49783" y="73037"/>
                </a:moveTo>
                <a:cubicBezTo>
                  <a:pt x="53839" y="75865"/>
                  <a:pt x="54806" y="81446"/>
                  <a:pt x="51978" y="85465"/>
                </a:cubicBezTo>
                <a:lnTo>
                  <a:pt x="31142" y="115230"/>
                </a:lnTo>
                <a:cubicBezTo>
                  <a:pt x="29617" y="117388"/>
                  <a:pt x="27236" y="118765"/>
                  <a:pt x="24594" y="118988"/>
                </a:cubicBezTo>
                <a:cubicBezTo>
                  <a:pt x="21952" y="119211"/>
                  <a:pt x="19348" y="118318"/>
                  <a:pt x="17487" y="116458"/>
                </a:cubicBezTo>
                <a:lnTo>
                  <a:pt x="2604" y="101575"/>
                </a:lnTo>
                <a:cubicBezTo>
                  <a:pt x="-893" y="98078"/>
                  <a:pt x="-893" y="92422"/>
                  <a:pt x="2604" y="88962"/>
                </a:cubicBezTo>
                <a:cubicBezTo>
                  <a:pt x="6102" y="85502"/>
                  <a:pt x="11757" y="85465"/>
                  <a:pt x="15218" y="88962"/>
                </a:cubicBezTo>
                <a:lnTo>
                  <a:pt x="22585" y="96329"/>
                </a:lnTo>
                <a:lnTo>
                  <a:pt x="37319" y="75270"/>
                </a:lnTo>
                <a:cubicBezTo>
                  <a:pt x="40146" y="71214"/>
                  <a:pt x="45727" y="70247"/>
                  <a:pt x="49746" y="73075"/>
                </a:cubicBezTo>
                <a:close/>
                <a:moveTo>
                  <a:pt x="83344" y="35719"/>
                </a:moveTo>
                <a:cubicBezTo>
                  <a:pt x="83344" y="29133"/>
                  <a:pt x="88664" y="23812"/>
                  <a:pt x="95250" y="23812"/>
                </a:cubicBez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95250" y="47625"/>
                </a:lnTo>
                <a:cubicBezTo>
                  <a:pt x="88664" y="47625"/>
                  <a:pt x="83344" y="42304"/>
                  <a:pt x="83344" y="35719"/>
                </a:cubicBezTo>
                <a:close/>
                <a:moveTo>
                  <a:pt x="83344" y="95250"/>
                </a:moveTo>
                <a:cubicBezTo>
                  <a:pt x="83344" y="88664"/>
                  <a:pt x="88664" y="83344"/>
                  <a:pt x="95250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95250" y="107156"/>
                </a:lnTo>
                <a:cubicBezTo>
                  <a:pt x="88664" y="107156"/>
                  <a:pt x="83344" y="101836"/>
                  <a:pt x="83344" y="95250"/>
                </a:cubicBezTo>
                <a:close/>
                <a:moveTo>
                  <a:pt x="59531" y="154781"/>
                </a:moveTo>
                <a:cubicBezTo>
                  <a:pt x="59531" y="148196"/>
                  <a:pt x="64852" y="142875"/>
                  <a:pt x="71438" y="142875"/>
                </a:cubicBez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71438" y="166688"/>
                </a:lnTo>
                <a:cubicBezTo>
                  <a:pt x="64852" y="166688"/>
                  <a:pt x="59531" y="161367"/>
                  <a:pt x="59531" y="154781"/>
                </a:cubicBezTo>
                <a:close/>
                <a:moveTo>
                  <a:pt x="23812" y="139898"/>
                </a:moveTo>
                <a:cubicBezTo>
                  <a:pt x="32027" y="139898"/>
                  <a:pt x="38695" y="146567"/>
                  <a:pt x="38695" y="154781"/>
                </a:cubicBezTo>
                <a:cubicBezTo>
                  <a:pt x="38695" y="162995"/>
                  <a:pt x="32027" y="169664"/>
                  <a:pt x="23812" y="169664"/>
                </a:cubicBezTo>
                <a:cubicBezTo>
                  <a:pt x="15598" y="169664"/>
                  <a:pt x="8930" y="162995"/>
                  <a:pt x="8930" y="154781"/>
                </a:cubicBezTo>
                <a:cubicBezTo>
                  <a:pt x="8930" y="146567"/>
                  <a:pt x="15598" y="139898"/>
                  <a:pt x="23812" y="13989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0" name="Text 48"/>
          <p:cNvSpPr/>
          <p:nvPr/>
        </p:nvSpPr>
        <p:spPr>
          <a:xfrm>
            <a:off x="6647392" y="2959094"/>
            <a:ext cx="89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Requisitos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60451" y="3368669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4546" y="52220"/>
                </a:moveTo>
                <a:cubicBezTo>
                  <a:pt x="112540" y="44172"/>
                  <a:pt x="108738" y="38104"/>
                  <a:pt x="100638" y="38104"/>
                </a:cubicBezTo>
                <a:lnTo>
                  <a:pt x="90194" y="38104"/>
                </a:lnTo>
                <a:lnTo>
                  <a:pt x="90194" y="50449"/>
                </a:lnTo>
                <a:cubicBezTo>
                  <a:pt x="90194" y="60034"/>
                  <a:pt x="82068" y="68107"/>
                  <a:pt x="72796" y="68107"/>
                </a:cubicBezTo>
                <a:lnTo>
                  <a:pt x="44980" y="68107"/>
                </a:lnTo>
                <a:cubicBezTo>
                  <a:pt x="37374" y="68107"/>
                  <a:pt x="31072" y="74619"/>
                  <a:pt x="31072" y="82250"/>
                </a:cubicBezTo>
                <a:lnTo>
                  <a:pt x="31072" y="108764"/>
                </a:lnTo>
                <a:cubicBezTo>
                  <a:pt x="31072" y="116317"/>
                  <a:pt x="37635" y="120744"/>
                  <a:pt x="44980" y="122906"/>
                </a:cubicBezTo>
                <a:cubicBezTo>
                  <a:pt x="53783" y="125484"/>
                  <a:pt x="62247" y="125953"/>
                  <a:pt x="72796" y="122906"/>
                </a:cubicBezTo>
                <a:cubicBezTo>
                  <a:pt x="79802" y="120874"/>
                  <a:pt x="86704" y="116785"/>
                  <a:pt x="86704" y="108764"/>
                </a:cubicBezTo>
                <a:lnTo>
                  <a:pt x="86704" y="98163"/>
                </a:lnTo>
                <a:lnTo>
                  <a:pt x="58914" y="98163"/>
                </a:lnTo>
                <a:lnTo>
                  <a:pt x="58914" y="94621"/>
                </a:lnTo>
                <a:lnTo>
                  <a:pt x="100638" y="94621"/>
                </a:lnTo>
                <a:cubicBezTo>
                  <a:pt x="108738" y="94621"/>
                  <a:pt x="111733" y="88969"/>
                  <a:pt x="114546" y="80505"/>
                </a:cubicBezTo>
                <a:cubicBezTo>
                  <a:pt x="117463" y="71780"/>
                  <a:pt x="117332" y="63393"/>
                  <a:pt x="114546" y="52220"/>
                </a:cubicBezTo>
                <a:close/>
                <a:moveTo>
                  <a:pt x="74541" y="115822"/>
                </a:moveTo>
                <a:cubicBezTo>
                  <a:pt x="72558" y="115961"/>
                  <a:pt x="70664" y="114982"/>
                  <a:pt x="69631" y="113285"/>
                </a:cubicBezTo>
                <a:cubicBezTo>
                  <a:pt x="68597" y="111588"/>
                  <a:pt x="68597" y="109456"/>
                  <a:pt x="69631" y="107758"/>
                </a:cubicBezTo>
                <a:cubicBezTo>
                  <a:pt x="70664" y="106061"/>
                  <a:pt x="72558" y="105082"/>
                  <a:pt x="74541" y="105221"/>
                </a:cubicBezTo>
                <a:cubicBezTo>
                  <a:pt x="76523" y="105082"/>
                  <a:pt x="78417" y="106061"/>
                  <a:pt x="79450" y="107758"/>
                </a:cubicBezTo>
                <a:cubicBezTo>
                  <a:pt x="80484" y="109456"/>
                  <a:pt x="80484" y="111588"/>
                  <a:pt x="79450" y="113285"/>
                </a:cubicBezTo>
                <a:cubicBezTo>
                  <a:pt x="78417" y="114982"/>
                  <a:pt x="76523" y="115961"/>
                  <a:pt x="74541" y="115822"/>
                </a:cubicBezTo>
                <a:close/>
                <a:moveTo>
                  <a:pt x="43703" y="64617"/>
                </a:moveTo>
                <a:lnTo>
                  <a:pt x="71519" y="64617"/>
                </a:lnTo>
                <a:cubicBezTo>
                  <a:pt x="79255" y="64617"/>
                  <a:pt x="85427" y="58236"/>
                  <a:pt x="85427" y="50475"/>
                </a:cubicBezTo>
                <a:lnTo>
                  <a:pt x="85427" y="23935"/>
                </a:lnTo>
                <a:cubicBezTo>
                  <a:pt x="85427" y="16382"/>
                  <a:pt x="79072" y="10731"/>
                  <a:pt x="71519" y="9454"/>
                </a:cubicBezTo>
                <a:cubicBezTo>
                  <a:pt x="62195" y="7918"/>
                  <a:pt x="52064" y="7996"/>
                  <a:pt x="43703" y="9480"/>
                </a:cubicBezTo>
                <a:cubicBezTo>
                  <a:pt x="31931" y="11564"/>
                  <a:pt x="29795" y="15913"/>
                  <a:pt x="29795" y="23961"/>
                </a:cubicBezTo>
                <a:lnTo>
                  <a:pt x="29795" y="34562"/>
                </a:lnTo>
                <a:lnTo>
                  <a:pt x="57637" y="34562"/>
                </a:lnTo>
                <a:lnTo>
                  <a:pt x="57637" y="38104"/>
                </a:lnTo>
                <a:lnTo>
                  <a:pt x="19351" y="38104"/>
                </a:lnTo>
                <a:cubicBezTo>
                  <a:pt x="11251" y="38104"/>
                  <a:pt x="4167" y="42974"/>
                  <a:pt x="1953" y="52220"/>
                </a:cubicBezTo>
                <a:cubicBezTo>
                  <a:pt x="-599" y="62820"/>
                  <a:pt x="-703" y="69436"/>
                  <a:pt x="1953" y="80505"/>
                </a:cubicBezTo>
                <a:cubicBezTo>
                  <a:pt x="3933" y="88735"/>
                  <a:pt x="8647" y="94621"/>
                  <a:pt x="16747" y="94621"/>
                </a:cubicBezTo>
                <a:lnTo>
                  <a:pt x="26305" y="94621"/>
                </a:lnTo>
                <a:lnTo>
                  <a:pt x="26305" y="81911"/>
                </a:lnTo>
                <a:cubicBezTo>
                  <a:pt x="26305" y="72717"/>
                  <a:pt x="34249" y="64617"/>
                  <a:pt x="43703" y="64617"/>
                </a:cubicBezTo>
                <a:close/>
                <a:moveTo>
                  <a:pt x="41984" y="16851"/>
                </a:moveTo>
                <a:cubicBezTo>
                  <a:pt x="44917" y="16851"/>
                  <a:pt x="47298" y="19232"/>
                  <a:pt x="47298" y="22164"/>
                </a:cubicBezTo>
                <a:cubicBezTo>
                  <a:pt x="47298" y="25097"/>
                  <a:pt x="44917" y="27477"/>
                  <a:pt x="41984" y="27477"/>
                </a:cubicBezTo>
                <a:cubicBezTo>
                  <a:pt x="39052" y="27477"/>
                  <a:pt x="36671" y="25097"/>
                  <a:pt x="36671" y="22164"/>
                </a:cubicBezTo>
                <a:cubicBezTo>
                  <a:pt x="36671" y="19232"/>
                  <a:pt x="39052" y="16851"/>
                  <a:pt x="41984" y="16851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2" name="Text 50"/>
          <p:cNvSpPr/>
          <p:nvPr/>
        </p:nvSpPr>
        <p:spPr>
          <a:xfrm>
            <a:off x="6575954" y="3340094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 3.11+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35448" y="3635369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82380" y="117723"/>
                </a:moveTo>
                <a:cubicBezTo>
                  <a:pt x="81833" y="117723"/>
                  <a:pt x="81286" y="117567"/>
                  <a:pt x="80791" y="117306"/>
                </a:cubicBezTo>
                <a:lnTo>
                  <a:pt x="75791" y="114337"/>
                </a:lnTo>
                <a:cubicBezTo>
                  <a:pt x="75035" y="113920"/>
                  <a:pt x="75400" y="113764"/>
                  <a:pt x="75660" y="113686"/>
                </a:cubicBezTo>
                <a:cubicBezTo>
                  <a:pt x="76650" y="113348"/>
                  <a:pt x="76859" y="113269"/>
                  <a:pt x="77926" y="112644"/>
                </a:cubicBezTo>
                <a:cubicBezTo>
                  <a:pt x="78031" y="112592"/>
                  <a:pt x="78187" y="112618"/>
                  <a:pt x="78291" y="112670"/>
                </a:cubicBezTo>
                <a:lnTo>
                  <a:pt x="82146" y="114962"/>
                </a:lnTo>
                <a:cubicBezTo>
                  <a:pt x="82276" y="115040"/>
                  <a:pt x="82484" y="115040"/>
                  <a:pt x="82614" y="114962"/>
                </a:cubicBezTo>
                <a:lnTo>
                  <a:pt x="97668" y="106263"/>
                </a:lnTo>
                <a:cubicBezTo>
                  <a:pt x="97799" y="106185"/>
                  <a:pt x="97903" y="106029"/>
                  <a:pt x="97903" y="105847"/>
                </a:cubicBezTo>
                <a:lnTo>
                  <a:pt x="97903" y="88475"/>
                </a:lnTo>
                <a:cubicBezTo>
                  <a:pt x="97903" y="88292"/>
                  <a:pt x="97825" y="88136"/>
                  <a:pt x="97668" y="88058"/>
                </a:cubicBezTo>
                <a:lnTo>
                  <a:pt x="82614" y="79385"/>
                </a:lnTo>
                <a:cubicBezTo>
                  <a:pt x="82484" y="79307"/>
                  <a:pt x="82302" y="79307"/>
                  <a:pt x="82146" y="79385"/>
                </a:cubicBezTo>
                <a:lnTo>
                  <a:pt x="67092" y="88058"/>
                </a:lnTo>
                <a:cubicBezTo>
                  <a:pt x="66935" y="88136"/>
                  <a:pt x="66857" y="88318"/>
                  <a:pt x="66857" y="88475"/>
                </a:cubicBezTo>
                <a:lnTo>
                  <a:pt x="66857" y="105847"/>
                </a:lnTo>
                <a:cubicBezTo>
                  <a:pt x="66857" y="106003"/>
                  <a:pt x="66961" y="106159"/>
                  <a:pt x="67092" y="106237"/>
                </a:cubicBezTo>
                <a:lnTo>
                  <a:pt x="71207" y="108607"/>
                </a:lnTo>
                <a:cubicBezTo>
                  <a:pt x="73447" y="109727"/>
                  <a:pt x="74827" y="108399"/>
                  <a:pt x="74827" y="107097"/>
                </a:cubicBezTo>
                <a:lnTo>
                  <a:pt x="74827" y="89933"/>
                </a:lnTo>
                <a:cubicBezTo>
                  <a:pt x="74827" y="89699"/>
                  <a:pt x="75009" y="89490"/>
                  <a:pt x="75270" y="89490"/>
                </a:cubicBezTo>
                <a:lnTo>
                  <a:pt x="77171" y="89490"/>
                </a:lnTo>
                <a:cubicBezTo>
                  <a:pt x="77406" y="89490"/>
                  <a:pt x="77614" y="89673"/>
                  <a:pt x="77614" y="89933"/>
                </a:cubicBezTo>
                <a:lnTo>
                  <a:pt x="77614" y="107097"/>
                </a:lnTo>
                <a:cubicBezTo>
                  <a:pt x="77614" y="110092"/>
                  <a:pt x="75999" y="111785"/>
                  <a:pt x="73160" y="111785"/>
                </a:cubicBezTo>
                <a:cubicBezTo>
                  <a:pt x="72301" y="111785"/>
                  <a:pt x="71597" y="111785"/>
                  <a:pt x="69696" y="110847"/>
                </a:cubicBezTo>
                <a:lnTo>
                  <a:pt x="65737" y="108581"/>
                </a:lnTo>
                <a:cubicBezTo>
                  <a:pt x="64774" y="108008"/>
                  <a:pt x="64149" y="106966"/>
                  <a:pt x="64149" y="105847"/>
                </a:cubicBezTo>
                <a:lnTo>
                  <a:pt x="64149" y="88475"/>
                </a:lnTo>
                <a:cubicBezTo>
                  <a:pt x="64149" y="87355"/>
                  <a:pt x="64748" y="86287"/>
                  <a:pt x="65737" y="85740"/>
                </a:cubicBezTo>
                <a:lnTo>
                  <a:pt x="80791" y="77041"/>
                </a:lnTo>
                <a:cubicBezTo>
                  <a:pt x="81755" y="76494"/>
                  <a:pt x="83005" y="76494"/>
                  <a:pt x="83943" y="77041"/>
                </a:cubicBezTo>
                <a:lnTo>
                  <a:pt x="98997" y="85740"/>
                </a:lnTo>
                <a:cubicBezTo>
                  <a:pt x="99960" y="86313"/>
                  <a:pt x="100585" y="87355"/>
                  <a:pt x="100585" y="88475"/>
                </a:cubicBezTo>
                <a:lnTo>
                  <a:pt x="100585" y="105847"/>
                </a:lnTo>
                <a:cubicBezTo>
                  <a:pt x="100585" y="106966"/>
                  <a:pt x="99986" y="108034"/>
                  <a:pt x="98997" y="108581"/>
                </a:cubicBezTo>
                <a:lnTo>
                  <a:pt x="83943" y="117280"/>
                </a:lnTo>
                <a:cubicBezTo>
                  <a:pt x="83500" y="117567"/>
                  <a:pt x="82953" y="117723"/>
                  <a:pt x="82380" y="117723"/>
                </a:cubicBezTo>
                <a:close/>
                <a:moveTo>
                  <a:pt x="94543" y="100585"/>
                </a:moveTo>
                <a:cubicBezTo>
                  <a:pt x="94543" y="97330"/>
                  <a:pt x="92355" y="96470"/>
                  <a:pt x="87719" y="95845"/>
                </a:cubicBezTo>
                <a:cubicBezTo>
                  <a:pt x="83031" y="95220"/>
                  <a:pt x="82562" y="94908"/>
                  <a:pt x="82562" y="93814"/>
                </a:cubicBezTo>
                <a:cubicBezTo>
                  <a:pt x="82562" y="92902"/>
                  <a:pt x="82953" y="91704"/>
                  <a:pt x="86417" y="91704"/>
                </a:cubicBezTo>
                <a:cubicBezTo>
                  <a:pt x="89516" y="91704"/>
                  <a:pt x="90662" y="92381"/>
                  <a:pt x="91131" y="94465"/>
                </a:cubicBezTo>
                <a:cubicBezTo>
                  <a:pt x="91183" y="94673"/>
                  <a:pt x="91340" y="94804"/>
                  <a:pt x="91548" y="94804"/>
                </a:cubicBezTo>
                <a:lnTo>
                  <a:pt x="93501" y="94804"/>
                </a:lnTo>
                <a:cubicBezTo>
                  <a:pt x="93631" y="94804"/>
                  <a:pt x="93736" y="94751"/>
                  <a:pt x="93814" y="94673"/>
                </a:cubicBezTo>
                <a:cubicBezTo>
                  <a:pt x="93892" y="94569"/>
                  <a:pt x="93944" y="94465"/>
                  <a:pt x="93918" y="94335"/>
                </a:cubicBezTo>
                <a:cubicBezTo>
                  <a:pt x="93605" y="90741"/>
                  <a:pt x="91235" y="89074"/>
                  <a:pt x="86417" y="89074"/>
                </a:cubicBezTo>
                <a:cubicBezTo>
                  <a:pt x="82120" y="89074"/>
                  <a:pt x="79567" y="90897"/>
                  <a:pt x="79567" y="93918"/>
                </a:cubicBezTo>
                <a:cubicBezTo>
                  <a:pt x="79567" y="97226"/>
                  <a:pt x="82120" y="98111"/>
                  <a:pt x="86235" y="98528"/>
                </a:cubicBezTo>
                <a:cubicBezTo>
                  <a:pt x="91157" y="99023"/>
                  <a:pt x="91548" y="99726"/>
                  <a:pt x="91548" y="100690"/>
                </a:cubicBezTo>
                <a:cubicBezTo>
                  <a:pt x="91548" y="102383"/>
                  <a:pt x="90194" y="103086"/>
                  <a:pt x="87016" y="103086"/>
                </a:cubicBezTo>
                <a:cubicBezTo>
                  <a:pt x="83031" y="103086"/>
                  <a:pt x="82146" y="102096"/>
                  <a:pt x="81859" y="100117"/>
                </a:cubicBezTo>
                <a:cubicBezTo>
                  <a:pt x="81833" y="99908"/>
                  <a:pt x="81651" y="99752"/>
                  <a:pt x="81416" y="99752"/>
                </a:cubicBezTo>
                <a:lnTo>
                  <a:pt x="79463" y="99752"/>
                </a:lnTo>
                <a:cubicBezTo>
                  <a:pt x="79229" y="99752"/>
                  <a:pt x="79020" y="99934"/>
                  <a:pt x="79020" y="100195"/>
                </a:cubicBezTo>
                <a:cubicBezTo>
                  <a:pt x="79020" y="102721"/>
                  <a:pt x="80401" y="105742"/>
                  <a:pt x="86990" y="105742"/>
                </a:cubicBezTo>
                <a:cubicBezTo>
                  <a:pt x="91808" y="105742"/>
                  <a:pt x="94543" y="103867"/>
                  <a:pt x="94543" y="100585"/>
                </a:cubicBezTo>
                <a:close/>
                <a:moveTo>
                  <a:pt x="108738" y="87537"/>
                </a:moveTo>
                <a:cubicBezTo>
                  <a:pt x="108738" y="89126"/>
                  <a:pt x="107435" y="90428"/>
                  <a:pt x="105847" y="90428"/>
                </a:cubicBezTo>
                <a:cubicBezTo>
                  <a:pt x="104258" y="90428"/>
                  <a:pt x="102956" y="89126"/>
                  <a:pt x="102956" y="87537"/>
                </a:cubicBezTo>
                <a:cubicBezTo>
                  <a:pt x="102956" y="85896"/>
                  <a:pt x="104310" y="84646"/>
                  <a:pt x="105847" y="84646"/>
                </a:cubicBezTo>
                <a:cubicBezTo>
                  <a:pt x="107409" y="84620"/>
                  <a:pt x="108738" y="85896"/>
                  <a:pt x="108738" y="87537"/>
                </a:cubicBezTo>
                <a:close/>
                <a:moveTo>
                  <a:pt x="108269" y="87537"/>
                </a:moveTo>
                <a:cubicBezTo>
                  <a:pt x="108269" y="86183"/>
                  <a:pt x="107175" y="85115"/>
                  <a:pt x="105821" y="85115"/>
                </a:cubicBezTo>
                <a:cubicBezTo>
                  <a:pt x="104492" y="85115"/>
                  <a:pt x="103398" y="86183"/>
                  <a:pt x="103398" y="87537"/>
                </a:cubicBezTo>
                <a:cubicBezTo>
                  <a:pt x="103398" y="88891"/>
                  <a:pt x="104492" y="89985"/>
                  <a:pt x="105821" y="89985"/>
                </a:cubicBezTo>
                <a:cubicBezTo>
                  <a:pt x="107175" y="89959"/>
                  <a:pt x="108269" y="88865"/>
                  <a:pt x="108269" y="87537"/>
                </a:cubicBezTo>
                <a:close/>
                <a:moveTo>
                  <a:pt x="107097" y="89152"/>
                </a:moveTo>
                <a:lnTo>
                  <a:pt x="106420" y="89152"/>
                </a:lnTo>
                <a:cubicBezTo>
                  <a:pt x="106394" y="88995"/>
                  <a:pt x="106289" y="88162"/>
                  <a:pt x="106289" y="88136"/>
                </a:cubicBezTo>
                <a:cubicBezTo>
                  <a:pt x="106237" y="87954"/>
                  <a:pt x="106185" y="87850"/>
                  <a:pt x="105951" y="87850"/>
                </a:cubicBezTo>
                <a:lnTo>
                  <a:pt x="105378" y="87850"/>
                </a:lnTo>
                <a:lnTo>
                  <a:pt x="105378" y="89152"/>
                </a:lnTo>
                <a:lnTo>
                  <a:pt x="104753" y="89152"/>
                </a:lnTo>
                <a:lnTo>
                  <a:pt x="104753" y="85896"/>
                </a:lnTo>
                <a:lnTo>
                  <a:pt x="105873" y="85896"/>
                </a:lnTo>
                <a:cubicBezTo>
                  <a:pt x="106263" y="85896"/>
                  <a:pt x="107019" y="85896"/>
                  <a:pt x="107019" y="86756"/>
                </a:cubicBezTo>
                <a:cubicBezTo>
                  <a:pt x="107019" y="87355"/>
                  <a:pt x="106628" y="87485"/>
                  <a:pt x="106394" y="87563"/>
                </a:cubicBezTo>
                <a:cubicBezTo>
                  <a:pt x="106836" y="87589"/>
                  <a:pt x="106862" y="87876"/>
                  <a:pt x="106940" y="88292"/>
                </a:cubicBezTo>
                <a:cubicBezTo>
                  <a:pt x="106966" y="88553"/>
                  <a:pt x="107019" y="88995"/>
                  <a:pt x="107097" y="89152"/>
                </a:cubicBezTo>
                <a:close/>
                <a:moveTo>
                  <a:pt x="106367" y="86860"/>
                </a:moveTo>
                <a:cubicBezTo>
                  <a:pt x="106367" y="86417"/>
                  <a:pt x="106055" y="86417"/>
                  <a:pt x="105899" y="86417"/>
                </a:cubicBezTo>
                <a:lnTo>
                  <a:pt x="105378" y="86417"/>
                </a:lnTo>
                <a:lnTo>
                  <a:pt x="105378" y="87329"/>
                </a:lnTo>
                <a:lnTo>
                  <a:pt x="105873" y="87329"/>
                </a:lnTo>
                <a:cubicBezTo>
                  <a:pt x="106289" y="87329"/>
                  <a:pt x="106367" y="87042"/>
                  <a:pt x="106367" y="86860"/>
                </a:cubicBezTo>
                <a:close/>
                <a:moveTo>
                  <a:pt x="35760" y="49746"/>
                </a:moveTo>
                <a:cubicBezTo>
                  <a:pt x="35760" y="49043"/>
                  <a:pt x="35395" y="48418"/>
                  <a:pt x="34796" y="48079"/>
                </a:cubicBezTo>
                <a:lnTo>
                  <a:pt x="18830" y="38885"/>
                </a:lnTo>
                <a:cubicBezTo>
                  <a:pt x="18570" y="38729"/>
                  <a:pt x="18257" y="38651"/>
                  <a:pt x="17945" y="38625"/>
                </a:cubicBezTo>
                <a:lnTo>
                  <a:pt x="17789" y="38625"/>
                </a:lnTo>
                <a:cubicBezTo>
                  <a:pt x="17476" y="38625"/>
                  <a:pt x="17190" y="38729"/>
                  <a:pt x="16903" y="38885"/>
                </a:cubicBezTo>
                <a:lnTo>
                  <a:pt x="964" y="48079"/>
                </a:lnTo>
                <a:cubicBezTo>
                  <a:pt x="365" y="48418"/>
                  <a:pt x="0" y="49069"/>
                  <a:pt x="0" y="49746"/>
                </a:cubicBezTo>
                <a:lnTo>
                  <a:pt x="26" y="74488"/>
                </a:lnTo>
                <a:cubicBezTo>
                  <a:pt x="26" y="74827"/>
                  <a:pt x="208" y="75140"/>
                  <a:pt x="495" y="75322"/>
                </a:cubicBezTo>
                <a:cubicBezTo>
                  <a:pt x="781" y="75504"/>
                  <a:pt x="1146" y="75504"/>
                  <a:pt x="1459" y="75322"/>
                </a:cubicBezTo>
                <a:lnTo>
                  <a:pt x="10939" y="69879"/>
                </a:lnTo>
                <a:cubicBezTo>
                  <a:pt x="11538" y="69514"/>
                  <a:pt x="11903" y="68889"/>
                  <a:pt x="11903" y="68212"/>
                </a:cubicBezTo>
                <a:lnTo>
                  <a:pt x="11903" y="56648"/>
                </a:lnTo>
                <a:cubicBezTo>
                  <a:pt x="11903" y="55971"/>
                  <a:pt x="12267" y="55319"/>
                  <a:pt x="12866" y="54981"/>
                </a:cubicBezTo>
                <a:lnTo>
                  <a:pt x="16903" y="52663"/>
                </a:lnTo>
                <a:cubicBezTo>
                  <a:pt x="17216" y="52481"/>
                  <a:pt x="17528" y="52402"/>
                  <a:pt x="17867" y="52402"/>
                </a:cubicBezTo>
                <a:cubicBezTo>
                  <a:pt x="18205" y="52402"/>
                  <a:pt x="18544" y="52481"/>
                  <a:pt x="18830" y="52663"/>
                </a:cubicBezTo>
                <a:lnTo>
                  <a:pt x="22867" y="54981"/>
                </a:lnTo>
                <a:cubicBezTo>
                  <a:pt x="23466" y="55319"/>
                  <a:pt x="23831" y="55971"/>
                  <a:pt x="23831" y="56648"/>
                </a:cubicBezTo>
                <a:lnTo>
                  <a:pt x="23831" y="68212"/>
                </a:lnTo>
                <a:cubicBezTo>
                  <a:pt x="23831" y="68889"/>
                  <a:pt x="24196" y="69540"/>
                  <a:pt x="24795" y="69879"/>
                </a:cubicBezTo>
                <a:lnTo>
                  <a:pt x="34275" y="75322"/>
                </a:lnTo>
                <a:cubicBezTo>
                  <a:pt x="34562" y="75504"/>
                  <a:pt x="34952" y="75504"/>
                  <a:pt x="35239" y="75322"/>
                </a:cubicBezTo>
                <a:cubicBezTo>
                  <a:pt x="35525" y="75166"/>
                  <a:pt x="35708" y="74827"/>
                  <a:pt x="35708" y="74488"/>
                </a:cubicBezTo>
                <a:lnTo>
                  <a:pt x="35760" y="49746"/>
                </a:lnTo>
                <a:close/>
                <a:moveTo>
                  <a:pt x="123062" y="22737"/>
                </a:moveTo>
                <a:lnTo>
                  <a:pt x="123062" y="68680"/>
                </a:lnTo>
                <a:cubicBezTo>
                  <a:pt x="123062" y="69358"/>
                  <a:pt x="122698" y="70009"/>
                  <a:pt x="122099" y="70347"/>
                </a:cubicBezTo>
                <a:lnTo>
                  <a:pt x="106133" y="79567"/>
                </a:lnTo>
                <a:cubicBezTo>
                  <a:pt x="105534" y="79906"/>
                  <a:pt x="104805" y="79906"/>
                  <a:pt x="104206" y="79567"/>
                </a:cubicBezTo>
                <a:lnTo>
                  <a:pt x="88240" y="70347"/>
                </a:lnTo>
                <a:cubicBezTo>
                  <a:pt x="87641" y="70009"/>
                  <a:pt x="87277" y="69358"/>
                  <a:pt x="87277" y="68680"/>
                </a:cubicBezTo>
                <a:lnTo>
                  <a:pt x="87277" y="50241"/>
                </a:lnTo>
                <a:cubicBezTo>
                  <a:pt x="87277" y="49563"/>
                  <a:pt x="87641" y="48912"/>
                  <a:pt x="88240" y="48574"/>
                </a:cubicBezTo>
                <a:lnTo>
                  <a:pt x="104206" y="39354"/>
                </a:lnTo>
                <a:cubicBezTo>
                  <a:pt x="104805" y="39015"/>
                  <a:pt x="105534" y="39015"/>
                  <a:pt x="106133" y="39354"/>
                </a:cubicBezTo>
                <a:lnTo>
                  <a:pt x="110118" y="41646"/>
                </a:lnTo>
                <a:cubicBezTo>
                  <a:pt x="110561" y="41906"/>
                  <a:pt x="111134" y="41568"/>
                  <a:pt x="111134" y="41073"/>
                </a:cubicBezTo>
                <a:lnTo>
                  <a:pt x="111134" y="16591"/>
                </a:lnTo>
                <a:cubicBezTo>
                  <a:pt x="111134" y="15861"/>
                  <a:pt x="111915" y="15393"/>
                  <a:pt x="112566" y="15757"/>
                </a:cubicBezTo>
                <a:lnTo>
                  <a:pt x="122073" y="21070"/>
                </a:lnTo>
                <a:cubicBezTo>
                  <a:pt x="122672" y="21383"/>
                  <a:pt x="123062" y="22034"/>
                  <a:pt x="123062" y="22737"/>
                </a:cubicBezTo>
                <a:close/>
                <a:moveTo>
                  <a:pt x="111082" y="56309"/>
                </a:moveTo>
                <a:cubicBezTo>
                  <a:pt x="111082" y="56127"/>
                  <a:pt x="110977" y="55971"/>
                  <a:pt x="110847" y="55892"/>
                </a:cubicBezTo>
                <a:lnTo>
                  <a:pt x="105378" y="52715"/>
                </a:lnTo>
                <a:cubicBezTo>
                  <a:pt x="105221" y="52637"/>
                  <a:pt x="105039" y="52637"/>
                  <a:pt x="104883" y="52715"/>
                </a:cubicBezTo>
                <a:lnTo>
                  <a:pt x="99413" y="55892"/>
                </a:lnTo>
                <a:cubicBezTo>
                  <a:pt x="99257" y="55971"/>
                  <a:pt x="99179" y="56127"/>
                  <a:pt x="99179" y="56309"/>
                </a:cubicBezTo>
                <a:lnTo>
                  <a:pt x="99179" y="62638"/>
                </a:lnTo>
                <a:cubicBezTo>
                  <a:pt x="99179" y="62820"/>
                  <a:pt x="99283" y="62977"/>
                  <a:pt x="99413" y="63055"/>
                </a:cubicBezTo>
                <a:lnTo>
                  <a:pt x="104883" y="66206"/>
                </a:lnTo>
                <a:cubicBezTo>
                  <a:pt x="105039" y="66284"/>
                  <a:pt x="105221" y="66284"/>
                  <a:pt x="105352" y="66206"/>
                </a:cubicBezTo>
                <a:lnTo>
                  <a:pt x="110821" y="63055"/>
                </a:lnTo>
                <a:cubicBezTo>
                  <a:pt x="110977" y="62977"/>
                  <a:pt x="111056" y="62820"/>
                  <a:pt x="111056" y="62638"/>
                </a:cubicBezTo>
                <a:lnTo>
                  <a:pt x="111056" y="56309"/>
                </a:lnTo>
                <a:lnTo>
                  <a:pt x="111082" y="56309"/>
                </a:lnTo>
                <a:close/>
                <a:moveTo>
                  <a:pt x="165724" y="56127"/>
                </a:moveTo>
                <a:cubicBezTo>
                  <a:pt x="166323" y="55788"/>
                  <a:pt x="166688" y="55137"/>
                  <a:pt x="166688" y="54460"/>
                </a:cubicBezTo>
                <a:lnTo>
                  <a:pt x="166688" y="50006"/>
                </a:lnTo>
                <a:cubicBezTo>
                  <a:pt x="166688" y="49329"/>
                  <a:pt x="166323" y="48678"/>
                  <a:pt x="165724" y="48339"/>
                </a:cubicBezTo>
                <a:lnTo>
                  <a:pt x="149862" y="39119"/>
                </a:lnTo>
                <a:cubicBezTo>
                  <a:pt x="149263" y="38781"/>
                  <a:pt x="148534" y="38781"/>
                  <a:pt x="147935" y="39119"/>
                </a:cubicBezTo>
                <a:lnTo>
                  <a:pt x="131970" y="48339"/>
                </a:lnTo>
                <a:cubicBezTo>
                  <a:pt x="131371" y="48678"/>
                  <a:pt x="131006" y="49329"/>
                  <a:pt x="131006" y="50006"/>
                </a:cubicBezTo>
                <a:lnTo>
                  <a:pt x="131006" y="68446"/>
                </a:lnTo>
                <a:cubicBezTo>
                  <a:pt x="131006" y="69149"/>
                  <a:pt x="131371" y="69774"/>
                  <a:pt x="131970" y="70113"/>
                </a:cubicBezTo>
                <a:lnTo>
                  <a:pt x="147831" y="79151"/>
                </a:lnTo>
                <a:cubicBezTo>
                  <a:pt x="148404" y="79489"/>
                  <a:pt x="149133" y="79489"/>
                  <a:pt x="149732" y="79151"/>
                </a:cubicBezTo>
                <a:lnTo>
                  <a:pt x="159317" y="73811"/>
                </a:lnTo>
                <a:cubicBezTo>
                  <a:pt x="159968" y="73447"/>
                  <a:pt x="159968" y="72509"/>
                  <a:pt x="159317" y="72144"/>
                </a:cubicBezTo>
                <a:lnTo>
                  <a:pt x="143247" y="62925"/>
                </a:lnTo>
                <a:cubicBezTo>
                  <a:pt x="142935" y="62742"/>
                  <a:pt x="142752" y="62430"/>
                  <a:pt x="142752" y="62091"/>
                </a:cubicBezTo>
                <a:lnTo>
                  <a:pt x="142752" y="56309"/>
                </a:lnTo>
                <a:cubicBezTo>
                  <a:pt x="142752" y="55971"/>
                  <a:pt x="142935" y="55658"/>
                  <a:pt x="143247" y="55476"/>
                </a:cubicBezTo>
                <a:lnTo>
                  <a:pt x="148248" y="52585"/>
                </a:lnTo>
                <a:cubicBezTo>
                  <a:pt x="148534" y="52402"/>
                  <a:pt x="148925" y="52402"/>
                  <a:pt x="149211" y="52585"/>
                </a:cubicBezTo>
                <a:lnTo>
                  <a:pt x="154212" y="55476"/>
                </a:lnTo>
                <a:cubicBezTo>
                  <a:pt x="154498" y="55658"/>
                  <a:pt x="154707" y="55971"/>
                  <a:pt x="154707" y="56309"/>
                </a:cubicBezTo>
                <a:lnTo>
                  <a:pt x="154707" y="60841"/>
                </a:lnTo>
                <a:cubicBezTo>
                  <a:pt x="154707" y="61570"/>
                  <a:pt x="155514" y="62039"/>
                  <a:pt x="156165" y="61674"/>
                </a:cubicBezTo>
                <a:lnTo>
                  <a:pt x="165724" y="56127"/>
                </a:lnTo>
                <a:close/>
                <a:moveTo>
                  <a:pt x="145591" y="57038"/>
                </a:moveTo>
                <a:cubicBezTo>
                  <a:pt x="145487" y="57117"/>
                  <a:pt x="145409" y="57221"/>
                  <a:pt x="145409" y="57351"/>
                </a:cubicBezTo>
                <a:lnTo>
                  <a:pt x="145409" y="60893"/>
                </a:lnTo>
                <a:cubicBezTo>
                  <a:pt x="145409" y="61023"/>
                  <a:pt x="145487" y="61153"/>
                  <a:pt x="145591" y="61206"/>
                </a:cubicBezTo>
                <a:lnTo>
                  <a:pt x="148664" y="62977"/>
                </a:lnTo>
                <a:cubicBezTo>
                  <a:pt x="148769" y="63055"/>
                  <a:pt x="148925" y="63055"/>
                  <a:pt x="149029" y="62977"/>
                </a:cubicBezTo>
                <a:lnTo>
                  <a:pt x="152102" y="61206"/>
                </a:lnTo>
                <a:cubicBezTo>
                  <a:pt x="152207" y="61127"/>
                  <a:pt x="152285" y="61023"/>
                  <a:pt x="152285" y="60893"/>
                </a:cubicBezTo>
                <a:lnTo>
                  <a:pt x="152285" y="57351"/>
                </a:lnTo>
                <a:cubicBezTo>
                  <a:pt x="152285" y="57221"/>
                  <a:pt x="152207" y="57090"/>
                  <a:pt x="152102" y="57038"/>
                </a:cubicBezTo>
                <a:lnTo>
                  <a:pt x="149029" y="55267"/>
                </a:lnTo>
                <a:cubicBezTo>
                  <a:pt x="148925" y="55189"/>
                  <a:pt x="148769" y="55189"/>
                  <a:pt x="148664" y="55267"/>
                </a:cubicBezTo>
                <a:lnTo>
                  <a:pt x="145591" y="57038"/>
                </a:lnTo>
                <a:close/>
                <a:moveTo>
                  <a:pt x="79385" y="68368"/>
                </a:moveTo>
                <a:lnTo>
                  <a:pt x="79385" y="50032"/>
                </a:lnTo>
                <a:cubicBezTo>
                  <a:pt x="79385" y="49355"/>
                  <a:pt x="78968" y="48704"/>
                  <a:pt x="78369" y="48365"/>
                </a:cubicBezTo>
                <a:lnTo>
                  <a:pt x="62456" y="39198"/>
                </a:lnTo>
                <a:cubicBezTo>
                  <a:pt x="61909" y="38885"/>
                  <a:pt x="61153" y="38833"/>
                  <a:pt x="60528" y="39198"/>
                </a:cubicBezTo>
                <a:lnTo>
                  <a:pt x="44615" y="48365"/>
                </a:lnTo>
                <a:cubicBezTo>
                  <a:pt x="44016" y="48704"/>
                  <a:pt x="43599" y="49329"/>
                  <a:pt x="43599" y="50032"/>
                </a:cubicBezTo>
                <a:lnTo>
                  <a:pt x="43599" y="68368"/>
                </a:lnTo>
                <a:cubicBezTo>
                  <a:pt x="43599" y="69097"/>
                  <a:pt x="44094" y="69722"/>
                  <a:pt x="44641" y="70035"/>
                </a:cubicBezTo>
                <a:lnTo>
                  <a:pt x="60580" y="79203"/>
                </a:lnTo>
                <a:cubicBezTo>
                  <a:pt x="61206" y="79567"/>
                  <a:pt x="61935" y="79541"/>
                  <a:pt x="62508" y="79203"/>
                </a:cubicBezTo>
                <a:lnTo>
                  <a:pt x="78395" y="70035"/>
                </a:lnTo>
                <a:cubicBezTo>
                  <a:pt x="78864" y="69774"/>
                  <a:pt x="79203" y="69332"/>
                  <a:pt x="79333" y="68811"/>
                </a:cubicBezTo>
                <a:cubicBezTo>
                  <a:pt x="79359" y="68680"/>
                  <a:pt x="79385" y="68524"/>
                  <a:pt x="79385" y="68368"/>
                </a:cubicBezTo>
                <a:close/>
                <a:moveTo>
                  <a:pt x="60034" y="35838"/>
                </a:moveTo>
                <a:lnTo>
                  <a:pt x="59825" y="35968"/>
                </a:lnTo>
                <a:lnTo>
                  <a:pt x="60112" y="35968"/>
                </a:lnTo>
                <a:lnTo>
                  <a:pt x="60034" y="35838"/>
                </a:lnTo>
                <a:close/>
                <a:moveTo>
                  <a:pt x="79880" y="69748"/>
                </a:moveTo>
                <a:lnTo>
                  <a:pt x="79776" y="69566"/>
                </a:lnTo>
                <a:lnTo>
                  <a:pt x="79776" y="69800"/>
                </a:lnTo>
                <a:lnTo>
                  <a:pt x="79880" y="69748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4" name="Text 52"/>
          <p:cNvSpPr/>
          <p:nvPr/>
        </p:nvSpPr>
        <p:spPr>
          <a:xfrm>
            <a:off x="6575954" y="3606794"/>
            <a:ext cx="771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Node.js 18+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60451" y="3902069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6681" y="53600"/>
                </a:moveTo>
                <a:cubicBezTo>
                  <a:pt x="112827" y="56153"/>
                  <a:pt x="108399" y="58210"/>
                  <a:pt x="103789" y="59851"/>
                </a:cubicBezTo>
                <a:cubicBezTo>
                  <a:pt x="91548" y="64227"/>
                  <a:pt x="75478" y="66675"/>
                  <a:pt x="58341" y="66675"/>
                </a:cubicBezTo>
                <a:cubicBezTo>
                  <a:pt x="41203" y="66675"/>
                  <a:pt x="25107" y="64201"/>
                  <a:pt x="12892" y="59851"/>
                </a:cubicBezTo>
                <a:cubicBezTo>
                  <a:pt x="8308" y="58210"/>
                  <a:pt x="3855" y="56153"/>
                  <a:pt x="0" y="53600"/>
                </a:cubicBezTo>
                <a:lnTo>
                  <a:pt x="0" y="75009"/>
                </a:lnTo>
                <a:cubicBezTo>
                  <a:pt x="0" y="86521"/>
                  <a:pt x="26123" y="95845"/>
                  <a:pt x="58341" y="95845"/>
                </a:cubicBezTo>
                <a:cubicBezTo>
                  <a:pt x="90558" y="95845"/>
                  <a:pt x="116681" y="86521"/>
                  <a:pt x="116681" y="75009"/>
                </a:cubicBezTo>
                <a:lnTo>
                  <a:pt x="116681" y="53600"/>
                </a:lnTo>
                <a:close/>
                <a:moveTo>
                  <a:pt x="116681" y="33337"/>
                </a:moveTo>
                <a:lnTo>
                  <a:pt x="116681" y="20836"/>
                </a:lnTo>
                <a:cubicBezTo>
                  <a:pt x="116681" y="9324"/>
                  <a:pt x="90558" y="0"/>
                  <a:pt x="58341" y="0"/>
                </a:cubicBezTo>
                <a:cubicBezTo>
                  <a:pt x="26123" y="0"/>
                  <a:pt x="0" y="9324"/>
                  <a:pt x="0" y="20836"/>
                </a:cubicBezTo>
                <a:lnTo>
                  <a:pt x="0" y="33337"/>
                </a:lnTo>
                <a:cubicBezTo>
                  <a:pt x="0" y="44849"/>
                  <a:pt x="26123" y="54173"/>
                  <a:pt x="58341" y="54173"/>
                </a:cubicBezTo>
                <a:cubicBezTo>
                  <a:pt x="90558" y="54173"/>
                  <a:pt x="116681" y="44849"/>
                  <a:pt x="116681" y="33337"/>
                </a:cubicBezTo>
                <a:close/>
                <a:moveTo>
                  <a:pt x="103789" y="101523"/>
                </a:moveTo>
                <a:cubicBezTo>
                  <a:pt x="91574" y="105873"/>
                  <a:pt x="75504" y="108347"/>
                  <a:pt x="58341" y="108347"/>
                </a:cubicBezTo>
                <a:cubicBezTo>
                  <a:pt x="41177" y="108347"/>
                  <a:pt x="25107" y="105873"/>
                  <a:pt x="12892" y="101523"/>
                </a:cubicBezTo>
                <a:cubicBezTo>
                  <a:pt x="8308" y="99882"/>
                  <a:pt x="3855" y="97825"/>
                  <a:pt x="0" y="95272"/>
                </a:cubicBezTo>
                <a:lnTo>
                  <a:pt x="0" y="112514"/>
                </a:lnTo>
                <a:cubicBezTo>
                  <a:pt x="0" y="124026"/>
                  <a:pt x="26123" y="133350"/>
                  <a:pt x="58341" y="133350"/>
                </a:cubicBezTo>
                <a:cubicBezTo>
                  <a:pt x="90558" y="133350"/>
                  <a:pt x="116681" y="124026"/>
                  <a:pt x="116681" y="112514"/>
                </a:cubicBezTo>
                <a:lnTo>
                  <a:pt x="116681" y="95272"/>
                </a:lnTo>
                <a:cubicBezTo>
                  <a:pt x="112827" y="97825"/>
                  <a:pt x="108399" y="99882"/>
                  <a:pt x="103789" y="101523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6" name="Text 54"/>
          <p:cNvSpPr/>
          <p:nvPr/>
        </p:nvSpPr>
        <p:spPr>
          <a:xfrm>
            <a:off x="6575954" y="3873494"/>
            <a:ext cx="971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PostgreSQL 15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60451" y="4168769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96210" y="33337"/>
                </a:moveTo>
                <a:lnTo>
                  <a:pt x="87277" y="20836"/>
                </a:lnTo>
                <a:lnTo>
                  <a:pt x="29431" y="20836"/>
                </a:lnTo>
                <a:lnTo>
                  <a:pt x="20497" y="33337"/>
                </a:lnTo>
                <a:lnTo>
                  <a:pt x="96210" y="33337"/>
                </a:lnTo>
                <a:close/>
                <a:moveTo>
                  <a:pt x="0" y="38677"/>
                </a:moveTo>
                <a:cubicBezTo>
                  <a:pt x="0" y="35213"/>
                  <a:pt x="1094" y="31827"/>
                  <a:pt x="3099" y="28988"/>
                </a:cubicBezTo>
                <a:lnTo>
                  <a:pt x="15861" y="11147"/>
                </a:lnTo>
                <a:cubicBezTo>
                  <a:pt x="18987" y="6772"/>
                  <a:pt x="24039" y="4167"/>
                  <a:pt x="29405" y="4167"/>
                </a:cubicBezTo>
                <a:lnTo>
                  <a:pt x="87250" y="4167"/>
                </a:lnTo>
                <a:cubicBezTo>
                  <a:pt x="92642" y="4167"/>
                  <a:pt x="97695" y="6772"/>
                  <a:pt x="100820" y="11147"/>
                </a:cubicBezTo>
                <a:lnTo>
                  <a:pt x="113556" y="28988"/>
                </a:lnTo>
                <a:cubicBezTo>
                  <a:pt x="115587" y="31827"/>
                  <a:pt x="116655" y="35213"/>
                  <a:pt x="116655" y="38677"/>
                </a:cubicBezTo>
                <a:lnTo>
                  <a:pt x="116681" y="108347"/>
                </a:lnTo>
                <a:cubicBezTo>
                  <a:pt x="116681" y="117541"/>
                  <a:pt x="109206" y="125016"/>
                  <a:pt x="100013" y="125016"/>
                </a:cubicBezTo>
                <a:lnTo>
                  <a:pt x="16669" y="125016"/>
                </a:lnTo>
                <a:cubicBezTo>
                  <a:pt x="7475" y="125016"/>
                  <a:pt x="0" y="117541"/>
                  <a:pt x="0" y="108347"/>
                </a:cubicBezTo>
                <a:lnTo>
                  <a:pt x="0" y="38677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8" name="Text 56"/>
          <p:cNvSpPr/>
          <p:nvPr/>
        </p:nvSpPr>
        <p:spPr>
          <a:xfrm>
            <a:off x="6575954" y="4140194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(Sprint 3)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176433" y="4610110"/>
            <a:ext cx="5628217" cy="1037167"/>
          </a:xfrm>
          <a:custGeom>
            <a:avLst/>
            <a:gdLst/>
            <a:ahLst/>
            <a:cxnLst/>
            <a:rect l="l" t="t" r="r" b="b"/>
            <a:pathLst>
              <a:path w="5628217" h="1037167">
                <a:moveTo>
                  <a:pt x="114296" y="0"/>
                </a:moveTo>
                <a:lnTo>
                  <a:pt x="5513921" y="0"/>
                </a:lnTo>
                <a:cubicBezTo>
                  <a:pt x="5577045" y="0"/>
                  <a:pt x="5628217" y="51172"/>
                  <a:pt x="5628217" y="114296"/>
                </a:cubicBezTo>
                <a:lnTo>
                  <a:pt x="5628217" y="922871"/>
                </a:lnTo>
                <a:cubicBezTo>
                  <a:pt x="5628217" y="985952"/>
                  <a:pt x="5577002" y="1037167"/>
                  <a:pt x="5513921" y="1037167"/>
                </a:cubicBezTo>
                <a:lnTo>
                  <a:pt x="114296" y="1037167"/>
                </a:lnTo>
                <a:cubicBezTo>
                  <a:pt x="51172" y="1037167"/>
                  <a:pt x="0" y="985995"/>
                  <a:pt x="0" y="922871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20000"/>
                </a:srgbClr>
              </a:gs>
              <a:gs pos="100000">
                <a:srgbClr val="3B82F6">
                  <a:alpha val="20000"/>
                </a:srgbClr>
              </a:gs>
            </a:gsLst>
            <a:lin ang="0" scaled="1"/>
          </a:gradFill>
          <a:ln w="11289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56879" y="480484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1" name="Text 59"/>
          <p:cNvSpPr/>
          <p:nvPr/>
        </p:nvSpPr>
        <p:spPr>
          <a:xfrm>
            <a:off x="6647392" y="4766742"/>
            <a:ext cx="457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Nota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333067" y="5109642"/>
            <a:ext cx="5381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Cada desarrollador debe documentar su componente con instrucciones específicas de ejecución en su README.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3ed866c034fb095e542ef9dcc9e2b449db8c727e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7779" b="777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F172A">
                  <a:alpha val="95000"/>
                </a:srgbClr>
              </a:gs>
              <a:gs pos="50000">
                <a:srgbClr val="0F172A">
                  <a:alpha val="90000"/>
                </a:srgbClr>
              </a:gs>
              <a:gs pos="100000">
                <a:srgbClr val="10B981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053674" y="988490"/>
            <a:ext cx="2084917" cy="351367"/>
          </a:xfrm>
          <a:custGeom>
            <a:avLst/>
            <a:gdLst/>
            <a:ahLst/>
            <a:cxnLst/>
            <a:rect l="l" t="t" r="r" b="b"/>
            <a:pathLst>
              <a:path w="2084917" h="351367">
                <a:moveTo>
                  <a:pt x="175683" y="0"/>
                </a:moveTo>
                <a:lnTo>
                  <a:pt x="1909233" y="0"/>
                </a:lnTo>
                <a:cubicBezTo>
                  <a:pt x="2006261" y="0"/>
                  <a:pt x="2084917" y="78656"/>
                  <a:pt x="2084917" y="175683"/>
                </a:cubicBezTo>
                <a:lnTo>
                  <a:pt x="2084917" y="175683"/>
                </a:lnTo>
                <a:cubicBezTo>
                  <a:pt x="2084917" y="272711"/>
                  <a:pt x="2006261" y="351367"/>
                  <a:pt x="1909233" y="351367"/>
                </a:cubicBezTo>
                <a:lnTo>
                  <a:pt x="175683" y="351367"/>
                </a:lnTo>
                <a:cubicBezTo>
                  <a:pt x="78656" y="351367"/>
                  <a:pt x="0" y="272711"/>
                  <a:pt x="0" y="175683"/>
                </a:cubicBezTo>
                <a:lnTo>
                  <a:pt x="0" y="175683"/>
                </a:lnTo>
                <a:cubicBezTo>
                  <a:pt x="0" y="78656"/>
                  <a:pt x="78656" y="0"/>
                  <a:pt x="175683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11289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229358" y="108797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" name="Text 3"/>
          <p:cNvSpPr/>
          <p:nvPr/>
        </p:nvSpPr>
        <p:spPr>
          <a:xfrm>
            <a:off x="5443670" y="1068921"/>
            <a:ext cx="157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SPRINT 1 COMPLETADO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66700" y="1496485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Entregado y Demostrable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33375" y="2067985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 sólida para los sprints siguientes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5233" y="2567519"/>
            <a:ext cx="3704167" cy="2065867"/>
          </a:xfrm>
          <a:custGeom>
            <a:avLst/>
            <a:gdLst/>
            <a:ahLst/>
            <a:cxnLst/>
            <a:rect l="l" t="t" r="r" b="b"/>
            <a:pathLst>
              <a:path w="3704167" h="2065867">
                <a:moveTo>
                  <a:pt x="114304" y="0"/>
                </a:moveTo>
                <a:lnTo>
                  <a:pt x="3589862" y="0"/>
                </a:lnTo>
                <a:cubicBezTo>
                  <a:pt x="3652991" y="0"/>
                  <a:pt x="3704167" y="51176"/>
                  <a:pt x="3704167" y="114304"/>
                </a:cubicBezTo>
                <a:lnTo>
                  <a:pt x="3704167" y="1951562"/>
                </a:lnTo>
                <a:cubicBezTo>
                  <a:pt x="3704167" y="2014691"/>
                  <a:pt x="3652991" y="2065867"/>
                  <a:pt x="3589862" y="2065867"/>
                </a:cubicBezTo>
                <a:lnTo>
                  <a:pt x="114304" y="2065867"/>
                </a:lnTo>
                <a:cubicBezTo>
                  <a:pt x="51176" y="2065867"/>
                  <a:pt x="0" y="2014691"/>
                  <a:pt x="0" y="1951562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1E293B">
              <a:alpha val="80000"/>
            </a:srgbClr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1867" y="2724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75217" y="2857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3455" y="-930"/>
                </a:moveTo>
                <a:cubicBezTo>
                  <a:pt x="90822" y="-5172"/>
                  <a:pt x="99901" y="-5172"/>
                  <a:pt x="107268" y="-930"/>
                </a:cubicBezTo>
                <a:lnTo>
                  <a:pt x="172715" y="36835"/>
                </a:lnTo>
                <a:cubicBezTo>
                  <a:pt x="180082" y="41077"/>
                  <a:pt x="184621" y="48964"/>
                  <a:pt x="184621" y="57448"/>
                </a:cubicBezTo>
                <a:lnTo>
                  <a:pt x="184621" y="132978"/>
                </a:lnTo>
                <a:cubicBezTo>
                  <a:pt x="184621" y="141498"/>
                  <a:pt x="180082" y="149349"/>
                  <a:pt x="172715" y="153591"/>
                </a:cubicBezTo>
                <a:lnTo>
                  <a:pt x="107268" y="191430"/>
                </a:lnTo>
                <a:cubicBezTo>
                  <a:pt x="99901" y="195672"/>
                  <a:pt x="90822" y="195672"/>
                  <a:pt x="83455" y="191430"/>
                </a:cubicBezTo>
                <a:lnTo>
                  <a:pt x="18045" y="153665"/>
                </a:lnTo>
                <a:cubicBezTo>
                  <a:pt x="10678" y="149423"/>
                  <a:pt x="6139" y="141536"/>
                  <a:pt x="6139" y="133052"/>
                </a:cubicBezTo>
                <a:lnTo>
                  <a:pt x="6139" y="57522"/>
                </a:lnTo>
                <a:cubicBezTo>
                  <a:pt x="6139" y="49002"/>
                  <a:pt x="10678" y="41151"/>
                  <a:pt x="18045" y="36909"/>
                </a:cubicBezTo>
                <a:lnTo>
                  <a:pt x="83455" y="-930"/>
                </a:lnTo>
                <a:close/>
                <a:moveTo>
                  <a:pt x="160772" y="133015"/>
                </a:moveTo>
                <a:lnTo>
                  <a:pt x="160772" y="71214"/>
                </a:lnTo>
                <a:lnTo>
                  <a:pt x="107268" y="102096"/>
                </a:lnTo>
                <a:lnTo>
                  <a:pt x="107268" y="163897"/>
                </a:lnTo>
                <a:lnTo>
                  <a:pt x="160772" y="133015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2" name="Text 9"/>
          <p:cNvSpPr/>
          <p:nvPr/>
        </p:nvSpPr>
        <p:spPr>
          <a:xfrm>
            <a:off x="1113367" y="2819400"/>
            <a:ext cx="1457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Qué Construimos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63298" y="33337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760942" y="3295650"/>
            <a:ext cx="143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 módulos funcionales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63298" y="35814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3"/>
          <p:cNvSpPr/>
          <p:nvPr/>
        </p:nvSpPr>
        <p:spPr>
          <a:xfrm>
            <a:off x="760942" y="3543300"/>
            <a:ext cx="162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 bases de datos aisladas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63298" y="38290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760942" y="3790950"/>
            <a:ext cx="115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 frontends React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63298" y="40767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0" name="Text 17"/>
          <p:cNvSpPr/>
          <p:nvPr/>
        </p:nvSpPr>
        <p:spPr>
          <a:xfrm>
            <a:off x="760942" y="4038600"/>
            <a:ext cx="93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JWT con roles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63298" y="43243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2" name="Text 19"/>
          <p:cNvSpPr/>
          <p:nvPr/>
        </p:nvSpPr>
        <p:spPr>
          <a:xfrm>
            <a:off x="760942" y="4286250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Pruebas de integración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246033" y="2567519"/>
            <a:ext cx="3704167" cy="2065867"/>
          </a:xfrm>
          <a:custGeom>
            <a:avLst/>
            <a:gdLst/>
            <a:ahLst/>
            <a:cxnLst/>
            <a:rect l="l" t="t" r="r" b="b"/>
            <a:pathLst>
              <a:path w="3704167" h="2065867">
                <a:moveTo>
                  <a:pt x="114304" y="0"/>
                </a:moveTo>
                <a:lnTo>
                  <a:pt x="3589862" y="0"/>
                </a:lnTo>
                <a:cubicBezTo>
                  <a:pt x="3652991" y="0"/>
                  <a:pt x="3704167" y="51176"/>
                  <a:pt x="3704167" y="114304"/>
                </a:cubicBezTo>
                <a:lnTo>
                  <a:pt x="3704167" y="1951562"/>
                </a:lnTo>
                <a:cubicBezTo>
                  <a:pt x="3704167" y="2014691"/>
                  <a:pt x="3652991" y="2065867"/>
                  <a:pt x="3589862" y="2065867"/>
                </a:cubicBezTo>
                <a:lnTo>
                  <a:pt x="114304" y="2065867"/>
                </a:lnTo>
                <a:cubicBezTo>
                  <a:pt x="51176" y="2065867"/>
                  <a:pt x="0" y="2014691"/>
                  <a:pt x="0" y="1951562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1E293B">
              <a:alpha val="80000"/>
            </a:srgbClr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402667" y="2724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4512204" y="28575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6" name="Text 23"/>
          <p:cNvSpPr/>
          <p:nvPr/>
        </p:nvSpPr>
        <p:spPr>
          <a:xfrm>
            <a:off x="4974167" y="2819400"/>
            <a:ext cx="1838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Cómo Lo Construimos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424098" y="33337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8" name="Text 25"/>
          <p:cNvSpPr/>
          <p:nvPr/>
        </p:nvSpPr>
        <p:spPr>
          <a:xfrm>
            <a:off x="4621742" y="3295650"/>
            <a:ext cx="1924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Microservicios independientes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4424098" y="35814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0" name="Text 27"/>
          <p:cNvSpPr/>
          <p:nvPr/>
        </p:nvSpPr>
        <p:spPr>
          <a:xfrm>
            <a:off x="4621742" y="3543300"/>
            <a:ext cx="1866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Arquitectura hexagonal ligera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424098" y="38290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2" name="Text 29"/>
          <p:cNvSpPr/>
          <p:nvPr/>
        </p:nvSpPr>
        <p:spPr>
          <a:xfrm>
            <a:off x="4621742" y="3790950"/>
            <a:ext cx="162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Contratos REST definidos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4424098" y="40767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4" name="Text 31"/>
          <p:cNvSpPr/>
          <p:nvPr/>
        </p:nvSpPr>
        <p:spPr>
          <a:xfrm>
            <a:off x="4621742" y="4038600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 lógica cruzada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4424098" y="43243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6" name="Text 33"/>
          <p:cNvSpPr/>
          <p:nvPr/>
        </p:nvSpPr>
        <p:spPr>
          <a:xfrm>
            <a:off x="4621742" y="4286250"/>
            <a:ext cx="139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Código documentado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8106834" y="2567519"/>
            <a:ext cx="3704167" cy="2065867"/>
          </a:xfrm>
          <a:custGeom>
            <a:avLst/>
            <a:gdLst/>
            <a:ahLst/>
            <a:cxnLst/>
            <a:rect l="l" t="t" r="r" b="b"/>
            <a:pathLst>
              <a:path w="3704167" h="2065867">
                <a:moveTo>
                  <a:pt x="114304" y="0"/>
                </a:moveTo>
                <a:lnTo>
                  <a:pt x="3589862" y="0"/>
                </a:lnTo>
                <a:cubicBezTo>
                  <a:pt x="3652991" y="0"/>
                  <a:pt x="3704167" y="51176"/>
                  <a:pt x="3704167" y="114304"/>
                </a:cubicBezTo>
                <a:lnTo>
                  <a:pt x="3704167" y="1951562"/>
                </a:lnTo>
                <a:cubicBezTo>
                  <a:pt x="3704167" y="2014691"/>
                  <a:pt x="3652991" y="2065867"/>
                  <a:pt x="3589862" y="2065867"/>
                </a:cubicBezTo>
                <a:lnTo>
                  <a:pt x="114304" y="2065867"/>
                </a:lnTo>
                <a:cubicBezTo>
                  <a:pt x="51176" y="2065867"/>
                  <a:pt x="0" y="2014691"/>
                  <a:pt x="0" y="1951562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1E293B">
              <a:alpha val="80000"/>
            </a:srgbClr>
          </a:solidFill>
          <a:ln w="11289">
            <a:solidFill>
              <a:srgbClr val="33415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263467" y="2724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8396817" y="2857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0" name="Text 37"/>
          <p:cNvSpPr/>
          <p:nvPr/>
        </p:nvSpPr>
        <p:spPr>
          <a:xfrm>
            <a:off x="8834967" y="2819400"/>
            <a:ext cx="81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Para Qué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8284898" y="33337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2" name="Text 39"/>
          <p:cNvSpPr/>
          <p:nvPr/>
        </p:nvSpPr>
        <p:spPr>
          <a:xfrm>
            <a:off x="8482542" y="3295650"/>
            <a:ext cx="1581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 sólida para Sprint 2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8284898" y="35814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4" name="Text 41"/>
          <p:cNvSpPr/>
          <p:nvPr/>
        </p:nvSpPr>
        <p:spPr>
          <a:xfrm>
            <a:off x="8482542" y="3543300"/>
            <a:ext cx="101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IA real y pricing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8284898" y="38290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6" name="Text 43"/>
          <p:cNvSpPr/>
          <p:nvPr/>
        </p:nvSpPr>
        <p:spPr>
          <a:xfrm>
            <a:off x="8482542" y="3790950"/>
            <a:ext cx="160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Flujo comercial completo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8284898" y="40767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8" name="Text 45"/>
          <p:cNvSpPr/>
          <p:nvPr/>
        </p:nvSpPr>
        <p:spPr>
          <a:xfrm>
            <a:off x="8482542" y="4038600"/>
            <a:ext cx="1162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Sistema escalable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8284898" y="43243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0" name="Text 47"/>
          <p:cNvSpPr/>
          <p:nvPr/>
        </p:nvSpPr>
        <p:spPr>
          <a:xfrm>
            <a:off x="8482542" y="4286250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Demostrable y trazable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385233" y="4870448"/>
            <a:ext cx="11419417" cy="579967"/>
          </a:xfrm>
          <a:custGeom>
            <a:avLst/>
            <a:gdLst/>
            <a:ahLst/>
            <a:cxnLst/>
            <a:rect l="l" t="t" r="r" b="b"/>
            <a:pathLst>
              <a:path w="11419417" h="579967">
                <a:moveTo>
                  <a:pt x="114300" y="0"/>
                </a:moveTo>
                <a:lnTo>
                  <a:pt x="11305117" y="0"/>
                </a:lnTo>
                <a:cubicBezTo>
                  <a:pt x="11368243" y="0"/>
                  <a:pt x="11419417" y="51174"/>
                  <a:pt x="11419417" y="114300"/>
                </a:cubicBezTo>
                <a:lnTo>
                  <a:pt x="11419417" y="465667"/>
                </a:lnTo>
                <a:cubicBezTo>
                  <a:pt x="11419417" y="528793"/>
                  <a:pt x="11368243" y="579967"/>
                  <a:pt x="11305117" y="579967"/>
                </a:cubicBezTo>
                <a:lnTo>
                  <a:pt x="114300" y="579967"/>
                </a:lnTo>
                <a:cubicBezTo>
                  <a:pt x="51216" y="579967"/>
                  <a:pt x="0" y="528751"/>
                  <a:pt x="0" y="465667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20000"/>
                </a:srgbClr>
              </a:gs>
              <a:gs pos="100000">
                <a:srgbClr val="3B82F6">
                  <a:alpha val="20000"/>
                </a:srgbClr>
              </a:gs>
            </a:gsLst>
            <a:lin ang="0" scaled="1"/>
          </a:gradFill>
          <a:ln w="11289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259020" y="5046129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96441"/>
                </a:moveTo>
                <a:cubicBezTo>
                  <a:pt x="0" y="66839"/>
                  <a:pt x="23976" y="42863"/>
                  <a:pt x="53578" y="42863"/>
                </a:cubicBezTo>
                <a:lnTo>
                  <a:pt x="57150" y="42863"/>
                </a:lnTo>
                <a:cubicBezTo>
                  <a:pt x="65053" y="42863"/>
                  <a:pt x="71438" y="49247"/>
                  <a:pt x="71438" y="57150"/>
                </a:cubicBezTo>
                <a:cubicBezTo>
                  <a:pt x="71438" y="65053"/>
                  <a:pt x="65053" y="71438"/>
                  <a:pt x="57150" y="71438"/>
                </a:cubicBezTo>
                <a:lnTo>
                  <a:pt x="53578" y="71438"/>
                </a:lnTo>
                <a:cubicBezTo>
                  <a:pt x="39782" y="71438"/>
                  <a:pt x="28575" y="82644"/>
                  <a:pt x="28575" y="96441"/>
                </a:cubicBezTo>
                <a:lnTo>
                  <a:pt x="28575" y="100013"/>
                </a:lnTo>
                <a:lnTo>
                  <a:pt x="57150" y="100013"/>
                </a:lnTo>
                <a:cubicBezTo>
                  <a:pt x="72911" y="100013"/>
                  <a:pt x="85725" y="112827"/>
                  <a:pt x="85725" y="128588"/>
                </a:cubicBezTo>
                <a:lnTo>
                  <a:pt x="85725" y="157163"/>
                </a:lnTo>
                <a:cubicBezTo>
                  <a:pt x="85725" y="172923"/>
                  <a:pt x="72911" y="185738"/>
                  <a:pt x="57150" y="185738"/>
                </a:cubicBezTo>
                <a:lnTo>
                  <a:pt x="28575" y="185738"/>
                </a:lnTo>
                <a:cubicBezTo>
                  <a:pt x="12814" y="185738"/>
                  <a:pt x="0" y="172923"/>
                  <a:pt x="0" y="157163"/>
                </a:cubicBezTo>
                <a:lnTo>
                  <a:pt x="0" y="96441"/>
                </a:lnTo>
                <a:close/>
                <a:moveTo>
                  <a:pt x="114300" y="96441"/>
                </a:moveTo>
                <a:cubicBezTo>
                  <a:pt x="114300" y="66839"/>
                  <a:pt x="138276" y="42863"/>
                  <a:pt x="167878" y="42863"/>
                </a:cubicBezTo>
                <a:lnTo>
                  <a:pt x="171450" y="42863"/>
                </a:lnTo>
                <a:cubicBezTo>
                  <a:pt x="179353" y="42863"/>
                  <a:pt x="185738" y="49247"/>
                  <a:pt x="185738" y="57150"/>
                </a:cubicBezTo>
                <a:cubicBezTo>
                  <a:pt x="185738" y="65053"/>
                  <a:pt x="179353" y="71438"/>
                  <a:pt x="171450" y="71438"/>
                </a:cubicBezTo>
                <a:lnTo>
                  <a:pt x="167878" y="71438"/>
                </a:lnTo>
                <a:cubicBezTo>
                  <a:pt x="154082" y="71438"/>
                  <a:pt x="142875" y="82644"/>
                  <a:pt x="142875" y="96441"/>
                </a:cubicBezTo>
                <a:lnTo>
                  <a:pt x="142875" y="100013"/>
                </a:lnTo>
                <a:lnTo>
                  <a:pt x="171450" y="100013"/>
                </a:lnTo>
                <a:cubicBezTo>
                  <a:pt x="187211" y="100013"/>
                  <a:pt x="200025" y="112827"/>
                  <a:pt x="200025" y="128588"/>
                </a:cubicBezTo>
                <a:lnTo>
                  <a:pt x="200025" y="157163"/>
                </a:lnTo>
                <a:cubicBezTo>
                  <a:pt x="200025" y="172923"/>
                  <a:pt x="187211" y="185738"/>
                  <a:pt x="171450" y="185738"/>
                </a:cubicBezTo>
                <a:lnTo>
                  <a:pt x="142875" y="185738"/>
                </a:lnTo>
                <a:cubicBezTo>
                  <a:pt x="127114" y="185738"/>
                  <a:pt x="114300" y="172923"/>
                  <a:pt x="114300" y="157163"/>
                </a:cubicBezTo>
                <a:lnTo>
                  <a:pt x="114300" y="96441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3" name="Text 50"/>
          <p:cNvSpPr/>
          <p:nvPr/>
        </p:nvSpPr>
        <p:spPr>
          <a:xfrm>
            <a:off x="1606682" y="5027079"/>
            <a:ext cx="898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BookFlow no termina en una presentación. Termina en un sistema ejecutable, demostrable y trazable.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10732823" y="5046129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132159"/>
                </a:moveTo>
                <a:cubicBezTo>
                  <a:pt x="200025" y="161761"/>
                  <a:pt x="176049" y="185738"/>
                  <a:pt x="146447" y="185738"/>
                </a:cubicBezTo>
                <a:lnTo>
                  <a:pt x="142875" y="185738"/>
                </a:lnTo>
                <a:cubicBezTo>
                  <a:pt x="134972" y="185738"/>
                  <a:pt x="128588" y="179353"/>
                  <a:pt x="128588" y="171450"/>
                </a:cubicBezTo>
                <a:cubicBezTo>
                  <a:pt x="128588" y="163547"/>
                  <a:pt x="134972" y="157163"/>
                  <a:pt x="142875" y="157163"/>
                </a:cubicBezTo>
                <a:lnTo>
                  <a:pt x="146447" y="157163"/>
                </a:lnTo>
                <a:cubicBezTo>
                  <a:pt x="160243" y="157163"/>
                  <a:pt x="171450" y="145956"/>
                  <a:pt x="171450" y="132159"/>
                </a:cubicBezTo>
                <a:lnTo>
                  <a:pt x="171450" y="128588"/>
                </a:lnTo>
                <a:lnTo>
                  <a:pt x="142875" y="128588"/>
                </a:lnTo>
                <a:cubicBezTo>
                  <a:pt x="127114" y="128588"/>
                  <a:pt x="114300" y="115773"/>
                  <a:pt x="114300" y="100013"/>
                </a:cubicBezTo>
                <a:lnTo>
                  <a:pt x="114300" y="71438"/>
                </a:lnTo>
                <a:cubicBezTo>
                  <a:pt x="114300" y="55677"/>
                  <a:pt x="127114" y="42863"/>
                  <a:pt x="142875" y="42863"/>
                </a:cubicBezTo>
                <a:lnTo>
                  <a:pt x="171450" y="42863"/>
                </a:lnTo>
                <a:cubicBezTo>
                  <a:pt x="187211" y="42863"/>
                  <a:pt x="200025" y="55677"/>
                  <a:pt x="200025" y="71438"/>
                </a:cubicBezTo>
                <a:lnTo>
                  <a:pt x="200025" y="132159"/>
                </a:lnTo>
                <a:close/>
                <a:moveTo>
                  <a:pt x="85725" y="132159"/>
                </a:moveTo>
                <a:cubicBezTo>
                  <a:pt x="85725" y="161761"/>
                  <a:pt x="61749" y="185738"/>
                  <a:pt x="32147" y="185738"/>
                </a:cubicBezTo>
                <a:lnTo>
                  <a:pt x="28575" y="185738"/>
                </a:lnTo>
                <a:cubicBezTo>
                  <a:pt x="20672" y="185738"/>
                  <a:pt x="14288" y="179353"/>
                  <a:pt x="14288" y="171450"/>
                </a:cubicBezTo>
                <a:cubicBezTo>
                  <a:pt x="14288" y="163547"/>
                  <a:pt x="20672" y="157163"/>
                  <a:pt x="28575" y="157163"/>
                </a:cubicBezTo>
                <a:lnTo>
                  <a:pt x="32147" y="157163"/>
                </a:lnTo>
                <a:cubicBezTo>
                  <a:pt x="45943" y="157163"/>
                  <a:pt x="57150" y="145956"/>
                  <a:pt x="57150" y="132159"/>
                </a:cubicBezTo>
                <a:lnTo>
                  <a:pt x="57150" y="128588"/>
                </a:lnTo>
                <a:lnTo>
                  <a:pt x="28575" y="128588"/>
                </a:lnTo>
                <a:cubicBezTo>
                  <a:pt x="12814" y="128588"/>
                  <a:pt x="0" y="115773"/>
                  <a:pt x="0" y="100013"/>
                </a:cubicBezTo>
                <a:lnTo>
                  <a:pt x="0" y="71438"/>
                </a:lnTo>
                <a:cubicBezTo>
                  <a:pt x="0" y="55677"/>
                  <a:pt x="12814" y="42863"/>
                  <a:pt x="28575" y="42863"/>
                </a:cubicBezTo>
                <a:lnTo>
                  <a:pt x="57150" y="42863"/>
                </a:lnTo>
                <a:cubicBezTo>
                  <a:pt x="72911" y="42863"/>
                  <a:pt x="85725" y="55677"/>
                  <a:pt x="85725" y="71438"/>
                </a:cubicBezTo>
                <a:lnTo>
                  <a:pt x="85725" y="132159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5" name="Shape 52"/>
          <p:cNvSpPr/>
          <p:nvPr/>
        </p:nvSpPr>
        <p:spPr>
          <a:xfrm>
            <a:off x="3391165" y="5721344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6" name="Text 53"/>
          <p:cNvSpPr/>
          <p:nvPr/>
        </p:nvSpPr>
        <p:spPr>
          <a:xfrm>
            <a:off x="3581665" y="5683244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 Completado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5001551" y="5721344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192051" y="5683244"/>
            <a:ext cx="704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 Módulos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6135952" y="5721344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60" name="Text 57"/>
          <p:cNvSpPr/>
          <p:nvPr/>
        </p:nvSpPr>
        <p:spPr>
          <a:xfrm>
            <a:off x="6326452" y="5683244"/>
            <a:ext cx="115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 Desarrolladores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7715912" y="5721344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2" name="Text 59"/>
          <p:cNvSpPr/>
          <p:nvPr/>
        </p:nvSpPr>
        <p:spPr>
          <a:xfrm>
            <a:off x="7906412" y="5683244"/>
            <a:ext cx="962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14 Pruebas OK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BookFlow AI Commerce - Sprint 1</dc:title>
  <dc:subject>BookFlow AI Commerce - Sprint 1</dc:subject>
  <dc:creator>Kimi</dc:creator>
  <cp:lastModifiedBy>Kimi</cp:lastModifiedBy>
  <cp:revision>1</cp:revision>
  <dcterms:created xsi:type="dcterms:W3CDTF">2026-04-06T00:14:25Z</dcterms:created>
  <dcterms:modified xsi:type="dcterms:W3CDTF">2026-04-06T00:14:25Z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{"Label":"BookFlow AI Commerce - Sprint 1","ContentProducer":"001191110108MACG2KBH8F10000","ProduceID":"19d60183-15c2-8880-8000-000036a207d7","ReservedCode1":"","ContentPropagator":"001191110108MACG2KBH8F20000","PropagateID":"19d60183-15c2-8880-8000-000036a207d7","ReservedCode2":""}</vt:lpwstr>
  </property>
</Properties>
</file>